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2"/>
    <p:sldMasterId id="2147483660" r:id="rId3"/>
    <p:sldMasterId id="2147483673" r:id="rId4"/>
  </p:sldMasterIdLst>
  <p:notesMasterIdLst>
    <p:notesMasterId r:id="rId7"/>
  </p:notesMasterIdLst>
  <p:sldIdLst>
    <p:sldId id="256" r:id="rId5"/>
    <p:sldId id="257" r:id="rId6"/>
  </p:sldIdLst>
  <p:sldSz cx="9144000" cy="6858000" type="screen4x3"/>
  <p:notesSz cx="6797675" cy="9926638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73B433-C908-8100-F4A1-A20707B760FB}" name="Philipp Becker" initials="PB" userId="S::philipp.becker@fvsag.com::798f8b82-3efd-4a25-9004-f6436b0512a1" providerId="AD"/>
  <p188:author id="{2F248CE9-24B7-F9C1-C092-0BE77771AE0D}" name="Bloomberg33" initials="B" userId="S::Bloomberg33@fvsag.com::78449287-04ba-48e8-8034-62047c79ac3a" providerId="AD"/>
  <p188:author id="{5D54C9ED-B8B0-91A2-73A9-39CF44A52D5F}" name="Philipp Immenkötter" initials="PI" userId="S::Philipp.Immenkoetter@fvsag.com::050e3384-b252-41ef-9246-a739c9faf23d" providerId="AD"/>
  <p188:author id="{F4794CFA-F98C-D0C4-EDB9-E0AEB319C33A}" name="Pablo Duarte" initials="PD" userId="S::Pablo.Duarte@fvsag.com::ccdfbefd-8cd0-4f07-90bb-a36126e719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948"/>
    <a:srgbClr val="40638F"/>
    <a:srgbClr val="FFFFFF"/>
    <a:srgbClr val="C0504D"/>
    <a:srgbClr val="FAFAFA"/>
    <a:srgbClr val="00316A"/>
    <a:srgbClr val="DCA664"/>
    <a:srgbClr val="5A96A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7" autoAdjust="0"/>
    <p:restoredTop sz="86320" autoAdjust="0"/>
  </p:normalViewPr>
  <p:slideViewPr>
    <p:cSldViewPr snapToGrid="0">
      <p:cViewPr varScale="1">
        <p:scale>
          <a:sx n="95" d="100"/>
          <a:sy n="95" d="100"/>
        </p:scale>
        <p:origin x="171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3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Duarte" userId="ccdfbefd-8cd0-4f07-90bb-a36126e71960" providerId="ADAL" clId="{79257359-076E-4865-BB53-BCEEBC39859F}"/>
    <pc:docChg chg="custSel modSld">
      <pc:chgData name="Pablo Duarte" userId="ccdfbefd-8cd0-4f07-90bb-a36126e71960" providerId="ADAL" clId="{79257359-076E-4865-BB53-BCEEBC39859F}" dt="2026-06-09T13:18:05.797" v="15" actId="14100"/>
      <pc:docMkLst>
        <pc:docMk/>
      </pc:docMkLst>
      <pc:sldChg chg="modSp mod">
        <pc:chgData name="Pablo Duarte" userId="ccdfbefd-8cd0-4f07-90bb-a36126e71960" providerId="ADAL" clId="{79257359-076E-4865-BB53-BCEEBC39859F}" dt="2026-06-09T13:18:05.797" v="15" actId="14100"/>
        <pc:sldMkLst>
          <pc:docMk/>
          <pc:sldMk cId="0" sldId="257"/>
        </pc:sldMkLst>
        <pc:spChg chg="mod">
          <ac:chgData name="Pablo Duarte" userId="ccdfbefd-8cd0-4f07-90bb-a36126e71960" providerId="ADAL" clId="{79257359-076E-4865-BB53-BCEEBC39859F}" dt="2026-06-09T13:17:44.629" v="8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Pablo Duarte" userId="ccdfbefd-8cd0-4f07-90bb-a36126e71960" providerId="ADAL" clId="{79257359-076E-4865-BB53-BCEEBC39859F}" dt="2026-06-09T13:17:57.558" v="12" actId="27636"/>
          <ac:spMkLst>
            <pc:docMk/>
            <pc:sldMk cId="0" sldId="257"/>
            <ac:spMk id="71" creationId="{00000000-0000-0000-0000-000000000000}"/>
          </ac:spMkLst>
        </pc:spChg>
        <pc:grpChg chg="mod">
          <ac:chgData name="Pablo Duarte" userId="ccdfbefd-8cd0-4f07-90bb-a36126e71960" providerId="ADAL" clId="{79257359-076E-4865-BB53-BCEEBC39859F}" dt="2026-06-09T13:18:05.797" v="15" actId="14100"/>
          <ac:grpSpMkLst>
            <pc:docMk/>
            <pc:sldMk cId="0" sldId="257"/>
            <ac:grpSpMk id="3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DACEE5-7DB4-4838-A516-746DD041753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D92AE-8F87-451D-8B5F-FC4B62513E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6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015798"/>
            <a:ext cx="7772400" cy="1169987"/>
          </a:xfrm>
        </p:spPr>
        <p:txBody>
          <a:bodyPr>
            <a:normAutofit/>
          </a:bodyPr>
          <a:lstStyle>
            <a:lvl1pPr>
              <a:defRPr sz="2800">
                <a:latin typeface="Big Vesta Pro" panose="020B050406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484270"/>
            <a:ext cx="6400800" cy="57359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  <a:latin typeface="Big Vesta Pro" panose="020B0504060504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Bild 9" descr="FvSRI-logo-300.png">
            <a:extLst>
              <a:ext uri="{FF2B5EF4-FFF2-40B4-BE49-F238E27FC236}">
                <a16:creationId xmlns:a16="http://schemas.microsoft.com/office/drawing/2014/main" id="{48F24B33-79C2-40E8-BE08-E15FAD2467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78480" y="1693106"/>
            <a:ext cx="2987040" cy="183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algn="just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AB8F7B7-8DF3-3712-28A9-CB2FAEC62063}"/>
              </a:ext>
            </a:extLst>
          </p:cNvPr>
          <p:cNvSpPr txBox="1"/>
          <p:nvPr userDrawn="1"/>
        </p:nvSpPr>
        <p:spPr>
          <a:xfrm>
            <a:off x="8006963" y="6367918"/>
            <a:ext cx="6798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Big Vesta Pro" panose="020B0504060504020204" pitchFamily="34" charset="0"/>
              </a:rPr>
              <a:t>Seite </a:t>
            </a:r>
            <a:fld id="{2146CD20-B4E9-4569-A29A-63F4C6EBF5EB}" type="slidenum">
              <a:rPr lang="de-DE" sz="800" smtClean="0">
                <a:latin typeface="Big Vesta Pro" panose="020B0504060504020204" pitchFamily="34" charset="0"/>
              </a:rPr>
              <a:t>‹Nr.›</a:t>
            </a:fld>
            <a:endParaRPr lang="de-DE" sz="800" dirty="0">
              <a:latin typeface="Big Vesta Pro" panose="020B050406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20BC7E3-84DA-E1C5-EC3A-ADBCF8EFC347}"/>
              </a:ext>
            </a:extLst>
          </p:cNvPr>
          <p:cNvSpPr txBox="1"/>
          <p:nvPr userDrawn="1"/>
        </p:nvSpPr>
        <p:spPr>
          <a:xfrm>
            <a:off x="8006963" y="6367918"/>
            <a:ext cx="6798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Big Vesta Pro" panose="020B0504060504020204" pitchFamily="34" charset="0"/>
              </a:rPr>
              <a:t>Seite </a:t>
            </a:r>
            <a:fld id="{2146CD20-B4E9-4569-A29A-63F4C6EBF5EB}" type="slidenum">
              <a:rPr lang="de-DE" sz="800" smtClean="0">
                <a:latin typeface="Big Vesta Pro" panose="020B0504060504020204" pitchFamily="34" charset="0"/>
              </a:rPr>
              <a:t>‹Nr.›</a:t>
            </a:fld>
            <a:endParaRPr lang="de-DE" sz="800" dirty="0">
              <a:latin typeface="Big Vesta Pro" panose="020B050406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5944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99127"/>
            <a:ext cx="8229600" cy="3703782"/>
          </a:xfrm>
        </p:spPr>
        <p:txBody>
          <a:bodyPr>
            <a:normAutofit/>
          </a:bodyPr>
          <a:lstStyle>
            <a:lvl1pPr algn="just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4941454"/>
            <a:ext cx="8229600" cy="1237676"/>
          </a:xfrm>
        </p:spPr>
        <p:txBody>
          <a:bodyPr anchor="t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 algn="just"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BA6E003-4F6D-F547-E082-493B7CF04219}"/>
              </a:ext>
            </a:extLst>
          </p:cNvPr>
          <p:cNvSpPr txBox="1"/>
          <p:nvPr userDrawn="1"/>
        </p:nvSpPr>
        <p:spPr>
          <a:xfrm>
            <a:off x="8006963" y="6367918"/>
            <a:ext cx="6798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Big Vesta Pro" panose="020B0504060504020204" pitchFamily="34" charset="0"/>
              </a:rPr>
              <a:t>Seite </a:t>
            </a:r>
            <a:fld id="{2146CD20-B4E9-4569-A29A-63F4C6EBF5EB}" type="slidenum">
              <a:rPr lang="de-DE" sz="800" smtClean="0">
                <a:latin typeface="Big Vesta Pro" panose="020B0504060504020204" pitchFamily="34" charset="0"/>
              </a:rPr>
              <a:t>‹Nr.›</a:t>
            </a:fld>
            <a:endParaRPr lang="de-DE" sz="800" dirty="0">
              <a:latin typeface="Big Vesta Pro" panose="020B050406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1600"/>
            </a:lvl1pPr>
            <a:lvl2pPr algn="just"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 algn="just"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EE4ED4A-5F89-F5C9-1460-C052E8599BFD}"/>
              </a:ext>
            </a:extLst>
          </p:cNvPr>
          <p:cNvSpPr txBox="1"/>
          <p:nvPr userDrawn="1"/>
        </p:nvSpPr>
        <p:spPr>
          <a:xfrm>
            <a:off x="8006963" y="6367918"/>
            <a:ext cx="6798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Big Vesta Pro" panose="020B0504060504020204" pitchFamily="34" charset="0"/>
              </a:rPr>
              <a:t>Seite </a:t>
            </a:r>
            <a:fld id="{2146CD20-B4E9-4569-A29A-63F4C6EBF5EB}" type="slidenum">
              <a:rPr lang="de-DE" sz="800" smtClean="0">
                <a:latin typeface="Big Vesta Pro" panose="020B0504060504020204" pitchFamily="34" charset="0"/>
              </a:rPr>
              <a:t>‹Nr.›</a:t>
            </a:fld>
            <a:endParaRPr lang="de-DE" sz="800" dirty="0">
              <a:latin typeface="Big Vesta Pro" panose="020B050406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4DFEA30-FA7E-ED81-05EA-FA27C3F13D30}"/>
              </a:ext>
            </a:extLst>
          </p:cNvPr>
          <p:cNvSpPr txBox="1"/>
          <p:nvPr userDrawn="1"/>
        </p:nvSpPr>
        <p:spPr>
          <a:xfrm>
            <a:off x="8006963" y="6367918"/>
            <a:ext cx="6798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Big Vesta Pro" panose="020B0504060504020204" pitchFamily="34" charset="0"/>
              </a:rPr>
              <a:t>Seite </a:t>
            </a:r>
            <a:fld id="{2146CD20-B4E9-4569-A29A-63F4C6EBF5EB}" type="slidenum">
              <a:rPr lang="de-DE" sz="800" smtClean="0">
                <a:latin typeface="Big Vesta Pro" panose="020B0504060504020204" pitchFamily="34" charset="0"/>
              </a:rPr>
              <a:t>‹Nr.›</a:t>
            </a:fld>
            <a:endParaRPr lang="de-DE" sz="800" dirty="0">
              <a:latin typeface="Big Vesta Pro" panose="020B050406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E92C2568-59A4-0770-46CD-6206F93E98A7}"/>
              </a:ext>
            </a:extLst>
          </p:cNvPr>
          <p:cNvSpPr txBox="1"/>
          <p:nvPr userDrawn="1"/>
        </p:nvSpPr>
        <p:spPr>
          <a:xfrm>
            <a:off x="8006963" y="6367918"/>
            <a:ext cx="6798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Big Vesta Pro" panose="020B0504060504020204" pitchFamily="34" charset="0"/>
              </a:rPr>
              <a:t>Seite </a:t>
            </a:r>
            <a:fld id="{2146CD20-B4E9-4569-A29A-63F4C6EBF5EB}" type="slidenum">
              <a:rPr lang="de-DE" sz="800" smtClean="0">
                <a:latin typeface="Big Vesta Pro" panose="020B0504060504020204" pitchFamily="34" charset="0"/>
              </a:rPr>
              <a:t>‹Nr.›</a:t>
            </a:fld>
            <a:endParaRPr lang="de-DE" sz="800" dirty="0">
              <a:latin typeface="Big Vesta Pro" panose="020B050406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 algn="just"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 algn="just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700924A-6812-CA70-6798-F69A191F1591}"/>
              </a:ext>
            </a:extLst>
          </p:cNvPr>
          <p:cNvSpPr txBox="1"/>
          <p:nvPr userDrawn="1"/>
        </p:nvSpPr>
        <p:spPr>
          <a:xfrm>
            <a:off x="8006963" y="6367918"/>
            <a:ext cx="6798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Big Vesta Pro" panose="020B0504060504020204" pitchFamily="34" charset="0"/>
              </a:rPr>
              <a:t>Seite </a:t>
            </a:r>
            <a:fld id="{2146CD20-B4E9-4569-A29A-63F4C6EBF5EB}" type="slidenum">
              <a:rPr lang="de-DE" sz="800" smtClean="0">
                <a:latin typeface="Big Vesta Pro" panose="020B0504060504020204" pitchFamily="34" charset="0"/>
              </a:rPr>
              <a:t>‹Nr.›</a:t>
            </a:fld>
            <a:endParaRPr lang="de-DE" sz="800" dirty="0">
              <a:latin typeface="Big Vesta Pro" panose="020B050406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just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1F6B3CC-56DD-BB6B-F830-3521ED07CA9A}"/>
              </a:ext>
            </a:extLst>
          </p:cNvPr>
          <p:cNvSpPr txBox="1"/>
          <p:nvPr userDrawn="1"/>
        </p:nvSpPr>
        <p:spPr>
          <a:xfrm>
            <a:off x="8006963" y="6367918"/>
            <a:ext cx="6798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Big Vesta Pro" panose="020B0504060504020204" pitchFamily="34" charset="0"/>
              </a:rPr>
              <a:t>Seite </a:t>
            </a:r>
            <a:fld id="{2146CD20-B4E9-4569-A29A-63F4C6EBF5EB}" type="slidenum">
              <a:rPr lang="de-DE" sz="800" smtClean="0">
                <a:latin typeface="Big Vesta Pro" panose="020B0504060504020204" pitchFamily="34" charset="0"/>
              </a:rPr>
              <a:t>‹Nr.›</a:t>
            </a:fld>
            <a:endParaRPr lang="de-DE" sz="800" dirty="0">
              <a:latin typeface="Big Vesta Pro" panose="020B050406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31DB020-051B-5C0F-AFAD-0C8166D93557}"/>
              </a:ext>
            </a:extLst>
          </p:cNvPr>
          <p:cNvSpPr txBox="1"/>
          <p:nvPr userDrawn="1"/>
        </p:nvSpPr>
        <p:spPr>
          <a:xfrm>
            <a:off x="8006963" y="6367918"/>
            <a:ext cx="6798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Big Vesta Pro" panose="020B0504060504020204" pitchFamily="34" charset="0"/>
              </a:rPr>
              <a:t>Seite </a:t>
            </a:r>
            <a:fld id="{2146CD20-B4E9-4569-A29A-63F4C6EBF5EB}" type="slidenum">
              <a:rPr lang="de-DE" sz="800" smtClean="0">
                <a:latin typeface="Big Vesta Pro" panose="020B0504060504020204" pitchFamily="34" charset="0"/>
              </a:rPr>
              <a:t>‹Nr.›</a:t>
            </a:fld>
            <a:endParaRPr lang="de-DE" sz="800" dirty="0">
              <a:latin typeface="Big Vesta Pro" panose="020B050406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0F7B655-3A00-8BBD-49EF-B0E5FBD5526F}"/>
              </a:ext>
            </a:extLst>
          </p:cNvPr>
          <p:cNvSpPr txBox="1"/>
          <p:nvPr userDrawn="1"/>
        </p:nvSpPr>
        <p:spPr>
          <a:xfrm>
            <a:off x="8006963" y="6367918"/>
            <a:ext cx="6798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Big Vesta Pro" panose="020B0504060504020204" pitchFamily="34" charset="0"/>
              </a:rPr>
              <a:t>Seite </a:t>
            </a:r>
            <a:fld id="{2146CD20-B4E9-4569-A29A-63F4C6EBF5EB}" type="slidenum">
              <a:rPr lang="de-DE" sz="800" smtClean="0">
                <a:latin typeface="Big Vesta Pro" panose="020B0504060504020204" pitchFamily="34" charset="0"/>
              </a:rPr>
              <a:t>‹Nr.›</a:t>
            </a:fld>
            <a:endParaRPr lang="de-DE" sz="800" dirty="0">
              <a:latin typeface="Big Vesta Pro" panose="020B050406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DBA5D-7D0E-4946-AB18-76F9FE103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0A8FCA-D42B-4C72-81B5-D0B69DDFE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39607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CBD4A6-6485-47CF-9CFC-293A0F492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C1ED6E-2BB1-49A4-BC5B-FCA286025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56672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FE7C05-AEEC-4391-99A8-37311BB91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BC8770-0D67-4B51-8173-47E53E7C0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7079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BADF72-A3AE-47C7-8539-2FA8FF69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1C9205-429A-47AE-98EA-39D3383E4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>
            <a:lvl3pPr algn="just"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4A2917D-3D47-4442-8B07-90C050CED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>
            <a:lvl1pPr algn="just"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383925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343447-6122-4551-8690-DFC9BE738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3FAC17-8775-43B5-B5CB-2D18FD9FE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899B876-5AE2-4001-8C5A-B8FAE6AEB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 algn="just"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878957-59D5-42B2-9461-03348EC1A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4AADDCB-C567-49F3-85A1-F70C15DB6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 algn="just"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6545120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29A35E-F69E-4388-8B5F-C7259CED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88173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863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1DA3D8-024F-4B1A-8C8C-EECC577FD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1F6CEE-6936-489E-99D9-C8F3B5CCF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DDEB07-35E4-4DA6-873C-E3F6E40DA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578945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6EE6EE-EF22-44BA-AF27-8F4D10ADC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8BC9E3A-64C4-4AF3-9FA7-C528794B8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 algn="just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A8E91D4-EA1A-4713-A8FF-154ABD87B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 algn="just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983094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8DAA22-F758-4593-A597-87224A342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64076F3-0A1F-4811-AF82-CD9B52E7F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40212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74037C8-C652-4C14-8F0C-2FB8FB5E9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6E97D96-6261-48C8-AB3A-7912C9091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0068905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FE527-A7F4-4923-AA4A-1546DEA8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073630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46617" y="5809436"/>
            <a:ext cx="8250071" cy="1885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-105853" algn="ctr" defTabSz="622158" rtl="0" eaLnBrk="1" fontAlgn="base" latinLnBrk="0" hangingPunct="1">
              <a:lnSpc>
                <a:spcPct val="100000"/>
              </a:lnSpc>
              <a:spcBef>
                <a:spcPts val="272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sz="1225" b="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-105853" algn="ctr" defTabSz="622158" rtl="0" eaLnBrk="1" fontAlgn="base" latinLnBrk="0" hangingPunct="1">
              <a:lnSpc>
                <a:spcPct val="100000"/>
              </a:lnSpc>
              <a:spcBef>
                <a:spcPts val="272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oder Name</a:t>
            </a:r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86171" y="6219389"/>
            <a:ext cx="2571658" cy="167610"/>
          </a:xfrm>
          <a:prstGeom prst="rect">
            <a:avLst/>
          </a:prstGeom>
        </p:spPr>
        <p:txBody>
          <a:bodyPr wrap="square" lIns="0" tIns="0" rIns="0" bIns="0" anchor="ctr" anchorCtr="1">
            <a:spAutoFit/>
          </a:bodyPr>
          <a:lstStyle>
            <a:lvl1pPr marL="0" marR="0" indent="-105853" algn="l" defTabSz="622158" rtl="0" eaLnBrk="1" fontAlgn="base" latinLnBrk="0" hangingPunct="1">
              <a:lnSpc>
                <a:spcPct val="100000"/>
              </a:lnSpc>
              <a:spcBef>
                <a:spcPts val="272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sz="1089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-105853" algn="l" defTabSz="622158" rtl="0" eaLnBrk="1" fontAlgn="base" latinLnBrk="0" hangingPunct="1">
              <a:lnSpc>
                <a:spcPct val="100000"/>
              </a:lnSpc>
              <a:spcBef>
                <a:spcPts val="272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Monat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46613" y="4291265"/>
            <a:ext cx="8250777" cy="711862"/>
          </a:xfrm>
        </p:spPr>
        <p:txBody>
          <a:bodyPr vert="horz" wrap="square" lIns="0" tIns="0" rIns="0" bIns="0" rtlCol="0" anchor="t" anchorCtr="0">
            <a:spAutoFit/>
          </a:bodyPr>
          <a:lstStyle>
            <a:lvl1pPr algn="ctr">
              <a:lnSpc>
                <a:spcPct val="100000"/>
              </a:lnSpc>
              <a:defRPr lang="de-DE" sz="231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Präsentationstitel</a:t>
            </a:r>
            <a:br>
              <a:rPr lang="de-DE" dirty="0"/>
            </a:br>
            <a:r>
              <a:rPr lang="de-DE" dirty="0"/>
              <a:t>maximal zweizeilig</a:t>
            </a:r>
          </a:p>
        </p:txBody>
      </p:sp>
      <p:pic>
        <p:nvPicPr>
          <p:cNvPr id="6" name="Bild 9" descr="FvSRI-logo-300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55856" y="1217392"/>
            <a:ext cx="2032288" cy="166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679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20"/>
          </p:nvPr>
        </p:nvSpPr>
        <p:spPr>
          <a:xfrm>
            <a:off x="446613" y="1339060"/>
            <a:ext cx="8250777" cy="48969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>
          <a:xfrm>
            <a:off x="446613" y="405964"/>
            <a:ext cx="8250777" cy="293157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 dirty="0"/>
              <a:t>Headline nur Einzeilig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de-DE"/>
              <a:t>Seite </a:t>
            </a:r>
            <a:fld id="{4E2A56A1-4814-47BE-AB31-71EF416E7969}" type="slidenum">
              <a:rPr lang="de-DE" smtClean="0"/>
              <a:pPr>
                <a:lnSpc>
                  <a:spcPct val="100000"/>
                </a:lnSpc>
              </a:pPr>
              <a:t>‹Nr.›</a:t>
            </a:fld>
            <a:r>
              <a:rPr lang="de-DE"/>
              <a:t> von XX</a:t>
            </a:r>
            <a:endParaRPr lang="de-DE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24" hasCustomPrompt="1"/>
          </p:nvPr>
        </p:nvSpPr>
        <p:spPr>
          <a:xfrm>
            <a:off x="446613" y="835740"/>
            <a:ext cx="8250777" cy="261214"/>
          </a:xfrm>
        </p:spPr>
        <p:txBody>
          <a:bodyPr vert="horz" lIns="0" tIns="0" rIns="0" bIns="0" rtlCol="0" anchor="ctr" anchorCtr="1">
            <a:noAutofit/>
          </a:bodyPr>
          <a:lstStyle>
            <a:lvl1pPr marL="194424" indent="-194424">
              <a:lnSpc>
                <a:spcPct val="100000"/>
              </a:lnSpc>
              <a:buNone/>
              <a:defRPr kumimoji="0" lang="de-DE" sz="1361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" charset="-128"/>
                <a:cs typeface="+mn-cs"/>
              </a:defRPr>
            </a:lvl1pPr>
            <a:lvl2pPr marL="181463" indent="0">
              <a:buNone/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R="0" lvl="0" indent="0" algn="ctr" defTabSz="622158" eaLnBrk="0" latinLnBrk="0" hangingPunct="0">
              <a:lnSpc>
                <a:spcPts val="1551"/>
              </a:lnSpc>
              <a:spcBef>
                <a:spcPct val="0"/>
              </a:spcBef>
              <a:buClrTx/>
              <a:buSzTx/>
              <a:tabLst/>
            </a:pPr>
            <a:r>
              <a:rPr lang="de-DE" dirty="0"/>
              <a:t>Subheadline nur Einzeilig</a:t>
            </a:r>
          </a:p>
        </p:txBody>
      </p:sp>
    </p:spTree>
    <p:extLst>
      <p:ext uri="{BB962C8B-B14F-4D97-AF65-F5344CB8AC3E}">
        <p14:creationId xmlns:p14="http://schemas.microsoft.com/office/powerpoint/2010/main" val="33495206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 bwMode="auto">
          <a:xfrm>
            <a:off x="4481361" y="3326491"/>
            <a:ext cx="184731" cy="1969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endParaRPr lang="nl-NL" sz="680" dirty="0">
              <a:solidFill>
                <a:srgbClr val="112253"/>
              </a:solidFill>
              <a:latin typeface="+mn-lt"/>
              <a:ea typeface="ＭＳ Ｐゴシック" charset="-128"/>
              <a:cs typeface="ArrowdynMedium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de-DE"/>
              <a:t>Seite </a:t>
            </a:r>
            <a:fld id="{4E2A56A1-4814-47BE-AB31-71EF416E7969}" type="slidenum">
              <a:rPr lang="de-DE" smtClean="0"/>
              <a:pPr>
                <a:lnSpc>
                  <a:spcPct val="100000"/>
                </a:lnSpc>
              </a:pPr>
              <a:t>‹Nr.›</a:t>
            </a:fld>
            <a:r>
              <a:rPr lang="de-DE"/>
              <a:t> von XX</a:t>
            </a:r>
            <a:endParaRPr lang="de-DE" dirty="0"/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903410" y="2529919"/>
            <a:ext cx="7347980" cy="179604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de-DE" sz="2313" baseline="0" dirty="0" smtClean="0">
                <a:solidFill>
                  <a:schemeClr val="tx2"/>
                </a:solidFill>
                <a:latin typeface="+mn-lt"/>
              </a:defRPr>
            </a:lvl1pPr>
          </a:lstStyle>
          <a:p>
            <a:pPr lvl="0" algn="ctr"/>
            <a:endParaRPr lang="de-DE" dirty="0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446611" y="625819"/>
            <a:ext cx="82542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446611" y="6230062"/>
            <a:ext cx="82542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4327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auto">
          <a:xfrm>
            <a:off x="446611" y="1333135"/>
            <a:ext cx="8254231" cy="48977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nl-NL" sz="680" dirty="0">
              <a:solidFill>
                <a:srgbClr val="112253"/>
              </a:solidFill>
              <a:latin typeface="+mn-lt"/>
              <a:ea typeface="ＭＳ Ｐゴシック" charset="-128"/>
              <a:cs typeface="ArrowdynMedium"/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20"/>
          </p:nvPr>
        </p:nvSpPr>
        <p:spPr>
          <a:xfrm>
            <a:off x="628609" y="1566555"/>
            <a:ext cx="7886782" cy="444193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de-DE"/>
              <a:t>Seite </a:t>
            </a:r>
            <a:fld id="{4E2A56A1-4814-47BE-AB31-71EF416E7969}" type="slidenum">
              <a:rPr lang="de-DE" smtClean="0"/>
              <a:pPr>
                <a:lnSpc>
                  <a:spcPct val="100000"/>
                </a:lnSpc>
              </a:pPr>
              <a:t>‹Nr.›</a:t>
            </a:fld>
            <a:r>
              <a:rPr lang="de-DE"/>
              <a:t> von XX</a:t>
            </a:r>
            <a:endParaRPr lang="de-DE" dirty="0"/>
          </a:p>
        </p:txBody>
      </p:sp>
      <p:sp>
        <p:nvSpPr>
          <p:cNvPr id="10" name="Textplatzhalter 13"/>
          <p:cNvSpPr>
            <a:spLocks noGrp="1"/>
          </p:cNvSpPr>
          <p:nvPr>
            <p:ph type="body" sz="quarter" idx="24" hasCustomPrompt="1"/>
          </p:nvPr>
        </p:nvSpPr>
        <p:spPr>
          <a:xfrm>
            <a:off x="446613" y="835740"/>
            <a:ext cx="8250777" cy="261214"/>
          </a:xfrm>
        </p:spPr>
        <p:txBody>
          <a:bodyPr vert="horz" lIns="0" tIns="0" rIns="0" bIns="0" rtlCol="0" anchor="ctr" anchorCtr="1">
            <a:noAutofit/>
          </a:bodyPr>
          <a:lstStyle>
            <a:lvl1pPr marL="194424" indent="-194424">
              <a:lnSpc>
                <a:spcPct val="100000"/>
              </a:lnSpc>
              <a:buNone/>
              <a:defRPr kumimoji="0" lang="de-DE" sz="1361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" charset="-128"/>
                <a:cs typeface="+mn-cs"/>
              </a:defRPr>
            </a:lvl1pPr>
            <a:lvl2pPr marL="181463" indent="0">
              <a:buNone/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R="0" lvl="0" indent="0" algn="ctr" defTabSz="622158" eaLnBrk="0" latinLnBrk="0" hangingPunct="0">
              <a:lnSpc>
                <a:spcPts val="1551"/>
              </a:lnSpc>
              <a:spcBef>
                <a:spcPct val="0"/>
              </a:spcBef>
              <a:buClrTx/>
              <a:buSzTx/>
              <a:tabLst/>
            </a:pPr>
            <a:r>
              <a:rPr lang="de-DE" dirty="0"/>
              <a:t>Subheadline nur Einzeilig</a:t>
            </a:r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446611" y="1339058"/>
            <a:ext cx="82542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/>
          <p:cNvCxnSpPr/>
          <p:nvPr userDrawn="1"/>
        </p:nvCxnSpPr>
        <p:spPr>
          <a:xfrm>
            <a:off x="446611" y="6224964"/>
            <a:ext cx="82542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9324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e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 bwMode="auto">
          <a:xfrm>
            <a:off x="446611" y="1333135"/>
            <a:ext cx="8254231" cy="48977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nl-NL" sz="680" dirty="0">
              <a:solidFill>
                <a:srgbClr val="112253"/>
              </a:solidFill>
              <a:latin typeface="+mn-lt"/>
              <a:ea typeface="ＭＳ Ｐゴシック" charset="-128"/>
              <a:cs typeface="ArrowdynMedium"/>
            </a:endParaRPr>
          </a:p>
        </p:txBody>
      </p:sp>
      <p:cxnSp>
        <p:nvCxnSpPr>
          <p:cNvPr id="17" name="Gerade Verbindung 16"/>
          <p:cNvCxnSpPr/>
          <p:nvPr userDrawn="1"/>
        </p:nvCxnSpPr>
        <p:spPr>
          <a:xfrm>
            <a:off x="446611" y="1339058"/>
            <a:ext cx="82542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7"/>
          <p:cNvCxnSpPr/>
          <p:nvPr userDrawn="1"/>
        </p:nvCxnSpPr>
        <p:spPr>
          <a:xfrm>
            <a:off x="446611" y="6224964"/>
            <a:ext cx="82542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platzhalter 3"/>
          <p:cNvSpPr>
            <a:spLocks noGrp="1"/>
          </p:cNvSpPr>
          <p:nvPr>
            <p:ph type="body" sz="quarter" idx="20"/>
          </p:nvPr>
        </p:nvSpPr>
        <p:spPr>
          <a:xfrm>
            <a:off x="628609" y="1566555"/>
            <a:ext cx="3758688" cy="4441934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3"/>
          <p:cNvSpPr>
            <a:spLocks noGrp="1"/>
          </p:cNvSpPr>
          <p:nvPr>
            <p:ph type="body" sz="quarter" idx="22"/>
          </p:nvPr>
        </p:nvSpPr>
        <p:spPr>
          <a:xfrm>
            <a:off x="4756724" y="1566555"/>
            <a:ext cx="3758667" cy="4441934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4572000" y="1566555"/>
            <a:ext cx="0" cy="4427569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de-DE"/>
              <a:t>Seite </a:t>
            </a:r>
            <a:fld id="{4E2A56A1-4814-47BE-AB31-71EF416E7969}" type="slidenum">
              <a:rPr lang="de-DE" smtClean="0"/>
              <a:pPr>
                <a:lnSpc>
                  <a:spcPct val="100000"/>
                </a:lnSpc>
              </a:pPr>
              <a:t>‹Nr.›</a:t>
            </a:fld>
            <a:r>
              <a:rPr lang="de-DE"/>
              <a:t> von XX</a:t>
            </a:r>
            <a:endParaRPr lang="de-DE" dirty="0"/>
          </a:p>
        </p:txBody>
      </p:sp>
      <p:sp>
        <p:nvSpPr>
          <p:cNvPr id="11" name="Textplatzhalter 13"/>
          <p:cNvSpPr>
            <a:spLocks noGrp="1"/>
          </p:cNvSpPr>
          <p:nvPr>
            <p:ph type="body" sz="quarter" idx="25" hasCustomPrompt="1"/>
          </p:nvPr>
        </p:nvSpPr>
        <p:spPr>
          <a:xfrm>
            <a:off x="446613" y="835740"/>
            <a:ext cx="8250777" cy="261214"/>
          </a:xfrm>
        </p:spPr>
        <p:txBody>
          <a:bodyPr vert="horz" lIns="0" tIns="0" rIns="0" bIns="0" rtlCol="0" anchor="ctr" anchorCtr="1">
            <a:noAutofit/>
          </a:bodyPr>
          <a:lstStyle>
            <a:lvl1pPr marL="194424" indent="-194424">
              <a:lnSpc>
                <a:spcPct val="100000"/>
              </a:lnSpc>
              <a:buNone/>
              <a:defRPr kumimoji="0" lang="de-DE" sz="1361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" charset="-128"/>
                <a:cs typeface="+mn-cs"/>
              </a:defRPr>
            </a:lvl1pPr>
            <a:lvl2pPr marL="181463" indent="0">
              <a:buNone/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R="0" lvl="0" indent="0" algn="ctr" defTabSz="622158" eaLnBrk="0" latinLnBrk="0" hangingPunct="0">
              <a:lnSpc>
                <a:spcPts val="1551"/>
              </a:lnSpc>
              <a:spcBef>
                <a:spcPct val="0"/>
              </a:spcBef>
              <a:buClrTx/>
              <a:buSzTx/>
              <a:tabLst/>
            </a:pPr>
            <a:r>
              <a:rPr lang="de-DE" dirty="0"/>
              <a:t>Subheadline nur Einzeilig</a:t>
            </a:r>
          </a:p>
        </p:txBody>
      </p:sp>
    </p:spTree>
    <p:extLst>
      <p:ext uri="{BB962C8B-B14F-4D97-AF65-F5344CB8AC3E}">
        <p14:creationId xmlns:p14="http://schemas.microsoft.com/office/powerpoint/2010/main" val="19569160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 bwMode="auto">
          <a:xfrm>
            <a:off x="446611" y="1333135"/>
            <a:ext cx="5448493" cy="48977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nl-NL" sz="680" dirty="0">
              <a:solidFill>
                <a:srgbClr val="112253"/>
              </a:solidFill>
              <a:latin typeface="+mn-lt"/>
              <a:ea typeface="ＭＳ Ｐゴシック" charset="-128"/>
              <a:cs typeface="ArrowdynMedium"/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20"/>
          </p:nvPr>
        </p:nvSpPr>
        <p:spPr>
          <a:xfrm>
            <a:off x="628609" y="1566556"/>
            <a:ext cx="5045710" cy="4441933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24"/>
          </p:nvPr>
        </p:nvSpPr>
        <p:spPr>
          <a:xfrm>
            <a:off x="5888680" y="1333135"/>
            <a:ext cx="2808710" cy="4896926"/>
          </a:xfrm>
          <a:pattFill prst="ltDn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0" rtlCol="0">
            <a:noAutofit/>
          </a:bodyPr>
          <a:lstStyle>
            <a:lvl1pPr marL="131776" indent="-116655">
              <a:buFont typeface="Arial" panose="020B0604020202020204" pitchFamily="34" charset="0"/>
              <a:buNone/>
              <a:defRPr lang="de-DE" baseline="0">
                <a:latin typeface="+mn-lt"/>
              </a:defRPr>
            </a:lvl1pPr>
          </a:lstStyle>
          <a:p>
            <a:pPr marL="15122" lvl="0" indent="0"/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de-DE"/>
              <a:t>Seite </a:t>
            </a:r>
            <a:fld id="{4E2A56A1-4814-47BE-AB31-71EF416E7969}" type="slidenum">
              <a:rPr lang="de-DE" smtClean="0"/>
              <a:pPr>
                <a:lnSpc>
                  <a:spcPct val="100000"/>
                </a:lnSpc>
              </a:pPr>
              <a:t>‹Nr.›</a:t>
            </a:fld>
            <a:r>
              <a:rPr lang="de-DE"/>
              <a:t> von XX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27" hasCustomPrompt="1"/>
          </p:nvPr>
        </p:nvSpPr>
        <p:spPr>
          <a:xfrm>
            <a:off x="446613" y="835740"/>
            <a:ext cx="8250777" cy="261214"/>
          </a:xfrm>
        </p:spPr>
        <p:txBody>
          <a:bodyPr vert="horz" lIns="0" tIns="0" rIns="0" bIns="0" rtlCol="0" anchor="ctr" anchorCtr="1">
            <a:noAutofit/>
          </a:bodyPr>
          <a:lstStyle>
            <a:lvl1pPr marL="194424" indent="-194424">
              <a:lnSpc>
                <a:spcPct val="100000"/>
              </a:lnSpc>
              <a:buNone/>
              <a:defRPr kumimoji="0" lang="de-DE" sz="1361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" charset="-128"/>
                <a:cs typeface="+mn-cs"/>
              </a:defRPr>
            </a:lvl1pPr>
            <a:lvl2pPr marL="181463" indent="0">
              <a:buNone/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R="0" lvl="0" indent="0" algn="ctr" defTabSz="622158" eaLnBrk="0" latinLnBrk="0" hangingPunct="0">
              <a:lnSpc>
                <a:spcPts val="1551"/>
              </a:lnSpc>
              <a:spcBef>
                <a:spcPct val="0"/>
              </a:spcBef>
              <a:buClrTx/>
              <a:buSzTx/>
              <a:tabLst/>
            </a:pPr>
            <a:r>
              <a:rPr lang="de-DE" dirty="0"/>
              <a:t>Subheadline nur Einzeilig</a:t>
            </a:r>
          </a:p>
        </p:txBody>
      </p:sp>
      <p:cxnSp>
        <p:nvCxnSpPr>
          <p:cNvPr id="12" name="Gerade Verbindung 11"/>
          <p:cNvCxnSpPr/>
          <p:nvPr userDrawn="1"/>
        </p:nvCxnSpPr>
        <p:spPr>
          <a:xfrm>
            <a:off x="446612" y="1339058"/>
            <a:ext cx="544206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2"/>
          <p:cNvCxnSpPr/>
          <p:nvPr userDrawn="1"/>
        </p:nvCxnSpPr>
        <p:spPr>
          <a:xfrm>
            <a:off x="446612" y="6224964"/>
            <a:ext cx="544206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2964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link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 bwMode="auto">
          <a:xfrm>
            <a:off x="3248896" y="1333135"/>
            <a:ext cx="5451946" cy="48977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nl-NL" sz="680" dirty="0">
              <a:solidFill>
                <a:srgbClr val="112253"/>
              </a:solidFill>
              <a:latin typeface="+mn-lt"/>
              <a:ea typeface="ＭＳ Ｐゴシック" charset="-128"/>
              <a:cs typeface="ArrowdynMedium"/>
            </a:endParaRPr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3255320" y="1339058"/>
            <a:ext cx="544206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3255320" y="6224964"/>
            <a:ext cx="544206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platzhalter 3"/>
          <p:cNvSpPr>
            <a:spLocks noGrp="1"/>
          </p:cNvSpPr>
          <p:nvPr>
            <p:ph type="body" sz="quarter" idx="20"/>
          </p:nvPr>
        </p:nvSpPr>
        <p:spPr>
          <a:xfrm>
            <a:off x="3420688" y="1566556"/>
            <a:ext cx="5094702" cy="4441933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Bildplatzhalter 4"/>
          <p:cNvSpPr>
            <a:spLocks noGrp="1"/>
          </p:cNvSpPr>
          <p:nvPr>
            <p:ph type="pic" sz="quarter" idx="24"/>
          </p:nvPr>
        </p:nvSpPr>
        <p:spPr>
          <a:xfrm>
            <a:off x="446612" y="1333135"/>
            <a:ext cx="2802284" cy="4896926"/>
          </a:xfrm>
          <a:pattFill prst="ltDn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0" rtlCol="0">
            <a:noAutofit/>
          </a:bodyPr>
          <a:lstStyle>
            <a:lvl1pPr marL="131776" indent="-116655">
              <a:buFont typeface="Arial" panose="020B0604020202020204" pitchFamily="34" charset="0"/>
              <a:buNone/>
              <a:defRPr lang="de-DE" baseline="0">
                <a:latin typeface="+mn-lt"/>
              </a:defRPr>
            </a:lvl1pPr>
          </a:lstStyle>
          <a:p>
            <a:pPr marL="15122" lvl="0" indent="0"/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de-DE"/>
              <a:t>Seite </a:t>
            </a:r>
            <a:fld id="{4E2A56A1-4814-47BE-AB31-71EF416E7969}" type="slidenum">
              <a:rPr lang="de-DE" smtClean="0"/>
              <a:pPr>
                <a:lnSpc>
                  <a:spcPct val="100000"/>
                </a:lnSpc>
              </a:pPr>
              <a:t>‹Nr.›</a:t>
            </a:fld>
            <a:r>
              <a:rPr lang="de-DE"/>
              <a:t> von XX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27" hasCustomPrompt="1"/>
          </p:nvPr>
        </p:nvSpPr>
        <p:spPr>
          <a:xfrm>
            <a:off x="446613" y="835740"/>
            <a:ext cx="8250777" cy="261214"/>
          </a:xfrm>
        </p:spPr>
        <p:txBody>
          <a:bodyPr vert="horz" lIns="0" tIns="0" rIns="0" bIns="0" rtlCol="0" anchor="ctr" anchorCtr="1">
            <a:noAutofit/>
          </a:bodyPr>
          <a:lstStyle>
            <a:lvl1pPr marL="194424" indent="-194424">
              <a:lnSpc>
                <a:spcPct val="100000"/>
              </a:lnSpc>
              <a:buNone/>
              <a:defRPr kumimoji="0" lang="de-DE" sz="1361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" charset="-128"/>
                <a:cs typeface="+mn-cs"/>
              </a:defRPr>
            </a:lvl1pPr>
            <a:lvl2pPr marL="181463" indent="0">
              <a:buNone/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R="0" lvl="0" indent="0" algn="ctr" defTabSz="622158" eaLnBrk="0" latinLnBrk="0" hangingPunct="0">
              <a:lnSpc>
                <a:spcPts val="1551"/>
              </a:lnSpc>
              <a:spcBef>
                <a:spcPct val="0"/>
              </a:spcBef>
              <a:buClrTx/>
              <a:buSzTx/>
              <a:tabLst/>
            </a:pPr>
            <a:r>
              <a:rPr lang="de-DE" dirty="0"/>
              <a:t>Subheadline nur Einzeilig</a:t>
            </a:r>
          </a:p>
        </p:txBody>
      </p:sp>
    </p:spTree>
    <p:extLst>
      <p:ext uri="{BB962C8B-B14F-4D97-AF65-F5344CB8AC3E}">
        <p14:creationId xmlns:p14="http://schemas.microsoft.com/office/powerpoint/2010/main" val="39917396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s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 bwMode="auto">
          <a:xfrm>
            <a:off x="446611" y="1333135"/>
            <a:ext cx="2646753" cy="48977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nl-NL" sz="680" dirty="0">
              <a:solidFill>
                <a:srgbClr val="112253"/>
              </a:solidFill>
              <a:latin typeface="+mn-lt"/>
              <a:ea typeface="ＭＳ Ｐゴシック" charset="-128"/>
              <a:cs typeface="ArrowdynMedium"/>
            </a:endParaRPr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446612" y="1339058"/>
            <a:ext cx="26436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446612" y="6224964"/>
            <a:ext cx="26436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platzhalter 3"/>
          <p:cNvSpPr>
            <a:spLocks noGrp="1"/>
          </p:cNvSpPr>
          <p:nvPr>
            <p:ph type="body" sz="quarter" idx="20"/>
          </p:nvPr>
        </p:nvSpPr>
        <p:spPr>
          <a:xfrm>
            <a:off x="628609" y="1566556"/>
            <a:ext cx="2277874" cy="4441933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24"/>
          </p:nvPr>
        </p:nvSpPr>
        <p:spPr>
          <a:xfrm>
            <a:off x="3093365" y="1333135"/>
            <a:ext cx="5604025" cy="4896926"/>
          </a:xfrm>
          <a:pattFill prst="ltDn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0" rtlCol="0">
            <a:noAutofit/>
          </a:bodyPr>
          <a:lstStyle>
            <a:lvl1pPr marL="120975" indent="-105853">
              <a:buNone/>
              <a:defRPr lang="de-DE" baseline="0">
                <a:latin typeface="+mn-lt"/>
              </a:defRPr>
            </a:lvl1pPr>
          </a:lstStyle>
          <a:p>
            <a:pPr marL="15122" lvl="0" indent="0"/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de-DE"/>
              <a:t>Seite </a:t>
            </a:r>
            <a:fld id="{4E2A56A1-4814-47BE-AB31-71EF416E7969}" type="slidenum">
              <a:rPr lang="de-DE" smtClean="0"/>
              <a:pPr>
                <a:lnSpc>
                  <a:spcPct val="100000"/>
                </a:lnSpc>
              </a:pPr>
              <a:t>‹Nr.›</a:t>
            </a:fld>
            <a:r>
              <a:rPr lang="de-DE"/>
              <a:t> von XX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27" hasCustomPrompt="1"/>
          </p:nvPr>
        </p:nvSpPr>
        <p:spPr>
          <a:xfrm>
            <a:off x="446613" y="835740"/>
            <a:ext cx="8250777" cy="261214"/>
          </a:xfrm>
        </p:spPr>
        <p:txBody>
          <a:bodyPr vert="horz" lIns="0" tIns="0" rIns="0" bIns="0" rtlCol="0" anchor="ctr" anchorCtr="1">
            <a:noAutofit/>
          </a:bodyPr>
          <a:lstStyle>
            <a:lvl1pPr marL="194424" indent="-194424">
              <a:lnSpc>
                <a:spcPct val="100000"/>
              </a:lnSpc>
              <a:buNone/>
              <a:defRPr kumimoji="0" lang="de-DE" sz="1361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" charset="-128"/>
                <a:cs typeface="+mn-cs"/>
              </a:defRPr>
            </a:lvl1pPr>
            <a:lvl2pPr marL="181463" indent="0">
              <a:buNone/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R="0" lvl="0" indent="0" algn="ctr" defTabSz="622158" eaLnBrk="0" latinLnBrk="0" hangingPunct="0">
              <a:lnSpc>
                <a:spcPts val="1551"/>
              </a:lnSpc>
              <a:spcBef>
                <a:spcPct val="0"/>
              </a:spcBef>
              <a:buClrTx/>
              <a:buSzTx/>
              <a:tabLst/>
            </a:pPr>
            <a:r>
              <a:rPr lang="de-DE" dirty="0"/>
              <a:t>Subheadline nur Einzeilig</a:t>
            </a:r>
          </a:p>
        </p:txBody>
      </p:sp>
    </p:spTree>
    <p:extLst>
      <p:ext uri="{BB962C8B-B14F-4D97-AF65-F5344CB8AC3E}">
        <p14:creationId xmlns:p14="http://schemas.microsoft.com/office/powerpoint/2010/main" val="1925684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s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 bwMode="auto">
          <a:xfrm>
            <a:off x="6050637" y="1333135"/>
            <a:ext cx="2650205" cy="48977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nl-NL" sz="680" dirty="0">
              <a:solidFill>
                <a:srgbClr val="112253"/>
              </a:solidFill>
              <a:latin typeface="+mn-lt"/>
              <a:ea typeface="ＭＳ Ｐゴシック" charset="-128"/>
              <a:cs typeface="ArrowdynMedium"/>
            </a:endParaRP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27" hasCustomPrompt="1"/>
          </p:nvPr>
        </p:nvSpPr>
        <p:spPr>
          <a:xfrm>
            <a:off x="446613" y="835740"/>
            <a:ext cx="8250777" cy="261214"/>
          </a:xfrm>
        </p:spPr>
        <p:txBody>
          <a:bodyPr vert="horz" lIns="0" tIns="0" rIns="0" bIns="0" rtlCol="0" anchor="ctr" anchorCtr="1">
            <a:noAutofit/>
          </a:bodyPr>
          <a:lstStyle>
            <a:lvl1pPr marL="194424" indent="-194424">
              <a:lnSpc>
                <a:spcPct val="100000"/>
              </a:lnSpc>
              <a:buNone/>
              <a:defRPr kumimoji="0" lang="de-DE" sz="1361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" charset="-128"/>
                <a:cs typeface="+mn-cs"/>
              </a:defRPr>
            </a:lvl1pPr>
            <a:lvl2pPr marL="181463" indent="0">
              <a:buNone/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R="0" lvl="0" indent="0" algn="ctr" defTabSz="622158" eaLnBrk="0" latinLnBrk="0" hangingPunct="0">
              <a:lnSpc>
                <a:spcPts val="1551"/>
              </a:lnSpc>
              <a:spcBef>
                <a:spcPct val="0"/>
              </a:spcBef>
              <a:buClrTx/>
              <a:buSzTx/>
              <a:tabLst/>
            </a:pPr>
            <a:r>
              <a:rPr lang="de-DE" dirty="0"/>
              <a:t>Subheadline nur Einzeilig</a:t>
            </a:r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6053758" y="1339058"/>
            <a:ext cx="26436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6053758" y="6224964"/>
            <a:ext cx="26436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platzhalter 3"/>
          <p:cNvSpPr>
            <a:spLocks noGrp="1"/>
          </p:cNvSpPr>
          <p:nvPr>
            <p:ph type="body" sz="quarter" idx="20"/>
          </p:nvPr>
        </p:nvSpPr>
        <p:spPr>
          <a:xfrm>
            <a:off x="6237727" y="1566556"/>
            <a:ext cx="2277664" cy="4441933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Bildplatzhalter 4"/>
          <p:cNvSpPr>
            <a:spLocks noGrp="1"/>
          </p:cNvSpPr>
          <p:nvPr>
            <p:ph type="pic" sz="quarter" idx="24"/>
          </p:nvPr>
        </p:nvSpPr>
        <p:spPr>
          <a:xfrm>
            <a:off x="446613" y="1333135"/>
            <a:ext cx="5607145" cy="4896926"/>
          </a:xfrm>
          <a:pattFill prst="ltDn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0" rtlCol="0">
            <a:noAutofit/>
          </a:bodyPr>
          <a:lstStyle>
            <a:lvl1pPr marL="120975" indent="-105853">
              <a:buNone/>
              <a:defRPr lang="de-DE" baseline="0">
                <a:latin typeface="+mn-lt"/>
              </a:defRPr>
            </a:lvl1pPr>
          </a:lstStyle>
          <a:p>
            <a:pPr marL="15122" lvl="0" indent="0"/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de-DE"/>
              <a:t>Seite </a:t>
            </a:r>
            <a:fld id="{4E2A56A1-4814-47BE-AB31-71EF416E7969}" type="slidenum">
              <a:rPr lang="de-DE" smtClean="0"/>
              <a:pPr>
                <a:lnSpc>
                  <a:spcPct val="100000"/>
                </a:lnSpc>
              </a:pPr>
              <a:t>‹Nr.›</a:t>
            </a:fld>
            <a:r>
              <a:rPr lang="de-DE"/>
              <a:t> von XX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19562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 bwMode="auto">
          <a:xfrm>
            <a:off x="446611" y="1333135"/>
            <a:ext cx="8254231" cy="48977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nl-NL" sz="680" dirty="0">
              <a:solidFill>
                <a:srgbClr val="112253"/>
              </a:solidFill>
              <a:latin typeface="+mn-lt"/>
              <a:ea typeface="ＭＳ Ｐゴシック" charset="-128"/>
              <a:cs typeface="ArrowdynMedium"/>
            </a:endParaRPr>
          </a:p>
        </p:txBody>
      </p:sp>
      <p:cxnSp>
        <p:nvCxnSpPr>
          <p:cNvPr id="16" name="Gerade Verbindung 15"/>
          <p:cNvCxnSpPr/>
          <p:nvPr userDrawn="1"/>
        </p:nvCxnSpPr>
        <p:spPr>
          <a:xfrm>
            <a:off x="446611" y="1339058"/>
            <a:ext cx="82542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 userDrawn="1"/>
        </p:nvCxnSpPr>
        <p:spPr>
          <a:xfrm>
            <a:off x="446611" y="6224964"/>
            <a:ext cx="82542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14"/>
          <p:cNvSpPr>
            <a:spLocks noGrp="1"/>
          </p:cNvSpPr>
          <p:nvPr>
            <p:ph sz="quarter" idx="23"/>
          </p:nvPr>
        </p:nvSpPr>
        <p:spPr>
          <a:xfrm>
            <a:off x="628609" y="1566555"/>
            <a:ext cx="7886782" cy="4441934"/>
          </a:xfrm>
          <a:pattFill prst="ltDn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0" rtlCol="0">
            <a:noAutofit/>
          </a:bodyPr>
          <a:lstStyle>
            <a:lvl1pPr marL="15122" marR="0" indent="0" algn="l" defTabSz="622158" rtl="0" eaLnBrk="1" fontAlgn="base" latinLnBrk="0" hangingPunct="1">
              <a:lnSpc>
                <a:spcPts val="1157"/>
              </a:lnSpc>
              <a:spcBef>
                <a:spcPts val="272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mtClean="0">
                <a:latin typeface="+mn-lt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endParaRPr lang="de-DE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de-DE"/>
              <a:t>Seite </a:t>
            </a:r>
            <a:fld id="{4E2A56A1-4814-47BE-AB31-71EF416E7969}" type="slidenum">
              <a:rPr lang="de-DE" smtClean="0"/>
              <a:pPr>
                <a:lnSpc>
                  <a:spcPct val="100000"/>
                </a:lnSpc>
              </a:pPr>
              <a:t>‹Nr.›</a:t>
            </a:fld>
            <a:r>
              <a:rPr lang="de-DE"/>
              <a:t> von XX</a:t>
            </a:r>
            <a:endParaRPr lang="de-DE" dirty="0"/>
          </a:p>
        </p:txBody>
      </p:sp>
      <p:sp>
        <p:nvSpPr>
          <p:cNvPr id="11" name="Textplatzhalter 13"/>
          <p:cNvSpPr>
            <a:spLocks noGrp="1"/>
          </p:cNvSpPr>
          <p:nvPr>
            <p:ph type="body" sz="quarter" idx="26" hasCustomPrompt="1"/>
          </p:nvPr>
        </p:nvSpPr>
        <p:spPr>
          <a:xfrm>
            <a:off x="446613" y="835740"/>
            <a:ext cx="8250777" cy="261214"/>
          </a:xfrm>
        </p:spPr>
        <p:txBody>
          <a:bodyPr vert="horz" lIns="0" tIns="0" rIns="0" bIns="0" rtlCol="0" anchor="ctr" anchorCtr="1">
            <a:noAutofit/>
          </a:bodyPr>
          <a:lstStyle>
            <a:lvl1pPr marL="194424" indent="-194424">
              <a:lnSpc>
                <a:spcPct val="100000"/>
              </a:lnSpc>
              <a:buNone/>
              <a:defRPr kumimoji="0" lang="de-DE" sz="1361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" charset="-128"/>
                <a:cs typeface="+mn-cs"/>
              </a:defRPr>
            </a:lvl1pPr>
            <a:lvl2pPr marL="181463" indent="0">
              <a:buNone/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R="0" lvl="0" indent="0" algn="ctr" defTabSz="622158" eaLnBrk="0" latinLnBrk="0" hangingPunct="0">
              <a:lnSpc>
                <a:spcPts val="1551"/>
              </a:lnSpc>
              <a:spcBef>
                <a:spcPct val="0"/>
              </a:spcBef>
              <a:buClrTx/>
              <a:buSzTx/>
              <a:tabLst/>
            </a:pPr>
            <a:r>
              <a:rPr lang="de-DE" dirty="0"/>
              <a:t>Subheadline nur Einzeilig</a:t>
            </a:r>
          </a:p>
        </p:txBody>
      </p:sp>
    </p:spTree>
    <p:extLst>
      <p:ext uri="{BB962C8B-B14F-4D97-AF65-F5344CB8AC3E}">
        <p14:creationId xmlns:p14="http://schemas.microsoft.com/office/powerpoint/2010/main" val="13828240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/>
          <p:cNvSpPr/>
          <p:nvPr userDrawn="1"/>
        </p:nvSpPr>
        <p:spPr bwMode="auto">
          <a:xfrm>
            <a:off x="446611" y="1333135"/>
            <a:ext cx="8254231" cy="48977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nl-NL" sz="680" dirty="0">
              <a:solidFill>
                <a:srgbClr val="112253"/>
              </a:solidFill>
              <a:latin typeface="+mn-lt"/>
              <a:ea typeface="ＭＳ Ｐゴシック" charset="-128"/>
              <a:cs typeface="ArrowdynMedium"/>
            </a:endParaRPr>
          </a:p>
        </p:txBody>
      </p:sp>
      <p:cxnSp>
        <p:nvCxnSpPr>
          <p:cNvPr id="19" name="Gerade Verbindung 18"/>
          <p:cNvCxnSpPr/>
          <p:nvPr userDrawn="1"/>
        </p:nvCxnSpPr>
        <p:spPr>
          <a:xfrm>
            <a:off x="446611" y="1339058"/>
            <a:ext cx="82542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/>
          <p:cNvCxnSpPr/>
          <p:nvPr userDrawn="1"/>
        </p:nvCxnSpPr>
        <p:spPr>
          <a:xfrm>
            <a:off x="446611" y="6224964"/>
            <a:ext cx="82542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14"/>
          <p:cNvSpPr>
            <a:spLocks noGrp="1"/>
          </p:cNvSpPr>
          <p:nvPr>
            <p:ph sz="quarter" idx="23"/>
          </p:nvPr>
        </p:nvSpPr>
        <p:spPr>
          <a:xfrm>
            <a:off x="628609" y="1566555"/>
            <a:ext cx="5266936" cy="4441934"/>
          </a:xfrm>
          <a:pattFill prst="ltDn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0" rtlCol="0">
            <a:noAutofit/>
          </a:bodyPr>
          <a:lstStyle>
            <a:lvl1pPr marL="15122" marR="0" indent="0" algn="l" defTabSz="622158" rtl="0" eaLnBrk="1" fontAlgn="base" latinLnBrk="0" hangingPunct="1">
              <a:lnSpc>
                <a:spcPts val="1157"/>
              </a:lnSpc>
              <a:spcBef>
                <a:spcPts val="272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mtClean="0">
                <a:latin typeface="+mn-lt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endParaRPr lang="de-DE" dirty="0"/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20"/>
          </p:nvPr>
        </p:nvSpPr>
        <p:spPr>
          <a:xfrm>
            <a:off x="6049978" y="3984140"/>
            <a:ext cx="2465413" cy="1763387"/>
          </a:xfrm>
        </p:spPr>
        <p:txBody>
          <a:bodyPr anchor="b" anchorCtr="0"/>
          <a:lstStyle>
            <a:lvl1pPr marL="0" indent="0">
              <a:lnSpc>
                <a:spcPts val="885"/>
              </a:lnSpc>
              <a:buNone/>
              <a:defRPr sz="680">
                <a:latin typeface="+mn-lt"/>
              </a:defRPr>
            </a:lvl1pPr>
            <a:lvl2pPr marL="181463" indent="0">
              <a:buNone/>
              <a:defRPr/>
            </a:lvl2pPr>
            <a:lvl3pPr marL="367246" indent="0">
              <a:buNone/>
              <a:defRPr/>
            </a:lvl3pPr>
            <a:lvl4pPr marL="548709" indent="0">
              <a:buNone/>
              <a:defRPr/>
            </a:lvl4pPr>
            <a:lvl5pPr marL="734492" indent="0">
              <a:buNone/>
              <a:defRPr/>
            </a:lvl5pPr>
          </a:lstStyle>
          <a:p>
            <a:pPr lvl="0"/>
            <a:endParaRPr lang="de-DE" dirty="0"/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24"/>
          </p:nvPr>
        </p:nvSpPr>
        <p:spPr>
          <a:xfrm>
            <a:off x="6049978" y="5897491"/>
            <a:ext cx="2465413" cy="104644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680" i="1">
                <a:latin typeface="+mn-lt"/>
              </a:defRPr>
            </a:lvl1pPr>
            <a:lvl2pPr marL="181463" indent="0">
              <a:buNone/>
              <a:defRPr/>
            </a:lvl2pPr>
            <a:lvl3pPr marL="367246" indent="0">
              <a:buNone/>
              <a:defRPr/>
            </a:lvl3pPr>
            <a:lvl4pPr marL="548709" indent="0">
              <a:buNone/>
              <a:defRPr/>
            </a:lvl4pPr>
            <a:lvl5pPr marL="734492" indent="0">
              <a:buNone/>
              <a:defRPr/>
            </a:lvl5pPr>
          </a:lstStyle>
          <a:p>
            <a:pPr lvl="0"/>
            <a:endParaRPr lang="de-DE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de-DE"/>
              <a:t>Seite </a:t>
            </a:r>
            <a:fld id="{4E2A56A1-4814-47BE-AB31-71EF416E7969}" type="slidenum">
              <a:rPr lang="de-DE" smtClean="0"/>
              <a:pPr>
                <a:lnSpc>
                  <a:spcPct val="100000"/>
                </a:lnSpc>
              </a:pPr>
              <a:t>‹Nr.›</a:t>
            </a:fld>
            <a:r>
              <a:rPr lang="de-DE"/>
              <a:t> von XX</a:t>
            </a:r>
            <a:endParaRPr lang="de-DE" dirty="0"/>
          </a:p>
        </p:txBody>
      </p:sp>
      <p:sp>
        <p:nvSpPr>
          <p:cNvPr id="12" name="Textplatzhalter 13"/>
          <p:cNvSpPr>
            <a:spLocks noGrp="1"/>
          </p:cNvSpPr>
          <p:nvPr>
            <p:ph type="body" sz="quarter" idx="27" hasCustomPrompt="1"/>
          </p:nvPr>
        </p:nvSpPr>
        <p:spPr>
          <a:xfrm>
            <a:off x="446613" y="835740"/>
            <a:ext cx="8250777" cy="261214"/>
          </a:xfrm>
        </p:spPr>
        <p:txBody>
          <a:bodyPr vert="horz" lIns="0" tIns="0" rIns="0" bIns="0" rtlCol="0" anchor="ctr" anchorCtr="1">
            <a:noAutofit/>
          </a:bodyPr>
          <a:lstStyle>
            <a:lvl1pPr marL="194424" indent="-194424">
              <a:lnSpc>
                <a:spcPct val="100000"/>
              </a:lnSpc>
              <a:buNone/>
              <a:defRPr kumimoji="0" lang="de-DE" sz="1361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" charset="-128"/>
                <a:cs typeface="+mn-cs"/>
              </a:defRPr>
            </a:lvl1pPr>
            <a:lvl2pPr marL="181463" indent="0">
              <a:buNone/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R="0" lvl="0" indent="0" algn="ctr" defTabSz="622158" eaLnBrk="0" latinLnBrk="0" hangingPunct="0">
              <a:lnSpc>
                <a:spcPts val="1551"/>
              </a:lnSpc>
              <a:spcBef>
                <a:spcPct val="0"/>
              </a:spcBef>
              <a:buClrTx/>
              <a:buSzTx/>
              <a:tabLst/>
            </a:pPr>
            <a:r>
              <a:rPr lang="de-DE" dirty="0"/>
              <a:t>Subheadline nur Einzeilig</a:t>
            </a:r>
          </a:p>
        </p:txBody>
      </p:sp>
    </p:spTree>
    <p:extLst>
      <p:ext uri="{BB962C8B-B14F-4D97-AF65-F5344CB8AC3E}">
        <p14:creationId xmlns:p14="http://schemas.microsoft.com/office/powerpoint/2010/main" val="24433187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ohn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 userDrawn="1"/>
        </p:nvSpPr>
        <p:spPr bwMode="auto">
          <a:xfrm>
            <a:off x="446611" y="1333135"/>
            <a:ext cx="8254231" cy="48977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nl-NL" sz="680" dirty="0">
              <a:solidFill>
                <a:srgbClr val="112253"/>
              </a:solidFill>
              <a:latin typeface="+mn-lt"/>
              <a:ea typeface="ＭＳ Ｐゴシック" charset="-128"/>
              <a:cs typeface="ArrowdynMedium"/>
            </a:endParaRPr>
          </a:p>
        </p:txBody>
      </p:sp>
      <p:cxnSp>
        <p:nvCxnSpPr>
          <p:cNvPr id="18" name="Gerade Verbindung 17"/>
          <p:cNvCxnSpPr/>
          <p:nvPr userDrawn="1"/>
        </p:nvCxnSpPr>
        <p:spPr>
          <a:xfrm>
            <a:off x="446611" y="1339058"/>
            <a:ext cx="82542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/>
          <p:cNvCxnSpPr/>
          <p:nvPr userDrawn="1"/>
        </p:nvCxnSpPr>
        <p:spPr>
          <a:xfrm>
            <a:off x="446611" y="6224964"/>
            <a:ext cx="82542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14"/>
          <p:cNvSpPr>
            <a:spLocks noGrp="1"/>
          </p:cNvSpPr>
          <p:nvPr>
            <p:ph sz="quarter" idx="23"/>
          </p:nvPr>
        </p:nvSpPr>
        <p:spPr>
          <a:xfrm>
            <a:off x="628609" y="1566555"/>
            <a:ext cx="6560616" cy="4441934"/>
          </a:xfrm>
          <a:pattFill prst="ltDn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0" rtlCol="0">
            <a:noAutofit/>
          </a:bodyPr>
          <a:lstStyle>
            <a:lvl1pPr marL="15122" marR="0" indent="0" algn="l" defTabSz="622158" rtl="0" eaLnBrk="1" fontAlgn="base" latinLnBrk="0" hangingPunct="1">
              <a:lnSpc>
                <a:spcPts val="1157"/>
              </a:lnSpc>
              <a:spcBef>
                <a:spcPts val="272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mtClean="0">
                <a:latin typeface="+mn-lt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endParaRPr lang="de-DE" dirty="0"/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24"/>
          </p:nvPr>
        </p:nvSpPr>
        <p:spPr>
          <a:xfrm>
            <a:off x="7342898" y="5903845"/>
            <a:ext cx="1175677" cy="104644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680" i="1">
                <a:latin typeface="+mn-lt"/>
              </a:defRPr>
            </a:lvl1pPr>
            <a:lvl2pPr marL="181463" indent="0">
              <a:buNone/>
              <a:defRPr/>
            </a:lvl2pPr>
            <a:lvl3pPr marL="367246" indent="0">
              <a:buNone/>
              <a:defRPr/>
            </a:lvl3pPr>
            <a:lvl4pPr marL="548709" indent="0">
              <a:buNone/>
              <a:defRPr/>
            </a:lvl4pPr>
            <a:lvl5pPr marL="734492" indent="0">
              <a:buNone/>
              <a:defRPr/>
            </a:lvl5pPr>
          </a:lstStyle>
          <a:p>
            <a:pPr lvl="0"/>
            <a:endParaRPr lang="de-DE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de-DE"/>
              <a:t>Seite </a:t>
            </a:r>
            <a:fld id="{4E2A56A1-4814-47BE-AB31-71EF416E7969}" type="slidenum">
              <a:rPr lang="de-DE" smtClean="0"/>
              <a:pPr>
                <a:lnSpc>
                  <a:spcPct val="100000"/>
                </a:lnSpc>
              </a:pPr>
              <a:t>‹Nr.›</a:t>
            </a:fld>
            <a:r>
              <a:rPr lang="de-DE"/>
              <a:t> von XX</a:t>
            </a:r>
            <a:endParaRPr lang="de-DE" dirty="0"/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27" hasCustomPrompt="1"/>
          </p:nvPr>
        </p:nvSpPr>
        <p:spPr>
          <a:xfrm>
            <a:off x="446613" y="835740"/>
            <a:ext cx="8250777" cy="261214"/>
          </a:xfrm>
        </p:spPr>
        <p:txBody>
          <a:bodyPr vert="horz" lIns="0" tIns="0" rIns="0" bIns="0" rtlCol="0" anchor="ctr" anchorCtr="1">
            <a:noAutofit/>
          </a:bodyPr>
          <a:lstStyle>
            <a:lvl1pPr marL="194424" indent="-194424">
              <a:lnSpc>
                <a:spcPct val="100000"/>
              </a:lnSpc>
              <a:buNone/>
              <a:defRPr kumimoji="0" lang="de-DE" sz="1361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" charset="-128"/>
                <a:cs typeface="+mn-cs"/>
              </a:defRPr>
            </a:lvl1pPr>
            <a:lvl2pPr marL="181463" indent="0">
              <a:buNone/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R="0" lvl="0" indent="0" algn="ctr" defTabSz="622158" eaLnBrk="0" latinLnBrk="0" hangingPunct="0">
              <a:lnSpc>
                <a:spcPts val="1551"/>
              </a:lnSpc>
              <a:spcBef>
                <a:spcPct val="0"/>
              </a:spcBef>
              <a:buClrTx/>
              <a:buSzTx/>
              <a:tabLst/>
            </a:pPr>
            <a:r>
              <a:rPr lang="de-DE" dirty="0"/>
              <a:t>Subheadline nur Einzeilig</a:t>
            </a:r>
          </a:p>
        </p:txBody>
      </p:sp>
    </p:spTree>
    <p:extLst>
      <p:ext uri="{BB962C8B-B14F-4D97-AF65-F5344CB8AC3E}">
        <p14:creationId xmlns:p14="http://schemas.microsoft.com/office/powerpoint/2010/main" val="21290538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 userDrawn="1"/>
        </p:nvSpPr>
        <p:spPr bwMode="auto">
          <a:xfrm>
            <a:off x="446611" y="1333135"/>
            <a:ext cx="8254231" cy="48977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nl-NL" sz="680" dirty="0">
              <a:solidFill>
                <a:srgbClr val="112253"/>
              </a:solidFill>
              <a:latin typeface="+mn-lt"/>
              <a:ea typeface="ＭＳ Ｐゴシック" charset="-128"/>
              <a:cs typeface="ArrowdynMedium"/>
            </a:endParaRPr>
          </a:p>
        </p:txBody>
      </p:sp>
      <p:cxnSp>
        <p:nvCxnSpPr>
          <p:cNvPr id="18" name="Gerade Verbindung 17"/>
          <p:cNvCxnSpPr/>
          <p:nvPr userDrawn="1"/>
        </p:nvCxnSpPr>
        <p:spPr>
          <a:xfrm>
            <a:off x="446611" y="1339058"/>
            <a:ext cx="82542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/>
          <p:cNvCxnSpPr/>
          <p:nvPr userDrawn="1"/>
        </p:nvCxnSpPr>
        <p:spPr>
          <a:xfrm>
            <a:off x="446611" y="6224964"/>
            <a:ext cx="8254231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tx2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14"/>
          <p:cNvSpPr>
            <a:spLocks noGrp="1"/>
          </p:cNvSpPr>
          <p:nvPr>
            <p:ph sz="quarter" idx="23"/>
          </p:nvPr>
        </p:nvSpPr>
        <p:spPr>
          <a:xfrm>
            <a:off x="628610" y="1926855"/>
            <a:ext cx="3705110" cy="3853327"/>
          </a:xfrm>
          <a:pattFill prst="ltDn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0" rtlCol="0">
            <a:noAutofit/>
          </a:bodyPr>
          <a:lstStyle>
            <a:lvl1pPr marL="15122" marR="0" indent="0" algn="l" defTabSz="622158" rtl="0" eaLnBrk="1" fontAlgn="base" latinLnBrk="0" hangingPunct="1">
              <a:lnSpc>
                <a:spcPts val="1157"/>
              </a:lnSpc>
              <a:spcBef>
                <a:spcPts val="272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mtClean="0">
                <a:latin typeface="+mn-lt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endParaRPr lang="de-DE" dirty="0"/>
          </a:p>
        </p:txBody>
      </p:sp>
      <p:sp>
        <p:nvSpPr>
          <p:cNvPr id="9" name="Inhaltsplatzhalter 14"/>
          <p:cNvSpPr>
            <a:spLocks noGrp="1"/>
          </p:cNvSpPr>
          <p:nvPr>
            <p:ph sz="quarter" idx="24"/>
          </p:nvPr>
        </p:nvSpPr>
        <p:spPr>
          <a:xfrm>
            <a:off x="4810281" y="1926855"/>
            <a:ext cx="3705110" cy="3853327"/>
          </a:xfrm>
          <a:pattFill prst="ltDn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0" rtlCol="0">
            <a:noAutofit/>
          </a:bodyPr>
          <a:lstStyle>
            <a:lvl1pPr marL="15122" marR="0" indent="0" algn="l" defTabSz="622158" rtl="0" eaLnBrk="1" fontAlgn="base" latinLnBrk="0" hangingPunct="1">
              <a:lnSpc>
                <a:spcPts val="1157"/>
              </a:lnSpc>
              <a:spcBef>
                <a:spcPts val="272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mtClean="0">
                <a:latin typeface="+mn-lt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endParaRPr lang="de-DE" dirty="0"/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25"/>
          </p:nvPr>
        </p:nvSpPr>
        <p:spPr>
          <a:xfrm>
            <a:off x="5868301" y="5891374"/>
            <a:ext cx="2647090" cy="104644"/>
          </a:xfrm>
        </p:spPr>
        <p:txBody>
          <a:bodyPr anchor="b" anchorCtr="0">
            <a:spAutoFit/>
          </a:bodyPr>
          <a:lstStyle>
            <a:lvl1pPr marL="15122" indent="0" algn="r">
              <a:lnSpc>
                <a:spcPct val="100000"/>
              </a:lnSpc>
              <a:buNone/>
              <a:defRPr sz="680" i="1">
                <a:latin typeface="+mn-lt"/>
              </a:defRPr>
            </a:lvl1pPr>
            <a:lvl2pPr marL="181463" indent="0">
              <a:buNone/>
              <a:defRPr/>
            </a:lvl2pPr>
            <a:lvl3pPr marL="367246" indent="0">
              <a:buNone/>
              <a:defRPr/>
            </a:lvl3pPr>
            <a:lvl4pPr marL="548709" indent="0">
              <a:buNone/>
              <a:defRPr/>
            </a:lvl4pPr>
            <a:lvl5pPr marL="734492" indent="0">
              <a:buNone/>
              <a:defRPr/>
            </a:lvl5pPr>
          </a:lstStyle>
          <a:p>
            <a:pPr lvl="0"/>
            <a:endParaRPr lang="de-DE" dirty="0"/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26"/>
          </p:nvPr>
        </p:nvSpPr>
        <p:spPr>
          <a:xfrm>
            <a:off x="1686630" y="5891374"/>
            <a:ext cx="2647090" cy="104644"/>
          </a:xfrm>
        </p:spPr>
        <p:txBody>
          <a:bodyPr anchor="b" anchorCtr="0">
            <a:spAutoFit/>
          </a:bodyPr>
          <a:lstStyle>
            <a:lvl1pPr marL="15122" indent="0" algn="r">
              <a:lnSpc>
                <a:spcPct val="100000"/>
              </a:lnSpc>
              <a:buNone/>
              <a:defRPr sz="680" i="1">
                <a:latin typeface="+mn-lt"/>
              </a:defRPr>
            </a:lvl1pPr>
            <a:lvl2pPr marL="181463" indent="0">
              <a:buNone/>
              <a:defRPr/>
            </a:lvl2pPr>
            <a:lvl3pPr marL="367246" indent="0">
              <a:buNone/>
              <a:defRPr/>
            </a:lvl3pPr>
            <a:lvl4pPr marL="548709" indent="0">
              <a:buNone/>
              <a:defRPr/>
            </a:lvl4pPr>
            <a:lvl5pPr marL="734492" indent="0">
              <a:buNone/>
              <a:defRPr/>
            </a:lvl5pPr>
          </a:lstStyle>
          <a:p>
            <a:pPr lvl="0"/>
            <a:endParaRPr lang="de-DE" dirty="0"/>
          </a:p>
        </p:txBody>
      </p:sp>
      <p:sp>
        <p:nvSpPr>
          <p:cNvPr id="19" name="Textplatzhalter 3"/>
          <p:cNvSpPr>
            <a:spLocks noGrp="1"/>
          </p:cNvSpPr>
          <p:nvPr>
            <p:ph type="body" sz="quarter" idx="27"/>
          </p:nvPr>
        </p:nvSpPr>
        <p:spPr>
          <a:xfrm>
            <a:off x="628610" y="1616409"/>
            <a:ext cx="3705110" cy="146643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953" i="0" cap="all" baseline="0">
                <a:latin typeface="+mn-lt"/>
              </a:defRPr>
            </a:lvl1pPr>
            <a:lvl2pPr marL="181463" indent="0">
              <a:buNone/>
              <a:defRPr/>
            </a:lvl2pPr>
            <a:lvl3pPr marL="367246" indent="0">
              <a:buNone/>
              <a:defRPr/>
            </a:lvl3pPr>
            <a:lvl4pPr marL="548709" indent="0">
              <a:buNone/>
              <a:defRPr/>
            </a:lvl4pPr>
            <a:lvl5pPr marL="734492" indent="0">
              <a:buNone/>
              <a:defRPr/>
            </a:lvl5pPr>
          </a:lstStyle>
          <a:p>
            <a:pPr lvl="0"/>
            <a:endParaRPr lang="de-DE" dirty="0"/>
          </a:p>
        </p:txBody>
      </p:sp>
      <p:sp>
        <p:nvSpPr>
          <p:cNvPr id="21" name="Textplatzhalter 3"/>
          <p:cNvSpPr>
            <a:spLocks noGrp="1"/>
          </p:cNvSpPr>
          <p:nvPr>
            <p:ph type="body" sz="quarter" idx="28"/>
          </p:nvPr>
        </p:nvSpPr>
        <p:spPr>
          <a:xfrm>
            <a:off x="4810281" y="1616409"/>
            <a:ext cx="3705110" cy="146643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953" i="0" cap="all" baseline="0">
                <a:latin typeface="+mn-lt"/>
              </a:defRPr>
            </a:lvl1pPr>
            <a:lvl2pPr marL="181463" indent="0">
              <a:buNone/>
              <a:defRPr/>
            </a:lvl2pPr>
            <a:lvl3pPr marL="367246" indent="0">
              <a:buNone/>
              <a:defRPr/>
            </a:lvl3pPr>
            <a:lvl4pPr marL="548709" indent="0">
              <a:buNone/>
              <a:defRPr/>
            </a:lvl4pPr>
            <a:lvl5pPr marL="734492" indent="0">
              <a:buNone/>
              <a:defRPr/>
            </a:lvl5pPr>
          </a:lstStyle>
          <a:p>
            <a:pPr lvl="0"/>
            <a:endParaRPr lang="de-DE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endParaRPr lang="de-DE" dirty="0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de-DE"/>
              <a:t>Seite </a:t>
            </a:r>
            <a:fld id="{4E2A56A1-4814-47BE-AB31-71EF416E7969}" type="slidenum">
              <a:rPr lang="de-DE" smtClean="0"/>
              <a:pPr>
                <a:lnSpc>
                  <a:spcPct val="100000"/>
                </a:lnSpc>
              </a:pPr>
              <a:t>‹Nr.›</a:t>
            </a:fld>
            <a:r>
              <a:rPr lang="de-DE"/>
              <a:t> von XX</a:t>
            </a:r>
            <a:endParaRPr lang="de-DE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31" hasCustomPrompt="1"/>
          </p:nvPr>
        </p:nvSpPr>
        <p:spPr>
          <a:xfrm>
            <a:off x="446613" y="835740"/>
            <a:ext cx="8250777" cy="261214"/>
          </a:xfrm>
        </p:spPr>
        <p:txBody>
          <a:bodyPr vert="horz" lIns="0" tIns="0" rIns="0" bIns="0" rtlCol="0" anchor="ctr" anchorCtr="1">
            <a:noAutofit/>
          </a:bodyPr>
          <a:lstStyle>
            <a:lvl1pPr marL="194424" indent="-194424">
              <a:lnSpc>
                <a:spcPct val="100000"/>
              </a:lnSpc>
              <a:buNone/>
              <a:defRPr kumimoji="0" lang="de-DE" sz="1361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" charset="-128"/>
                <a:cs typeface="+mn-cs"/>
              </a:defRPr>
            </a:lvl1pPr>
            <a:lvl2pPr marL="181463" indent="0">
              <a:buNone/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R="0" lvl="0" indent="0" algn="ctr" defTabSz="622158" eaLnBrk="0" latinLnBrk="0" hangingPunct="0">
              <a:lnSpc>
                <a:spcPts val="1551"/>
              </a:lnSpc>
              <a:spcBef>
                <a:spcPct val="0"/>
              </a:spcBef>
              <a:buClrTx/>
              <a:buSzTx/>
              <a:tabLst/>
            </a:pPr>
            <a:r>
              <a:rPr lang="de-DE" dirty="0"/>
              <a:t>Subheadline nur Einzeilig</a:t>
            </a:r>
          </a:p>
        </p:txBody>
      </p:sp>
      <p:cxnSp>
        <p:nvCxnSpPr>
          <p:cNvPr id="30" name="Gerade Verbindung 29"/>
          <p:cNvCxnSpPr/>
          <p:nvPr userDrawn="1"/>
        </p:nvCxnSpPr>
        <p:spPr>
          <a:xfrm>
            <a:off x="4572000" y="1566555"/>
            <a:ext cx="0" cy="4427569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297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de-DE"/>
              <a:t>Seite </a:t>
            </a:r>
            <a:fld id="{4E2A56A1-4814-47BE-AB31-71EF416E7969}" type="slidenum">
              <a:rPr lang="de-DE" smtClean="0"/>
              <a:pPr>
                <a:lnSpc>
                  <a:spcPct val="100000"/>
                </a:lnSpc>
              </a:pPr>
              <a:t>‹Nr.›</a:t>
            </a:fld>
            <a:r>
              <a:rPr lang="de-DE"/>
              <a:t> von XX</a:t>
            </a:r>
            <a:endParaRPr lang="de-DE" dirty="0"/>
          </a:p>
        </p:txBody>
      </p:sp>
      <p:sp>
        <p:nvSpPr>
          <p:cNvPr id="6" name="Textplatzhalter 13"/>
          <p:cNvSpPr>
            <a:spLocks noGrp="1"/>
          </p:cNvSpPr>
          <p:nvPr>
            <p:ph type="body" sz="quarter" idx="24" hasCustomPrompt="1"/>
          </p:nvPr>
        </p:nvSpPr>
        <p:spPr>
          <a:xfrm>
            <a:off x="446613" y="835740"/>
            <a:ext cx="8250777" cy="261214"/>
          </a:xfrm>
        </p:spPr>
        <p:txBody>
          <a:bodyPr vert="horz" lIns="0" tIns="0" rIns="0" bIns="0" rtlCol="0" anchor="ctr" anchorCtr="1">
            <a:noAutofit/>
          </a:bodyPr>
          <a:lstStyle>
            <a:lvl1pPr marL="194424" indent="-194424">
              <a:lnSpc>
                <a:spcPct val="100000"/>
              </a:lnSpc>
              <a:buNone/>
              <a:defRPr kumimoji="0" lang="de-DE" sz="1361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" charset="-128"/>
                <a:cs typeface="+mn-cs"/>
              </a:defRPr>
            </a:lvl1pPr>
            <a:lvl2pPr marL="181463" indent="0">
              <a:buNone/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R="0" lvl="0" indent="0" algn="ctr" defTabSz="622158" eaLnBrk="0" latinLnBrk="0" hangingPunct="0">
              <a:lnSpc>
                <a:spcPts val="1551"/>
              </a:lnSpc>
              <a:spcBef>
                <a:spcPct val="0"/>
              </a:spcBef>
              <a:buClrTx/>
              <a:buSzTx/>
              <a:tabLst/>
            </a:pPr>
            <a:r>
              <a:rPr lang="de-DE" dirty="0"/>
              <a:t>Subheadline nur Einzeilig</a:t>
            </a:r>
          </a:p>
        </p:txBody>
      </p:sp>
    </p:spTree>
    <p:extLst>
      <p:ext uri="{BB962C8B-B14F-4D97-AF65-F5344CB8AC3E}">
        <p14:creationId xmlns:p14="http://schemas.microsoft.com/office/powerpoint/2010/main" val="2313439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1A37863-37DD-45E9-998C-F4CB0090E4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000" y="6387418"/>
            <a:ext cx="288000" cy="302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Big Vesta Pro" panose="020B0504060504020204" pitchFamily="34" charset="0"/>
          <a:ea typeface="+mj-ea"/>
          <a:cs typeface="+mj-cs"/>
        </a:defRPr>
      </a:lvl1pPr>
    </p:titleStyle>
    <p:bodyStyle>
      <a:lvl1pPr marL="342900" indent="-342900" algn="just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Big Vesta Pro" panose="020B0504060504020204" pitchFamily="34" charset="0"/>
          <a:ea typeface="+mn-ea"/>
          <a:cs typeface="+mn-cs"/>
        </a:defRPr>
      </a:lvl1pPr>
      <a:lvl2pPr marL="742950" indent="-285750" algn="just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Big Vesta Pro" panose="020B0504060504020204" pitchFamily="34" charset="0"/>
          <a:ea typeface="+mn-ea"/>
          <a:cs typeface="+mn-cs"/>
        </a:defRPr>
      </a:lvl2pPr>
      <a:lvl3pPr marL="1143000" indent="-228600" algn="just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Big Vesta Pro" panose="020B0504060504020204" pitchFamily="34" charset="0"/>
          <a:ea typeface="+mn-ea"/>
          <a:cs typeface="+mn-cs"/>
        </a:defRPr>
      </a:lvl3pPr>
      <a:lvl4pPr marL="1600200" indent="-228600" algn="just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Big Vesta Pro" panose="020B0504060504020204" pitchFamily="34" charset="0"/>
          <a:ea typeface="+mn-ea"/>
          <a:cs typeface="+mn-cs"/>
        </a:defRPr>
      </a:lvl4pPr>
      <a:lvl5pPr marL="2057400" indent="-228600" algn="just" defTabSz="457200" rtl="0" eaLnBrk="1" latinLnBrk="0" hangingPunct="1">
        <a:lnSpc>
          <a:spcPct val="150000"/>
        </a:lnSpc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Big Vesta Pro" panose="020B050406050402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7FA25A3-D981-4EEE-B26A-FB94204B1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BD10AD-6C3A-4334-97B2-8F187E266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A90B026-35C6-489D-9EB6-F9CE80A82B42}"/>
              </a:ext>
            </a:extLst>
          </p:cNvPr>
          <p:cNvSpPr txBox="1"/>
          <p:nvPr userDrawn="1"/>
        </p:nvSpPr>
        <p:spPr>
          <a:xfrm>
            <a:off x="8245503" y="6367918"/>
            <a:ext cx="4412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146CD20-B4E9-4569-A29A-63F4C6EBF5EB}" type="slidenum">
              <a:rPr lang="de-DE" sz="800" smtClean="0"/>
              <a:t>‹Nr.›</a:t>
            </a:fld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93163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46613" y="406167"/>
            <a:ext cx="8250777" cy="293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dirty="0"/>
              <a:t>Headline nur Einzeilig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idx="1"/>
          </p:nvPr>
        </p:nvSpPr>
        <p:spPr>
          <a:xfrm>
            <a:off x="446612" y="1339059"/>
            <a:ext cx="8248958" cy="4896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4"/>
          </p:nvPr>
        </p:nvSpPr>
        <p:spPr>
          <a:xfrm>
            <a:off x="6540701" y="6483218"/>
            <a:ext cx="2154869" cy="83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algn="r">
              <a:defRPr lang="de-DE" sz="544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de-DE"/>
              <a:t>Seite </a:t>
            </a:r>
            <a:fld id="{4E2A56A1-4814-47BE-AB31-71EF416E7969}" type="slidenum">
              <a:rPr lang="de-DE" smtClean="0"/>
              <a:pPr>
                <a:lnSpc>
                  <a:spcPct val="100000"/>
                </a:lnSpc>
              </a:pPr>
              <a:t>‹Nr.›</a:t>
            </a:fld>
            <a:r>
              <a:rPr lang="de-DE"/>
              <a:t> von XX</a:t>
            </a:r>
            <a:endParaRPr lang="de-DE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3"/>
          </p:nvPr>
        </p:nvSpPr>
        <p:spPr>
          <a:xfrm>
            <a:off x="446613" y="6483218"/>
            <a:ext cx="2154869" cy="83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algn="l">
              <a:defRPr lang="de-DE" sz="544" baseline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endParaRPr lang="de-D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027" y="6410541"/>
            <a:ext cx="195946" cy="274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4757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</p:sldLayoutIdLst>
  <p:hf hdr="0" ftr="0" dt="0"/>
  <p:txStyles>
    <p:titleStyle>
      <a:lvl1pPr algn="ctr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lang="de-DE" sz="1905" kern="1200" baseline="0" smtClean="0">
          <a:solidFill>
            <a:schemeClr val="tx1"/>
          </a:solidFill>
          <a:latin typeface="+mn-lt"/>
          <a:ea typeface="ＭＳ Ｐゴシック" charset="-128"/>
          <a:cs typeface="BigVesta" panose="0200050306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701">
          <a:solidFill>
            <a:schemeClr val="tx2"/>
          </a:solidFill>
          <a:latin typeface="BigVesta Light" pitchFamily="2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701">
          <a:solidFill>
            <a:schemeClr val="tx2"/>
          </a:solidFill>
          <a:latin typeface="BigVesta Light" pitchFamily="2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701">
          <a:solidFill>
            <a:schemeClr val="tx2"/>
          </a:solidFill>
          <a:latin typeface="BigVesta Light" pitchFamily="2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701">
          <a:solidFill>
            <a:schemeClr val="tx2"/>
          </a:solidFill>
          <a:latin typeface="BigVesta Light" pitchFamily="2" charset="0"/>
          <a:ea typeface="ＭＳ Ｐゴシック" charset="-128"/>
          <a:cs typeface="ＭＳ Ｐゴシック" charset="-128"/>
        </a:defRPr>
      </a:lvl5pPr>
      <a:lvl6pPr marL="354785" algn="l" rtl="0" eaLnBrk="1" fontAlgn="base" hangingPunct="1">
        <a:spcBef>
          <a:spcPct val="0"/>
        </a:spcBef>
        <a:spcAft>
          <a:spcPct val="0"/>
        </a:spcAft>
        <a:defRPr sz="1701">
          <a:solidFill>
            <a:schemeClr val="tx1"/>
          </a:solidFill>
          <a:latin typeface="Calibri" pitchFamily="34" charset="0"/>
        </a:defRPr>
      </a:lvl6pPr>
      <a:lvl7pPr marL="709570" algn="l" rtl="0" eaLnBrk="1" fontAlgn="base" hangingPunct="1">
        <a:spcBef>
          <a:spcPct val="0"/>
        </a:spcBef>
        <a:spcAft>
          <a:spcPct val="0"/>
        </a:spcAft>
        <a:defRPr sz="1701">
          <a:solidFill>
            <a:schemeClr val="tx1"/>
          </a:solidFill>
          <a:latin typeface="Calibri" pitchFamily="34" charset="0"/>
        </a:defRPr>
      </a:lvl7pPr>
      <a:lvl8pPr marL="1064355" algn="l" rtl="0" eaLnBrk="1" fontAlgn="base" hangingPunct="1">
        <a:spcBef>
          <a:spcPct val="0"/>
        </a:spcBef>
        <a:spcAft>
          <a:spcPct val="0"/>
        </a:spcAft>
        <a:defRPr sz="1701">
          <a:solidFill>
            <a:schemeClr val="tx1"/>
          </a:solidFill>
          <a:latin typeface="Calibri" pitchFamily="34" charset="0"/>
        </a:defRPr>
      </a:lvl8pPr>
      <a:lvl9pPr marL="1419140" algn="l" rtl="0" eaLnBrk="1" fontAlgn="base" hangingPunct="1">
        <a:spcBef>
          <a:spcPct val="0"/>
        </a:spcBef>
        <a:spcAft>
          <a:spcPct val="0"/>
        </a:spcAft>
        <a:defRPr sz="1701">
          <a:solidFill>
            <a:schemeClr val="tx1"/>
          </a:solidFill>
          <a:latin typeface="Calibri" pitchFamily="34" charset="0"/>
        </a:defRPr>
      </a:lvl9pPr>
    </p:titleStyle>
    <p:bodyStyle>
      <a:lvl1pPr marL="0" indent="-105853" algn="l" rtl="0" eaLnBrk="1" fontAlgn="base" hangingPunct="1">
        <a:lnSpc>
          <a:spcPts val="1497"/>
        </a:lnSpc>
        <a:spcBef>
          <a:spcPts val="408"/>
        </a:spcBef>
        <a:spcAft>
          <a:spcPct val="0"/>
        </a:spcAft>
        <a:buFont typeface="Arial" panose="020B0604020202020204" pitchFamily="34" charset="0"/>
        <a:buChar char="•"/>
        <a:defRPr lang="de-DE" sz="1089" kern="1200" smtClean="0">
          <a:solidFill>
            <a:schemeClr val="tx2"/>
          </a:solidFill>
          <a:latin typeface="+mn-lt"/>
          <a:ea typeface="ＭＳ Ｐゴシック" charset="-128"/>
          <a:cs typeface="BigVesta" panose="02000503060000020004" pitchFamily="2" charset="0"/>
        </a:defRPr>
      </a:lvl1pPr>
      <a:lvl2pPr marL="306758" indent="-125296" algn="l" rtl="0" eaLnBrk="1" fontAlgn="base" hangingPunct="1">
        <a:lnSpc>
          <a:spcPts val="1429"/>
        </a:lnSpc>
        <a:spcBef>
          <a:spcPts val="408"/>
        </a:spcBef>
        <a:spcAft>
          <a:spcPct val="0"/>
        </a:spcAft>
        <a:buFont typeface="Arial" panose="020B0604020202020204" pitchFamily="34" charset="0"/>
        <a:buChar char="•"/>
        <a:defRPr lang="de-DE" sz="1089" kern="1200" smtClean="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488221" indent="-120975" algn="l" rtl="0" eaLnBrk="1" fontAlgn="base" hangingPunct="1">
        <a:lnSpc>
          <a:spcPct val="100000"/>
        </a:lnSpc>
        <a:spcBef>
          <a:spcPts val="408"/>
        </a:spcBef>
        <a:spcAft>
          <a:spcPct val="0"/>
        </a:spcAft>
        <a:buFont typeface="Arial" panose="020B0604020202020204" pitchFamily="34" charset="0"/>
        <a:buChar char="•"/>
        <a:defRPr lang="de-DE" sz="1089" kern="1200" smtClean="0">
          <a:solidFill>
            <a:schemeClr val="tx2"/>
          </a:solidFill>
          <a:latin typeface="+mn-lt"/>
          <a:ea typeface="ＭＳ Ｐゴシック" charset="-128"/>
          <a:cs typeface="+mn-cs"/>
        </a:defRPr>
      </a:lvl3pPr>
      <a:lvl4pPr marL="669684" indent="-120975" algn="l" rtl="0" eaLnBrk="1" fontAlgn="base" hangingPunct="1">
        <a:lnSpc>
          <a:spcPct val="100000"/>
        </a:lnSpc>
        <a:spcBef>
          <a:spcPts val="408"/>
        </a:spcBef>
        <a:spcAft>
          <a:spcPct val="0"/>
        </a:spcAft>
        <a:buFont typeface="Arial" panose="020B0604020202020204" pitchFamily="34" charset="0"/>
        <a:buChar char="•"/>
        <a:defRPr lang="de-DE" sz="1089" kern="1200" smtClean="0">
          <a:solidFill>
            <a:schemeClr val="tx2"/>
          </a:solidFill>
          <a:latin typeface="+mn-lt"/>
          <a:ea typeface="ＭＳ Ｐゴシック" charset="-128"/>
          <a:cs typeface="+mn-cs"/>
        </a:defRPr>
      </a:lvl4pPr>
      <a:lvl5pPr marL="855467" indent="-120975" algn="l" rtl="0" eaLnBrk="1" fontAlgn="base" hangingPunct="1">
        <a:lnSpc>
          <a:spcPct val="100000"/>
        </a:lnSpc>
        <a:spcBef>
          <a:spcPts val="408"/>
        </a:spcBef>
        <a:spcAft>
          <a:spcPct val="0"/>
        </a:spcAft>
        <a:buFont typeface="Arial" panose="020B0604020202020204" pitchFamily="34" charset="0"/>
        <a:buChar char="•"/>
        <a:defRPr lang="de-DE" sz="1089" kern="1200" smtClean="0">
          <a:solidFill>
            <a:schemeClr val="tx2"/>
          </a:solidFill>
          <a:latin typeface="+mn-lt"/>
          <a:ea typeface="ＭＳ Ｐゴシック" charset="-128"/>
          <a:cs typeface="+mn-cs"/>
        </a:defRPr>
      </a:lvl5pPr>
      <a:lvl6pPr marL="1951318" indent="-177393" algn="l" defTabSz="709570" rtl="0" eaLnBrk="1" latinLnBrk="0" hangingPunct="1">
        <a:spcBef>
          <a:spcPct val="20000"/>
        </a:spcBef>
        <a:buFont typeface="Arial" pitchFamily="34" charset="0"/>
        <a:buChar char="•"/>
        <a:defRPr sz="1565" kern="1200">
          <a:solidFill>
            <a:schemeClr val="tx1"/>
          </a:solidFill>
          <a:latin typeface="+mn-lt"/>
          <a:ea typeface="+mn-ea"/>
          <a:cs typeface="+mn-cs"/>
        </a:defRPr>
      </a:lvl6pPr>
      <a:lvl7pPr marL="2306102" indent="-177393" algn="l" defTabSz="709570" rtl="0" eaLnBrk="1" latinLnBrk="0" hangingPunct="1">
        <a:spcBef>
          <a:spcPct val="20000"/>
        </a:spcBef>
        <a:buFont typeface="Arial" pitchFamily="34" charset="0"/>
        <a:buChar char="•"/>
        <a:defRPr sz="1565" kern="1200">
          <a:solidFill>
            <a:schemeClr val="tx1"/>
          </a:solidFill>
          <a:latin typeface="+mn-lt"/>
          <a:ea typeface="+mn-ea"/>
          <a:cs typeface="+mn-cs"/>
        </a:defRPr>
      </a:lvl7pPr>
      <a:lvl8pPr marL="2660888" indent="-177393" algn="l" defTabSz="709570" rtl="0" eaLnBrk="1" latinLnBrk="0" hangingPunct="1">
        <a:spcBef>
          <a:spcPct val="20000"/>
        </a:spcBef>
        <a:buFont typeface="Arial" pitchFamily="34" charset="0"/>
        <a:buChar char="•"/>
        <a:defRPr sz="1565" kern="1200">
          <a:solidFill>
            <a:schemeClr val="tx1"/>
          </a:solidFill>
          <a:latin typeface="+mn-lt"/>
          <a:ea typeface="+mn-ea"/>
          <a:cs typeface="+mn-cs"/>
        </a:defRPr>
      </a:lvl8pPr>
      <a:lvl9pPr marL="3015673" indent="-177393" algn="l" defTabSz="709570" rtl="0" eaLnBrk="1" latinLnBrk="0" hangingPunct="1">
        <a:spcBef>
          <a:spcPct val="20000"/>
        </a:spcBef>
        <a:buFont typeface="Arial" pitchFamily="34" charset="0"/>
        <a:buChar char="•"/>
        <a:defRPr sz="15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709570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1pPr>
      <a:lvl2pPr marL="354785" algn="l" defTabSz="709570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2pPr>
      <a:lvl3pPr marL="709570" algn="l" defTabSz="709570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3pPr>
      <a:lvl4pPr marL="1064355" algn="l" defTabSz="709570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4pPr>
      <a:lvl5pPr marL="1419140" algn="l" defTabSz="709570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5pPr>
      <a:lvl6pPr marL="1773925" algn="l" defTabSz="709570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6pPr>
      <a:lvl7pPr marL="2128710" algn="l" defTabSz="709570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7pPr>
      <a:lvl8pPr marL="2483495" algn="l" defTabSz="709570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8pPr>
      <a:lvl9pPr marL="2838280" algn="l" defTabSz="709570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763108"/>
            <a:ext cx="7772400" cy="172116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de-DE" sz="3200" noProof="0" dirty="0"/>
              <a:t>Konjunkturbericht</a:t>
            </a:r>
            <a:endParaRPr lang="de-DE" sz="2400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678767"/>
            <a:ext cx="6400800" cy="38899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de-DE" sz="1200" noProof="0">
                <a:solidFill>
                  <a:schemeClr val="tx1"/>
                </a:solidFill>
              </a:rPr>
              <a:t>Juni </a:t>
            </a:r>
            <a:r>
              <a:rPr lang="de-DE" sz="1200" noProof="0" dirty="0">
                <a:solidFill>
                  <a:schemeClr val="tx1"/>
                </a:solidFill>
              </a:rPr>
              <a:t>2026</a:t>
            </a:r>
            <a:br>
              <a:rPr lang="de-DE" noProof="0" dirty="0"/>
            </a:br>
            <a:br>
              <a:rPr lang="de-DE" noProof="0" dirty="0"/>
            </a:br>
            <a:endParaRPr lang="de-DE" noProof="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95D2EA6-3445-C966-6DB9-A1C3D07AF6F1}"/>
              </a:ext>
            </a:extLst>
          </p:cNvPr>
          <p:cNvSpPr txBox="1">
            <a:spLocks/>
          </p:cNvSpPr>
          <p:nvPr/>
        </p:nvSpPr>
        <p:spPr>
          <a:xfrm>
            <a:off x="1371600" y="5013820"/>
            <a:ext cx="6400800" cy="3889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Big Vesta Pro" panose="020B0504060504020204" pitchFamily="34" charset="0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Big Vesta Pro" panose="020B0504060504020204" pitchFamily="34" charset="0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Big Vesta Pro" panose="020B0504060504020204" pitchFamily="34" charset="0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Big Vesta Pro" panose="020B0504060504020204" pitchFamily="34" charset="0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Big Vesta Pro" panose="020B0504060504020204" pitchFamily="34" charset="0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noProof="0" dirty="0">
                <a:solidFill>
                  <a:schemeClr val="tx1"/>
                </a:solidFill>
              </a:rPr>
              <a:t>Pablo Duarte</a:t>
            </a:r>
            <a:endParaRPr lang="de-DE" sz="2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5944"/>
          </a:xfrm>
        </p:spPr>
        <p:txBody>
          <a:bodyPr/>
          <a:lstStyle/>
          <a:p>
            <a:r>
              <a:rPr dirty="0"/>
              <a:t>SLOOS: Banken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verschärften</a:t>
            </a:r>
            <a:r>
              <a:rPr dirty="0"/>
              <a:t> vs. </a:t>
            </a:r>
            <a:r>
              <a:rPr dirty="0" err="1"/>
              <a:t>gelockerten</a:t>
            </a:r>
            <a:r>
              <a:rPr dirty="0"/>
              <a:t> </a:t>
            </a:r>
            <a:r>
              <a:rPr dirty="0" err="1"/>
              <a:t>Kreditbedingungen</a:t>
            </a:r>
            <a:endParaRPr dirty="0"/>
          </a:p>
        </p:txBody>
      </p:sp>
      <p:grpSp>
        <p:nvGrpSpPr>
          <p:cNvPr id="3" name="Gruppieren 2"/>
          <p:cNvGrpSpPr/>
          <p:nvPr/>
        </p:nvGrpSpPr>
        <p:grpSpPr>
          <a:xfrm>
            <a:off x="-1748414" y="-902436"/>
            <a:ext cx="5767755" cy="5323711"/>
            <a:chOff x="85589" y="109484"/>
            <a:chExt cx="6646411" cy="4876515"/>
          </a:xfrm>
        </p:grpSpPr>
        <p:sp>
          <p:nvSpPr>
            <p:cNvPr id="4" name="rc3"/>
            <p:cNvSpPr/>
            <p:nvPr/>
          </p:nvSpPr>
          <p:spPr>
            <a:xfrm>
              <a:off x="3396045" y="2267303"/>
              <a:ext cx="3317369" cy="24465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6732000" y="2286000"/>
              <a:ext cx="0" cy="269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5"/>
            <p:cNvSpPr/>
            <p:nvPr/>
          </p:nvSpPr>
          <p:spPr>
            <a:xfrm>
              <a:off x="2762439" y="2361915"/>
              <a:ext cx="3843034" cy="19579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pl6"/>
            <p:cNvSpPr/>
            <p:nvPr/>
          </p:nvSpPr>
          <p:spPr>
            <a:xfrm>
              <a:off x="2762439" y="4201977"/>
              <a:ext cx="3843034" cy="0"/>
            </a:xfrm>
            <a:custGeom>
              <a:avLst/>
              <a:gdLst/>
              <a:ahLst/>
              <a:cxnLst/>
              <a:rect l="0" t="0" r="0" b="0"/>
              <a:pathLst>
                <a:path w="3843034">
                  <a:moveTo>
                    <a:pt x="0" y="0"/>
                  </a:moveTo>
                  <a:lnTo>
                    <a:pt x="3843034" y="0"/>
                  </a:lnTo>
                </a:path>
              </a:pathLst>
            </a:custGeom>
            <a:ln w="8130" cap="flat">
              <a:solidFill>
                <a:srgbClr val="EE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7"/>
            <p:cNvSpPr/>
            <p:nvPr/>
          </p:nvSpPr>
          <p:spPr>
            <a:xfrm>
              <a:off x="2762439" y="3599823"/>
              <a:ext cx="3843034" cy="0"/>
            </a:xfrm>
            <a:custGeom>
              <a:avLst/>
              <a:gdLst/>
              <a:ahLst/>
              <a:cxnLst/>
              <a:rect l="0" t="0" r="0" b="0"/>
              <a:pathLst>
                <a:path w="3843034">
                  <a:moveTo>
                    <a:pt x="0" y="0"/>
                  </a:moveTo>
                  <a:lnTo>
                    <a:pt x="3843034" y="0"/>
                  </a:lnTo>
                </a:path>
              </a:pathLst>
            </a:custGeom>
            <a:ln w="8130" cap="flat">
              <a:solidFill>
                <a:srgbClr val="EE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8"/>
            <p:cNvSpPr/>
            <p:nvPr/>
          </p:nvSpPr>
          <p:spPr>
            <a:xfrm>
              <a:off x="2762439" y="2997669"/>
              <a:ext cx="3843034" cy="0"/>
            </a:xfrm>
            <a:custGeom>
              <a:avLst/>
              <a:gdLst/>
              <a:ahLst/>
              <a:cxnLst/>
              <a:rect l="0" t="0" r="0" b="0"/>
              <a:pathLst>
                <a:path w="3843034">
                  <a:moveTo>
                    <a:pt x="0" y="0"/>
                  </a:moveTo>
                  <a:lnTo>
                    <a:pt x="3843034" y="0"/>
                  </a:lnTo>
                </a:path>
              </a:pathLst>
            </a:custGeom>
            <a:ln w="8130" cap="flat">
              <a:solidFill>
                <a:srgbClr val="EE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9"/>
            <p:cNvSpPr/>
            <p:nvPr/>
          </p:nvSpPr>
          <p:spPr>
            <a:xfrm>
              <a:off x="2762439" y="2395515"/>
              <a:ext cx="3843034" cy="0"/>
            </a:xfrm>
            <a:custGeom>
              <a:avLst/>
              <a:gdLst/>
              <a:ahLst/>
              <a:cxnLst/>
              <a:rect l="0" t="0" r="0" b="0"/>
              <a:pathLst>
                <a:path w="3843034">
                  <a:moveTo>
                    <a:pt x="0" y="0"/>
                  </a:moveTo>
                  <a:lnTo>
                    <a:pt x="3843034" y="0"/>
                  </a:lnTo>
                </a:path>
              </a:pathLst>
            </a:custGeom>
            <a:ln w="8130" cap="flat">
              <a:solidFill>
                <a:srgbClr val="EE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0"/>
            <p:cNvSpPr/>
            <p:nvPr/>
          </p:nvSpPr>
          <p:spPr>
            <a:xfrm>
              <a:off x="2762439" y="3599823"/>
              <a:ext cx="3843034" cy="0"/>
            </a:xfrm>
            <a:custGeom>
              <a:avLst/>
              <a:gdLst/>
              <a:ahLst/>
              <a:cxnLst/>
              <a:rect l="0" t="0" r="0" b="0"/>
              <a:pathLst>
                <a:path w="3843034">
                  <a:moveTo>
                    <a:pt x="0" y="0"/>
                  </a:moveTo>
                  <a:lnTo>
                    <a:pt x="3843034" y="0"/>
                  </a:lnTo>
                </a:path>
              </a:pathLst>
            </a:custGeom>
            <a:ln w="10840" cap="flat">
              <a:solidFill>
                <a:srgbClr val="8888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1"/>
            <p:cNvSpPr/>
            <p:nvPr/>
          </p:nvSpPr>
          <p:spPr>
            <a:xfrm>
              <a:off x="2800489" y="2450913"/>
              <a:ext cx="3804985" cy="1779967"/>
            </a:xfrm>
            <a:custGeom>
              <a:avLst/>
              <a:gdLst/>
              <a:ahLst/>
              <a:cxnLst/>
              <a:rect l="0" t="0" r="0" b="0"/>
              <a:pathLst>
                <a:path w="3804985" h="1779967">
                  <a:moveTo>
                    <a:pt x="0" y="1175404"/>
                  </a:moveTo>
                  <a:lnTo>
                    <a:pt x="46308" y="1336782"/>
                  </a:lnTo>
                  <a:lnTo>
                    <a:pt x="93130" y="1511406"/>
                  </a:lnTo>
                  <a:lnTo>
                    <a:pt x="140468" y="1225985"/>
                  </a:lnTo>
                  <a:lnTo>
                    <a:pt x="187805" y="1029683"/>
                  </a:lnTo>
                  <a:lnTo>
                    <a:pt x="234113" y="732219"/>
                  </a:lnTo>
                  <a:lnTo>
                    <a:pt x="280936" y="705724"/>
                  </a:lnTo>
                  <a:lnTo>
                    <a:pt x="328273" y="378152"/>
                  </a:lnTo>
                  <a:lnTo>
                    <a:pt x="375610" y="334797"/>
                  </a:lnTo>
                  <a:lnTo>
                    <a:pt x="422433" y="187872"/>
                  </a:lnTo>
                  <a:lnTo>
                    <a:pt x="469255" y="0"/>
                  </a:lnTo>
                  <a:lnTo>
                    <a:pt x="516592" y="49376"/>
                  </a:lnTo>
                  <a:lnTo>
                    <a:pt x="563930" y="146925"/>
                  </a:lnTo>
                  <a:lnTo>
                    <a:pt x="610238" y="205936"/>
                  </a:lnTo>
                  <a:lnTo>
                    <a:pt x="657060" y="364905"/>
                  </a:lnTo>
                  <a:lnTo>
                    <a:pt x="704398" y="668391"/>
                  </a:lnTo>
                  <a:lnTo>
                    <a:pt x="751735" y="1169383"/>
                  </a:lnTo>
                  <a:lnTo>
                    <a:pt x="798043" y="1123619"/>
                  </a:lnTo>
                  <a:lnTo>
                    <a:pt x="844866" y="1259706"/>
                  </a:lnTo>
                  <a:lnTo>
                    <a:pt x="892203" y="1219964"/>
                  </a:lnTo>
                  <a:lnTo>
                    <a:pt x="939540" y="1259706"/>
                  </a:lnTo>
                  <a:lnTo>
                    <a:pt x="985848" y="1419879"/>
                  </a:lnTo>
                  <a:lnTo>
                    <a:pt x="1032671" y="1483707"/>
                  </a:lnTo>
                  <a:lnTo>
                    <a:pt x="1080008" y="1203103"/>
                  </a:lnTo>
                  <a:lnTo>
                    <a:pt x="1127345" y="1250071"/>
                  </a:lnTo>
                  <a:lnTo>
                    <a:pt x="1174168" y="1118802"/>
                  </a:lnTo>
                  <a:lnTo>
                    <a:pt x="1220991" y="1171791"/>
                  </a:lnTo>
                  <a:lnTo>
                    <a:pt x="1268328" y="1264523"/>
                  </a:lnTo>
                  <a:lnTo>
                    <a:pt x="1315665" y="1221168"/>
                  </a:lnTo>
                  <a:lnTo>
                    <a:pt x="1361973" y="1262114"/>
                  </a:lnTo>
                  <a:lnTo>
                    <a:pt x="1408796" y="1339190"/>
                  </a:lnTo>
                  <a:lnTo>
                    <a:pt x="1456133" y="1575235"/>
                  </a:lnTo>
                  <a:lnTo>
                    <a:pt x="1503470" y="1312695"/>
                  </a:lnTo>
                  <a:lnTo>
                    <a:pt x="1549778" y="1322330"/>
                  </a:lnTo>
                  <a:lnTo>
                    <a:pt x="1596601" y="1277770"/>
                  </a:lnTo>
                  <a:lnTo>
                    <a:pt x="1643938" y="1541514"/>
                  </a:lnTo>
                  <a:lnTo>
                    <a:pt x="1691276" y="1368094"/>
                  </a:lnTo>
                  <a:lnTo>
                    <a:pt x="1737584" y="1335577"/>
                  </a:lnTo>
                  <a:lnTo>
                    <a:pt x="1784406" y="1333169"/>
                  </a:lnTo>
                  <a:lnTo>
                    <a:pt x="1831744" y="1336782"/>
                  </a:lnTo>
                  <a:lnTo>
                    <a:pt x="1879081" y="1277770"/>
                  </a:lnTo>
                  <a:lnTo>
                    <a:pt x="1925903" y="1378932"/>
                  </a:lnTo>
                  <a:lnTo>
                    <a:pt x="1972726" y="1162157"/>
                  </a:lnTo>
                  <a:lnTo>
                    <a:pt x="2020063" y="1092307"/>
                  </a:lnTo>
                  <a:lnTo>
                    <a:pt x="2067400" y="1177813"/>
                  </a:lnTo>
                  <a:lnTo>
                    <a:pt x="2113709" y="1080264"/>
                  </a:lnTo>
                  <a:lnTo>
                    <a:pt x="2160531" y="927317"/>
                  </a:lnTo>
                  <a:lnTo>
                    <a:pt x="2207868" y="980306"/>
                  </a:lnTo>
                  <a:lnTo>
                    <a:pt x="2255206" y="1028479"/>
                  </a:lnTo>
                  <a:lnTo>
                    <a:pt x="2301514" y="1085081"/>
                  </a:lnTo>
                  <a:lnTo>
                    <a:pt x="2348336" y="1309082"/>
                  </a:lnTo>
                  <a:lnTo>
                    <a:pt x="2395674" y="1293426"/>
                  </a:lnTo>
                  <a:lnTo>
                    <a:pt x="2443011" y="1169383"/>
                  </a:lnTo>
                  <a:lnTo>
                    <a:pt x="2489319" y="1145297"/>
                  </a:lnTo>
                  <a:lnTo>
                    <a:pt x="2536142" y="1093511"/>
                  </a:lnTo>
                  <a:lnTo>
                    <a:pt x="2583479" y="994758"/>
                  </a:lnTo>
                  <a:lnTo>
                    <a:pt x="2630816" y="1017640"/>
                  </a:lnTo>
                  <a:lnTo>
                    <a:pt x="2677639" y="687659"/>
                  </a:lnTo>
                  <a:lnTo>
                    <a:pt x="2724461" y="42150"/>
                  </a:lnTo>
                  <a:lnTo>
                    <a:pt x="2771799" y="1030887"/>
                  </a:lnTo>
                  <a:lnTo>
                    <a:pt x="2819136" y="1487320"/>
                  </a:lnTo>
                  <a:lnTo>
                    <a:pt x="2865444" y="1779967"/>
                  </a:lnTo>
                  <a:lnTo>
                    <a:pt x="2912267" y="1700483"/>
                  </a:lnTo>
                  <a:lnTo>
                    <a:pt x="2959604" y="1548740"/>
                  </a:lnTo>
                  <a:lnTo>
                    <a:pt x="3006941" y="1389771"/>
                  </a:lnTo>
                  <a:lnTo>
                    <a:pt x="3053249" y="1277770"/>
                  </a:lnTo>
                  <a:lnTo>
                    <a:pt x="3100072" y="1209125"/>
                  </a:lnTo>
                  <a:lnTo>
                    <a:pt x="3147409" y="975489"/>
                  </a:lnTo>
                  <a:lnTo>
                    <a:pt x="3194746" y="849037"/>
                  </a:lnTo>
                  <a:lnTo>
                    <a:pt x="3241054" y="715359"/>
                  </a:lnTo>
                  <a:lnTo>
                    <a:pt x="3287877" y="790026"/>
                  </a:lnTo>
                  <a:lnTo>
                    <a:pt x="3335214" y="820133"/>
                  </a:lnTo>
                  <a:lnTo>
                    <a:pt x="3382552" y="933338"/>
                  </a:lnTo>
                  <a:lnTo>
                    <a:pt x="3429374" y="1028479"/>
                  </a:lnTo>
                  <a:lnTo>
                    <a:pt x="3476197" y="1009210"/>
                  </a:lnTo>
                  <a:lnTo>
                    <a:pt x="3523534" y="1107963"/>
                  </a:lnTo>
                  <a:lnTo>
                    <a:pt x="3570871" y="1233211"/>
                  </a:lnTo>
                  <a:lnTo>
                    <a:pt x="3617179" y="1283792"/>
                  </a:lnTo>
                  <a:lnTo>
                    <a:pt x="3664002" y="1238028"/>
                  </a:lnTo>
                  <a:lnTo>
                    <a:pt x="3711339" y="1252480"/>
                  </a:lnTo>
                  <a:lnTo>
                    <a:pt x="3758676" y="1215146"/>
                  </a:lnTo>
                  <a:lnTo>
                    <a:pt x="3804985" y="1331964"/>
                  </a:lnTo>
                </a:path>
              </a:pathLst>
            </a:custGeom>
            <a:ln w="23036" cap="flat">
              <a:solidFill>
                <a:srgbClr val="002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2"/>
            <p:cNvSpPr/>
            <p:nvPr/>
          </p:nvSpPr>
          <p:spPr>
            <a:xfrm>
              <a:off x="2800489" y="2585796"/>
              <a:ext cx="3804985" cy="1398201"/>
            </a:xfrm>
            <a:custGeom>
              <a:avLst/>
              <a:gdLst/>
              <a:ahLst/>
              <a:cxnLst/>
              <a:rect l="0" t="0" r="0" b="0"/>
              <a:pathLst>
                <a:path w="3804985" h="1398201">
                  <a:moveTo>
                    <a:pt x="0" y="1044135"/>
                  </a:moveTo>
                  <a:lnTo>
                    <a:pt x="46308" y="1115189"/>
                  </a:lnTo>
                  <a:lnTo>
                    <a:pt x="93130" y="1001984"/>
                  </a:lnTo>
                  <a:lnTo>
                    <a:pt x="140468" y="856263"/>
                  </a:lnTo>
                  <a:lnTo>
                    <a:pt x="187805" y="891188"/>
                  </a:lnTo>
                  <a:lnTo>
                    <a:pt x="234113" y="941768"/>
                  </a:lnTo>
                  <a:lnTo>
                    <a:pt x="280936" y="797251"/>
                  </a:lnTo>
                  <a:lnTo>
                    <a:pt x="328273" y="440776"/>
                  </a:lnTo>
                  <a:lnTo>
                    <a:pt x="375610" y="245678"/>
                  </a:lnTo>
                  <a:lnTo>
                    <a:pt x="422433" y="125248"/>
                  </a:lnTo>
                  <a:lnTo>
                    <a:pt x="469255" y="122839"/>
                  </a:lnTo>
                  <a:lnTo>
                    <a:pt x="516592" y="0"/>
                  </a:lnTo>
                  <a:lnTo>
                    <a:pt x="563930" y="74667"/>
                  </a:lnTo>
                  <a:lnTo>
                    <a:pt x="610238" y="431142"/>
                  </a:lnTo>
                  <a:lnTo>
                    <a:pt x="657060" y="587702"/>
                  </a:lnTo>
                  <a:lnTo>
                    <a:pt x="704398" y="718971"/>
                  </a:lnTo>
                  <a:lnTo>
                    <a:pt x="751735" y="822542"/>
                  </a:lnTo>
                  <a:lnTo>
                    <a:pt x="798043" y="999575"/>
                  </a:lnTo>
                  <a:lnTo>
                    <a:pt x="844866" y="1079060"/>
                  </a:lnTo>
                  <a:lnTo>
                    <a:pt x="892203" y="1048952"/>
                  </a:lnTo>
                  <a:lnTo>
                    <a:pt x="939540" y="1094716"/>
                  </a:lnTo>
                  <a:lnTo>
                    <a:pt x="985848" y="1230802"/>
                  </a:lnTo>
                  <a:lnTo>
                    <a:pt x="1032671" y="1162157"/>
                  </a:lnTo>
                  <a:lnTo>
                    <a:pt x="1080008" y="1091103"/>
                  </a:lnTo>
                  <a:lnTo>
                    <a:pt x="1127345" y="1038113"/>
                  </a:lnTo>
                  <a:lnTo>
                    <a:pt x="1174168" y="1171791"/>
                  </a:lnTo>
                  <a:lnTo>
                    <a:pt x="1220991" y="1182630"/>
                  </a:lnTo>
                  <a:lnTo>
                    <a:pt x="1268328" y="1082673"/>
                  </a:lnTo>
                  <a:lnTo>
                    <a:pt x="1315665" y="1124823"/>
                  </a:lnTo>
                  <a:lnTo>
                    <a:pt x="1361973" y="1269340"/>
                  </a:lnTo>
                  <a:lnTo>
                    <a:pt x="1408796" y="1204308"/>
                  </a:lnTo>
                  <a:lnTo>
                    <a:pt x="1456133" y="1140479"/>
                  </a:lnTo>
                  <a:lnTo>
                    <a:pt x="1503470" y="1124823"/>
                  </a:lnTo>
                  <a:lnTo>
                    <a:pt x="1549778" y="1118802"/>
                  </a:lnTo>
                  <a:lnTo>
                    <a:pt x="1596601" y="1194673"/>
                  </a:lnTo>
                  <a:lnTo>
                    <a:pt x="1643938" y="1181426"/>
                  </a:lnTo>
                  <a:lnTo>
                    <a:pt x="1691276" y="1156135"/>
                  </a:lnTo>
                  <a:lnTo>
                    <a:pt x="1737584" y="1148909"/>
                  </a:lnTo>
                  <a:lnTo>
                    <a:pt x="1784406" y="1018844"/>
                  </a:lnTo>
                  <a:lnTo>
                    <a:pt x="1831744" y="992349"/>
                  </a:lnTo>
                  <a:lnTo>
                    <a:pt x="1879081" y="926112"/>
                  </a:lnTo>
                  <a:lnTo>
                    <a:pt x="1925903" y="800864"/>
                  </a:lnTo>
                  <a:lnTo>
                    <a:pt x="1972726" y="820133"/>
                  </a:lnTo>
                  <a:lnTo>
                    <a:pt x="2020063" y="897209"/>
                  </a:lnTo>
                  <a:lnTo>
                    <a:pt x="2067400" y="977898"/>
                  </a:lnTo>
                  <a:lnTo>
                    <a:pt x="2113709" y="926112"/>
                  </a:lnTo>
                  <a:lnTo>
                    <a:pt x="2160531" y="950199"/>
                  </a:lnTo>
                  <a:lnTo>
                    <a:pt x="2207868" y="1029683"/>
                  </a:lnTo>
                  <a:lnTo>
                    <a:pt x="2255206" y="1098329"/>
                  </a:lnTo>
                  <a:lnTo>
                    <a:pt x="2301514" y="1228394"/>
                  </a:lnTo>
                  <a:lnTo>
                    <a:pt x="2348336" y="1092307"/>
                  </a:lnTo>
                  <a:lnTo>
                    <a:pt x="2395674" y="1175404"/>
                  </a:lnTo>
                  <a:lnTo>
                    <a:pt x="2443011" y="1011618"/>
                  </a:lnTo>
                  <a:lnTo>
                    <a:pt x="2489319" y="1006801"/>
                  </a:lnTo>
                  <a:lnTo>
                    <a:pt x="2536142" y="1060995"/>
                  </a:lnTo>
                  <a:lnTo>
                    <a:pt x="2583479" y="921295"/>
                  </a:lnTo>
                  <a:lnTo>
                    <a:pt x="2630816" y="1039317"/>
                  </a:lnTo>
                  <a:lnTo>
                    <a:pt x="2677639" y="270969"/>
                  </a:lnTo>
                  <a:lnTo>
                    <a:pt x="2724461" y="219184"/>
                  </a:lnTo>
                  <a:lnTo>
                    <a:pt x="2771799" y="547960"/>
                  </a:lnTo>
                  <a:lnTo>
                    <a:pt x="2819136" y="1018844"/>
                  </a:lnTo>
                  <a:lnTo>
                    <a:pt x="2865444" y="1241641"/>
                  </a:lnTo>
                  <a:lnTo>
                    <a:pt x="2912267" y="1398201"/>
                  </a:lnTo>
                  <a:lnTo>
                    <a:pt x="2959604" y="1253684"/>
                  </a:lnTo>
                  <a:lnTo>
                    <a:pt x="3006941" y="1182630"/>
                  </a:lnTo>
                  <a:lnTo>
                    <a:pt x="3053249" y="1063404"/>
                  </a:lnTo>
                  <a:lnTo>
                    <a:pt x="3100072" y="651530"/>
                  </a:lnTo>
                  <a:lnTo>
                    <a:pt x="3147409" y="468475"/>
                  </a:lnTo>
                  <a:lnTo>
                    <a:pt x="3194746" y="484131"/>
                  </a:lnTo>
                  <a:lnTo>
                    <a:pt x="3241054" y="449206"/>
                  </a:lnTo>
                  <a:lnTo>
                    <a:pt x="3287877" y="444389"/>
                  </a:lnTo>
                  <a:lnTo>
                    <a:pt x="3335214" y="611788"/>
                  </a:lnTo>
                  <a:lnTo>
                    <a:pt x="3382552" y="737036"/>
                  </a:lnTo>
                  <a:lnTo>
                    <a:pt x="3429374" y="857467"/>
                  </a:lnTo>
                  <a:lnTo>
                    <a:pt x="3476197" y="903231"/>
                  </a:lnTo>
                  <a:lnTo>
                    <a:pt x="3523534" y="992349"/>
                  </a:lnTo>
                  <a:lnTo>
                    <a:pt x="3570871" y="946586"/>
                  </a:lnTo>
                  <a:lnTo>
                    <a:pt x="3617179" y="980306"/>
                  </a:lnTo>
                  <a:lnTo>
                    <a:pt x="3664002" y="1045339"/>
                  </a:lnTo>
                  <a:lnTo>
                    <a:pt x="3711339" y="1083877"/>
                  </a:lnTo>
                  <a:lnTo>
                    <a:pt x="3758676" y="1147705"/>
                  </a:lnTo>
                  <a:lnTo>
                    <a:pt x="3804985" y="995962"/>
                  </a:lnTo>
                </a:path>
              </a:pathLst>
            </a:custGeom>
            <a:ln w="23036" cap="flat">
              <a:solidFill>
                <a:srgbClr val="C059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h13"/>
            <p:cNvSpPr/>
            <p:nvPr/>
          </p:nvSpPr>
          <p:spPr>
            <a:xfrm>
              <a:off x="109897" y="1930891"/>
              <a:ext cx="2443005" cy="2286000"/>
            </a:xfrm>
            <a:custGeom>
              <a:avLst/>
              <a:gdLst/>
              <a:ahLst/>
              <a:cxnLst/>
              <a:rect l="0" t="0" r="0" b="0"/>
              <a:pathLst>
                <a:path w="2443005" h="2286000">
                  <a:moveTo>
                    <a:pt x="2412000" y="2286000"/>
                  </a:moveTo>
                  <a:lnTo>
                    <a:pt x="2412000" y="2276078"/>
                  </a:lnTo>
                  <a:lnTo>
                    <a:pt x="2443005" y="2276078"/>
                  </a:lnTo>
                  <a:lnTo>
                    <a:pt x="2443005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" name="ph14"/>
            <p:cNvSpPr/>
            <p:nvPr/>
          </p:nvSpPr>
          <p:spPr>
            <a:xfrm>
              <a:off x="211845" y="1931201"/>
              <a:ext cx="2412000" cy="2315703"/>
            </a:xfrm>
            <a:custGeom>
              <a:avLst/>
              <a:gdLst/>
              <a:ahLst/>
              <a:cxnLst/>
              <a:rect l="0" t="0" r="0" b="0"/>
              <a:pathLst>
                <a:path w="2412000" h="2315703">
                  <a:moveTo>
                    <a:pt x="2412000" y="2286000"/>
                  </a:moveTo>
                  <a:lnTo>
                    <a:pt x="2411980" y="2287303"/>
                  </a:lnTo>
                  <a:lnTo>
                    <a:pt x="2411920" y="2288584"/>
                  </a:lnTo>
                  <a:lnTo>
                    <a:pt x="2411821" y="2289843"/>
                  </a:lnTo>
                  <a:lnTo>
                    <a:pt x="2411682" y="2291080"/>
                  </a:lnTo>
                  <a:lnTo>
                    <a:pt x="2411503" y="2292294"/>
                  </a:lnTo>
                  <a:lnTo>
                    <a:pt x="2411285" y="2293486"/>
                  </a:lnTo>
                  <a:lnTo>
                    <a:pt x="2411027" y="2294655"/>
                  </a:lnTo>
                  <a:lnTo>
                    <a:pt x="2410730" y="2295802"/>
                  </a:lnTo>
                  <a:lnTo>
                    <a:pt x="2410392" y="2296927"/>
                  </a:lnTo>
                  <a:lnTo>
                    <a:pt x="2410015" y="2298030"/>
                  </a:lnTo>
                  <a:lnTo>
                    <a:pt x="2409599" y="2299106"/>
                  </a:lnTo>
                  <a:lnTo>
                    <a:pt x="2409144" y="2300153"/>
                  </a:lnTo>
                  <a:lnTo>
                    <a:pt x="2408651" y="2301170"/>
                  </a:lnTo>
                  <a:lnTo>
                    <a:pt x="2408120" y="2302157"/>
                  </a:lnTo>
                  <a:lnTo>
                    <a:pt x="2407550" y="2303115"/>
                  </a:lnTo>
                  <a:lnTo>
                    <a:pt x="2406942" y="2304042"/>
                  </a:lnTo>
                  <a:lnTo>
                    <a:pt x="2406295" y="2304940"/>
                  </a:lnTo>
                  <a:lnTo>
                    <a:pt x="2405610" y="2305809"/>
                  </a:lnTo>
                  <a:lnTo>
                    <a:pt x="2404886" y="2306647"/>
                  </a:lnTo>
                  <a:lnTo>
                    <a:pt x="2404124" y="2307456"/>
                  </a:lnTo>
                  <a:lnTo>
                    <a:pt x="2403323" y="2308220"/>
                  </a:lnTo>
                  <a:lnTo>
                    <a:pt x="2402484" y="2308949"/>
                  </a:lnTo>
                  <a:lnTo>
                    <a:pt x="2401607" y="2309643"/>
                  </a:lnTo>
                  <a:lnTo>
                    <a:pt x="2400691" y="2310303"/>
                  </a:lnTo>
                  <a:lnTo>
                    <a:pt x="2399737" y="2310928"/>
                  </a:lnTo>
                  <a:lnTo>
                    <a:pt x="2398744" y="2311519"/>
                  </a:lnTo>
                  <a:lnTo>
                    <a:pt x="2397713" y="2312074"/>
                  </a:lnTo>
                  <a:lnTo>
                    <a:pt x="2396643" y="2312595"/>
                  </a:lnTo>
                  <a:lnTo>
                    <a:pt x="2395535" y="2313081"/>
                  </a:lnTo>
                  <a:lnTo>
                    <a:pt x="2394388" y="2313533"/>
                  </a:lnTo>
                  <a:lnTo>
                    <a:pt x="2393216" y="2313945"/>
                  </a:lnTo>
                  <a:lnTo>
                    <a:pt x="2392007" y="2314314"/>
                  </a:lnTo>
                  <a:lnTo>
                    <a:pt x="2390760" y="2314640"/>
                  </a:lnTo>
                  <a:lnTo>
                    <a:pt x="2389477" y="2314922"/>
                  </a:lnTo>
                  <a:lnTo>
                    <a:pt x="2388156" y="2315161"/>
                  </a:lnTo>
                  <a:lnTo>
                    <a:pt x="2386798" y="2315356"/>
                  </a:lnTo>
                  <a:lnTo>
                    <a:pt x="2385403" y="2315508"/>
                  </a:lnTo>
                  <a:lnTo>
                    <a:pt x="2383970" y="2315616"/>
                  </a:lnTo>
                  <a:lnTo>
                    <a:pt x="2382501" y="2315681"/>
                  </a:lnTo>
                  <a:lnTo>
                    <a:pt x="2380994" y="2315703"/>
                  </a:lnTo>
                  <a:lnTo>
                    <a:pt x="2379634" y="2315687"/>
                  </a:lnTo>
                  <a:lnTo>
                    <a:pt x="2378310" y="2315639"/>
                  </a:lnTo>
                  <a:lnTo>
                    <a:pt x="2377020" y="2315558"/>
                  </a:lnTo>
                  <a:lnTo>
                    <a:pt x="2375765" y="2315445"/>
                  </a:lnTo>
                  <a:lnTo>
                    <a:pt x="2374544" y="2315300"/>
                  </a:lnTo>
                  <a:lnTo>
                    <a:pt x="2373359" y="2315123"/>
                  </a:lnTo>
                  <a:lnTo>
                    <a:pt x="2372208" y="2314913"/>
                  </a:lnTo>
                  <a:lnTo>
                    <a:pt x="2371092" y="2314671"/>
                  </a:lnTo>
                  <a:lnTo>
                    <a:pt x="2370010" y="2314397"/>
                  </a:lnTo>
                  <a:lnTo>
                    <a:pt x="2368963" y="2314091"/>
                  </a:lnTo>
                  <a:lnTo>
                    <a:pt x="2367962" y="2313757"/>
                  </a:lnTo>
                  <a:lnTo>
                    <a:pt x="2366991" y="2313399"/>
                  </a:lnTo>
                  <a:lnTo>
                    <a:pt x="2366052" y="2313017"/>
                  </a:lnTo>
                  <a:lnTo>
                    <a:pt x="2365143" y="2312612"/>
                  </a:lnTo>
                  <a:lnTo>
                    <a:pt x="2364266" y="2312184"/>
                  </a:lnTo>
                  <a:lnTo>
                    <a:pt x="2363420" y="2311732"/>
                  </a:lnTo>
                  <a:lnTo>
                    <a:pt x="2362604" y="2311256"/>
                  </a:lnTo>
                  <a:lnTo>
                    <a:pt x="2361820" y="2310757"/>
                  </a:lnTo>
                  <a:lnTo>
                    <a:pt x="2361066" y="2310234"/>
                  </a:lnTo>
                  <a:lnTo>
                    <a:pt x="2360344" y="2309688"/>
                  </a:lnTo>
                  <a:lnTo>
                    <a:pt x="2359651" y="2309108"/>
                  </a:lnTo>
                  <a:lnTo>
                    <a:pt x="2358987" y="2308510"/>
                  </a:lnTo>
                  <a:lnTo>
                    <a:pt x="2358351" y="2307893"/>
                  </a:lnTo>
                  <a:lnTo>
                    <a:pt x="2357744" y="2307257"/>
                  </a:lnTo>
                  <a:lnTo>
                    <a:pt x="2357166" y="2306603"/>
                  </a:lnTo>
                  <a:lnTo>
                    <a:pt x="2356616" y="2305930"/>
                  </a:lnTo>
                  <a:lnTo>
                    <a:pt x="2356094" y="2305239"/>
                  </a:lnTo>
                  <a:lnTo>
                    <a:pt x="2355601" y="2304529"/>
                  </a:lnTo>
                  <a:lnTo>
                    <a:pt x="2355137" y="2303800"/>
                  </a:lnTo>
                  <a:lnTo>
                    <a:pt x="2354701" y="2303053"/>
                  </a:lnTo>
                  <a:lnTo>
                    <a:pt x="2354303" y="2302291"/>
                  </a:lnTo>
                  <a:lnTo>
                    <a:pt x="2353929" y="2301517"/>
                  </a:lnTo>
                  <a:lnTo>
                    <a:pt x="2353579" y="2300733"/>
                  </a:lnTo>
                  <a:lnTo>
                    <a:pt x="2353252" y="2299937"/>
                  </a:lnTo>
                  <a:lnTo>
                    <a:pt x="2352949" y="2299130"/>
                  </a:lnTo>
                  <a:lnTo>
                    <a:pt x="2352669" y="2298313"/>
                  </a:lnTo>
                  <a:lnTo>
                    <a:pt x="2352413" y="2297483"/>
                  </a:lnTo>
                  <a:lnTo>
                    <a:pt x="2352181" y="2296643"/>
                  </a:lnTo>
                  <a:lnTo>
                    <a:pt x="2351972" y="2295792"/>
                  </a:lnTo>
                  <a:lnTo>
                    <a:pt x="2351786" y="2294929"/>
                  </a:lnTo>
                  <a:lnTo>
                    <a:pt x="2363072" y="2293627"/>
                  </a:lnTo>
                  <a:lnTo>
                    <a:pt x="2363214" y="2294122"/>
                  </a:lnTo>
                  <a:lnTo>
                    <a:pt x="2363367" y="2294614"/>
                  </a:lnTo>
                  <a:lnTo>
                    <a:pt x="2363532" y="2295104"/>
                  </a:lnTo>
                  <a:lnTo>
                    <a:pt x="2363707" y="2295591"/>
                  </a:lnTo>
                  <a:lnTo>
                    <a:pt x="2363894" y="2296076"/>
                  </a:lnTo>
                  <a:lnTo>
                    <a:pt x="2364092" y="2296559"/>
                  </a:lnTo>
                  <a:lnTo>
                    <a:pt x="2364301" y="2297039"/>
                  </a:lnTo>
                  <a:lnTo>
                    <a:pt x="2364521" y="2297516"/>
                  </a:lnTo>
                  <a:lnTo>
                    <a:pt x="2364752" y="2297991"/>
                  </a:lnTo>
                  <a:lnTo>
                    <a:pt x="2364995" y="2298464"/>
                  </a:lnTo>
                  <a:lnTo>
                    <a:pt x="2365251" y="2298918"/>
                  </a:lnTo>
                  <a:lnTo>
                    <a:pt x="2365525" y="2299364"/>
                  </a:lnTo>
                  <a:lnTo>
                    <a:pt x="2365817" y="2299801"/>
                  </a:lnTo>
                  <a:lnTo>
                    <a:pt x="2366126" y="2300230"/>
                  </a:lnTo>
                  <a:lnTo>
                    <a:pt x="2366452" y="2300650"/>
                  </a:lnTo>
                  <a:lnTo>
                    <a:pt x="2366795" y="2301061"/>
                  </a:lnTo>
                  <a:lnTo>
                    <a:pt x="2367156" y="2301463"/>
                  </a:lnTo>
                  <a:lnTo>
                    <a:pt x="2367535" y="2301857"/>
                  </a:lnTo>
                  <a:lnTo>
                    <a:pt x="2367930" y="2302242"/>
                  </a:lnTo>
                  <a:lnTo>
                    <a:pt x="2368343" y="2302619"/>
                  </a:lnTo>
                  <a:lnTo>
                    <a:pt x="2368787" y="2302971"/>
                  </a:lnTo>
                  <a:lnTo>
                    <a:pt x="2369249" y="2303311"/>
                  </a:lnTo>
                  <a:lnTo>
                    <a:pt x="2369729" y="2303636"/>
                  </a:lnTo>
                  <a:lnTo>
                    <a:pt x="2370228" y="2303948"/>
                  </a:lnTo>
                  <a:lnTo>
                    <a:pt x="2370746" y="2304246"/>
                  </a:lnTo>
                  <a:lnTo>
                    <a:pt x="2371283" y="2304531"/>
                  </a:lnTo>
                  <a:lnTo>
                    <a:pt x="2371838" y="2304802"/>
                  </a:lnTo>
                  <a:lnTo>
                    <a:pt x="2372411" y="2305059"/>
                  </a:lnTo>
                  <a:lnTo>
                    <a:pt x="2373003" y="2305303"/>
                  </a:lnTo>
                  <a:lnTo>
                    <a:pt x="2373614" y="2305533"/>
                  </a:lnTo>
                  <a:lnTo>
                    <a:pt x="2374260" y="2305733"/>
                  </a:lnTo>
                  <a:lnTo>
                    <a:pt x="2374931" y="2305913"/>
                  </a:lnTo>
                  <a:lnTo>
                    <a:pt x="2375629" y="2306071"/>
                  </a:lnTo>
                  <a:lnTo>
                    <a:pt x="2376353" y="2306208"/>
                  </a:lnTo>
                  <a:lnTo>
                    <a:pt x="2377102" y="2306324"/>
                  </a:lnTo>
                  <a:lnTo>
                    <a:pt x="2377878" y="2306419"/>
                  </a:lnTo>
                  <a:lnTo>
                    <a:pt x="2378680" y="2306493"/>
                  </a:lnTo>
                  <a:lnTo>
                    <a:pt x="2379508" y="2306545"/>
                  </a:lnTo>
                  <a:lnTo>
                    <a:pt x="2380362" y="2306577"/>
                  </a:lnTo>
                  <a:lnTo>
                    <a:pt x="2381242" y="2306587"/>
                  </a:lnTo>
                  <a:lnTo>
                    <a:pt x="2382102" y="2306574"/>
                  </a:lnTo>
                  <a:lnTo>
                    <a:pt x="2382946" y="2306535"/>
                  </a:lnTo>
                  <a:lnTo>
                    <a:pt x="2383774" y="2306470"/>
                  </a:lnTo>
                  <a:lnTo>
                    <a:pt x="2384585" y="2306379"/>
                  </a:lnTo>
                  <a:lnTo>
                    <a:pt x="2385381" y="2306262"/>
                  </a:lnTo>
                  <a:lnTo>
                    <a:pt x="2386160" y="2306119"/>
                  </a:lnTo>
                  <a:lnTo>
                    <a:pt x="2386924" y="2305949"/>
                  </a:lnTo>
                  <a:lnTo>
                    <a:pt x="2387671" y="2305754"/>
                  </a:lnTo>
                  <a:lnTo>
                    <a:pt x="2388402" y="2305533"/>
                  </a:lnTo>
                  <a:lnTo>
                    <a:pt x="2389117" y="2305285"/>
                  </a:lnTo>
                  <a:lnTo>
                    <a:pt x="2389814" y="2305000"/>
                  </a:lnTo>
                  <a:lnTo>
                    <a:pt x="2390489" y="2304690"/>
                  </a:lnTo>
                  <a:lnTo>
                    <a:pt x="2391143" y="2304355"/>
                  </a:lnTo>
                  <a:lnTo>
                    <a:pt x="2391776" y="2303995"/>
                  </a:lnTo>
                  <a:lnTo>
                    <a:pt x="2392388" y="2303611"/>
                  </a:lnTo>
                  <a:lnTo>
                    <a:pt x="2392979" y="2303202"/>
                  </a:lnTo>
                  <a:lnTo>
                    <a:pt x="2393549" y="2302767"/>
                  </a:lnTo>
                  <a:lnTo>
                    <a:pt x="2394098" y="2302309"/>
                  </a:lnTo>
                  <a:lnTo>
                    <a:pt x="2394626" y="2301825"/>
                  </a:lnTo>
                  <a:lnTo>
                    <a:pt x="2395132" y="2301316"/>
                  </a:lnTo>
                  <a:lnTo>
                    <a:pt x="2395629" y="2300784"/>
                  </a:lnTo>
                  <a:lnTo>
                    <a:pt x="2396102" y="2300227"/>
                  </a:lnTo>
                  <a:lnTo>
                    <a:pt x="2396552" y="2299648"/>
                  </a:lnTo>
                  <a:lnTo>
                    <a:pt x="2396978" y="2299044"/>
                  </a:lnTo>
                  <a:lnTo>
                    <a:pt x="2397380" y="2298417"/>
                  </a:lnTo>
                  <a:lnTo>
                    <a:pt x="2397759" y="2297767"/>
                  </a:lnTo>
                  <a:lnTo>
                    <a:pt x="2398114" y="2297093"/>
                  </a:lnTo>
                  <a:lnTo>
                    <a:pt x="2398446" y="2296395"/>
                  </a:lnTo>
                  <a:lnTo>
                    <a:pt x="2398754" y="2295674"/>
                  </a:lnTo>
                  <a:lnTo>
                    <a:pt x="2399039" y="2294929"/>
                  </a:lnTo>
                  <a:lnTo>
                    <a:pt x="2399298" y="2294161"/>
                  </a:lnTo>
                  <a:lnTo>
                    <a:pt x="2399530" y="2293371"/>
                  </a:lnTo>
                  <a:lnTo>
                    <a:pt x="2399735" y="2292559"/>
                  </a:lnTo>
                  <a:lnTo>
                    <a:pt x="2399912" y="2291724"/>
                  </a:lnTo>
                  <a:lnTo>
                    <a:pt x="2400062" y="2290867"/>
                  </a:lnTo>
                  <a:lnTo>
                    <a:pt x="2400185" y="2289988"/>
                  </a:lnTo>
                  <a:lnTo>
                    <a:pt x="2400281" y="2289086"/>
                  </a:lnTo>
                  <a:lnTo>
                    <a:pt x="2400349" y="2288162"/>
                  </a:lnTo>
                  <a:lnTo>
                    <a:pt x="2400390" y="2287216"/>
                  </a:lnTo>
                  <a:lnTo>
                    <a:pt x="2400403" y="2286248"/>
                  </a:lnTo>
                  <a:lnTo>
                    <a:pt x="2400390" y="2285448"/>
                  </a:lnTo>
                  <a:lnTo>
                    <a:pt x="2400351" y="2284663"/>
                  </a:lnTo>
                  <a:lnTo>
                    <a:pt x="2400286" y="2283890"/>
                  </a:lnTo>
                  <a:lnTo>
                    <a:pt x="2400195" y="2283132"/>
                  </a:lnTo>
                  <a:lnTo>
                    <a:pt x="2400078" y="2282387"/>
                  </a:lnTo>
                  <a:lnTo>
                    <a:pt x="2399935" y="2281656"/>
                  </a:lnTo>
                  <a:lnTo>
                    <a:pt x="2399765" y="2280939"/>
                  </a:lnTo>
                  <a:lnTo>
                    <a:pt x="2399570" y="2280235"/>
                  </a:lnTo>
                  <a:lnTo>
                    <a:pt x="2399348" y="2279545"/>
                  </a:lnTo>
                  <a:lnTo>
                    <a:pt x="2399101" y="2278868"/>
                  </a:lnTo>
                  <a:lnTo>
                    <a:pt x="2398829" y="2278196"/>
                  </a:lnTo>
                  <a:lnTo>
                    <a:pt x="2398536" y="2277544"/>
                  </a:lnTo>
                  <a:lnTo>
                    <a:pt x="2398219" y="2276911"/>
                  </a:lnTo>
                  <a:lnTo>
                    <a:pt x="2397881" y="2276298"/>
                  </a:lnTo>
                  <a:lnTo>
                    <a:pt x="2397520" y="2275706"/>
                  </a:lnTo>
                  <a:lnTo>
                    <a:pt x="2397137" y="2275133"/>
                  </a:lnTo>
                  <a:lnTo>
                    <a:pt x="2396731" y="2274579"/>
                  </a:lnTo>
                  <a:lnTo>
                    <a:pt x="2396303" y="2274046"/>
                  </a:lnTo>
                  <a:lnTo>
                    <a:pt x="2395853" y="2273533"/>
                  </a:lnTo>
                  <a:lnTo>
                    <a:pt x="2395380" y="2273039"/>
                  </a:lnTo>
                  <a:lnTo>
                    <a:pt x="2394886" y="2272554"/>
                  </a:lnTo>
                  <a:lnTo>
                    <a:pt x="2394368" y="2272092"/>
                  </a:lnTo>
                  <a:lnTo>
                    <a:pt x="2393829" y="2271651"/>
                  </a:lnTo>
                  <a:lnTo>
                    <a:pt x="2393267" y="2271233"/>
                  </a:lnTo>
                  <a:lnTo>
                    <a:pt x="2392683" y="2270838"/>
                  </a:lnTo>
                  <a:lnTo>
                    <a:pt x="2392076" y="2270464"/>
                  </a:lnTo>
                  <a:lnTo>
                    <a:pt x="2391448" y="2270113"/>
                  </a:lnTo>
                  <a:lnTo>
                    <a:pt x="2390796" y="2269785"/>
                  </a:lnTo>
                  <a:lnTo>
                    <a:pt x="2390123" y="2269478"/>
                  </a:lnTo>
                  <a:lnTo>
                    <a:pt x="2389427" y="2269194"/>
                  </a:lnTo>
                  <a:lnTo>
                    <a:pt x="2388723" y="2268935"/>
                  </a:lnTo>
                  <a:lnTo>
                    <a:pt x="2387998" y="2268703"/>
                  </a:lnTo>
                  <a:lnTo>
                    <a:pt x="2387254" y="2268499"/>
                  </a:lnTo>
                  <a:lnTo>
                    <a:pt x="2386490" y="2268321"/>
                  </a:lnTo>
                  <a:lnTo>
                    <a:pt x="2385707" y="2268171"/>
                  </a:lnTo>
                  <a:lnTo>
                    <a:pt x="2384903" y="2268048"/>
                  </a:lnTo>
                  <a:lnTo>
                    <a:pt x="2384079" y="2267953"/>
                  </a:lnTo>
                  <a:lnTo>
                    <a:pt x="2383236" y="2267885"/>
                  </a:lnTo>
                  <a:lnTo>
                    <a:pt x="2382373" y="2267844"/>
                  </a:lnTo>
                  <a:lnTo>
                    <a:pt x="2381490" y="2267830"/>
                  </a:lnTo>
                  <a:lnTo>
                    <a:pt x="2380936" y="2267835"/>
                  </a:lnTo>
                  <a:lnTo>
                    <a:pt x="2380391" y="2267850"/>
                  </a:lnTo>
                  <a:lnTo>
                    <a:pt x="2379854" y="2267875"/>
                  </a:lnTo>
                  <a:lnTo>
                    <a:pt x="2379327" y="2267909"/>
                  </a:lnTo>
                  <a:lnTo>
                    <a:pt x="2378808" y="2267954"/>
                  </a:lnTo>
                  <a:lnTo>
                    <a:pt x="2378297" y="2268009"/>
                  </a:lnTo>
                  <a:lnTo>
                    <a:pt x="2377796" y="2268073"/>
                  </a:lnTo>
                  <a:lnTo>
                    <a:pt x="2377303" y="2268148"/>
                  </a:lnTo>
                  <a:lnTo>
                    <a:pt x="2376818" y="2268232"/>
                  </a:lnTo>
                  <a:lnTo>
                    <a:pt x="2376343" y="2268326"/>
                  </a:lnTo>
                  <a:lnTo>
                    <a:pt x="2375875" y="2268429"/>
                  </a:lnTo>
                  <a:lnTo>
                    <a:pt x="2375413" y="2268539"/>
                  </a:lnTo>
                  <a:lnTo>
                    <a:pt x="2374957" y="2268657"/>
                  </a:lnTo>
                  <a:lnTo>
                    <a:pt x="2374507" y="2268783"/>
                  </a:lnTo>
                  <a:lnTo>
                    <a:pt x="2374064" y="2268915"/>
                  </a:lnTo>
                  <a:lnTo>
                    <a:pt x="2373627" y="2269055"/>
                  </a:lnTo>
                  <a:lnTo>
                    <a:pt x="2373196" y="2269203"/>
                  </a:lnTo>
                  <a:lnTo>
                    <a:pt x="2372771" y="2269358"/>
                  </a:lnTo>
                  <a:lnTo>
                    <a:pt x="2372352" y="2269521"/>
                  </a:lnTo>
                  <a:lnTo>
                    <a:pt x="2371940" y="2269690"/>
                  </a:lnTo>
                  <a:lnTo>
                    <a:pt x="2371546" y="2269867"/>
                  </a:lnTo>
                  <a:lnTo>
                    <a:pt x="2371159" y="2270050"/>
                  </a:lnTo>
                  <a:lnTo>
                    <a:pt x="2370777" y="2270239"/>
                  </a:lnTo>
                  <a:lnTo>
                    <a:pt x="2370402" y="2270435"/>
                  </a:lnTo>
                  <a:lnTo>
                    <a:pt x="2370033" y="2270636"/>
                  </a:lnTo>
                  <a:lnTo>
                    <a:pt x="2369670" y="2270844"/>
                  </a:lnTo>
                  <a:lnTo>
                    <a:pt x="2369314" y="2271058"/>
                  </a:lnTo>
                  <a:lnTo>
                    <a:pt x="2368963" y="2271278"/>
                  </a:lnTo>
                  <a:lnTo>
                    <a:pt x="2368619" y="2271504"/>
                  </a:lnTo>
                  <a:lnTo>
                    <a:pt x="2368281" y="2271737"/>
                  </a:lnTo>
                  <a:lnTo>
                    <a:pt x="2367961" y="2271961"/>
                  </a:lnTo>
                  <a:lnTo>
                    <a:pt x="2367644" y="2272188"/>
                  </a:lnTo>
                  <a:lnTo>
                    <a:pt x="2367331" y="2272418"/>
                  </a:lnTo>
                  <a:lnTo>
                    <a:pt x="2367021" y="2272650"/>
                  </a:lnTo>
                  <a:lnTo>
                    <a:pt x="2366715" y="2272884"/>
                  </a:lnTo>
                  <a:lnTo>
                    <a:pt x="2366413" y="2273121"/>
                  </a:lnTo>
                  <a:lnTo>
                    <a:pt x="2366115" y="2273360"/>
                  </a:lnTo>
                  <a:lnTo>
                    <a:pt x="2365821" y="2273602"/>
                  </a:lnTo>
                  <a:lnTo>
                    <a:pt x="2365530" y="2273846"/>
                  </a:lnTo>
                  <a:lnTo>
                    <a:pt x="2365243" y="2274093"/>
                  </a:lnTo>
                  <a:lnTo>
                    <a:pt x="2354329" y="2274093"/>
                  </a:lnTo>
                  <a:lnTo>
                    <a:pt x="2357243" y="2227088"/>
                  </a:lnTo>
                  <a:lnTo>
                    <a:pt x="2406915" y="2227088"/>
                  </a:lnTo>
                  <a:lnTo>
                    <a:pt x="2406915" y="2236576"/>
                  </a:lnTo>
                  <a:lnTo>
                    <a:pt x="2367413" y="2236576"/>
                  </a:lnTo>
                  <a:lnTo>
                    <a:pt x="2365739" y="2264295"/>
                  </a:lnTo>
                  <a:lnTo>
                    <a:pt x="2366349" y="2263843"/>
                  </a:lnTo>
                  <a:lnTo>
                    <a:pt x="2366989" y="2263405"/>
                  </a:lnTo>
                  <a:lnTo>
                    <a:pt x="2367659" y="2262980"/>
                  </a:lnTo>
                  <a:lnTo>
                    <a:pt x="2368358" y="2262569"/>
                  </a:lnTo>
                  <a:lnTo>
                    <a:pt x="2369087" y="2262171"/>
                  </a:lnTo>
                  <a:lnTo>
                    <a:pt x="2369846" y="2261788"/>
                  </a:lnTo>
                  <a:lnTo>
                    <a:pt x="2370635" y="2261417"/>
                  </a:lnTo>
                  <a:lnTo>
                    <a:pt x="2371454" y="2261061"/>
                  </a:lnTo>
                  <a:lnTo>
                    <a:pt x="2372302" y="2260718"/>
                  </a:lnTo>
                  <a:lnTo>
                    <a:pt x="2373180" y="2260389"/>
                  </a:lnTo>
                  <a:lnTo>
                    <a:pt x="2374090" y="2260071"/>
                  </a:lnTo>
                  <a:lnTo>
                    <a:pt x="2375033" y="2259786"/>
                  </a:lnTo>
                  <a:lnTo>
                    <a:pt x="2376010" y="2259535"/>
                  </a:lnTo>
                  <a:lnTo>
                    <a:pt x="2377020" y="2259317"/>
                  </a:lnTo>
                  <a:lnTo>
                    <a:pt x="2378064" y="2259133"/>
                  </a:lnTo>
                  <a:lnTo>
                    <a:pt x="2379141" y="2258982"/>
                  </a:lnTo>
                  <a:lnTo>
                    <a:pt x="2380251" y="2258865"/>
                  </a:lnTo>
                  <a:lnTo>
                    <a:pt x="2381395" y="2258781"/>
                  </a:lnTo>
                  <a:lnTo>
                    <a:pt x="2382573" y="2258731"/>
                  </a:lnTo>
                  <a:lnTo>
                    <a:pt x="2383784" y="2258714"/>
                  </a:lnTo>
                  <a:lnTo>
                    <a:pt x="2385073" y="2258734"/>
                  </a:lnTo>
                  <a:lnTo>
                    <a:pt x="2386337" y="2258794"/>
                  </a:lnTo>
                  <a:lnTo>
                    <a:pt x="2387574" y="2258893"/>
                  </a:lnTo>
                  <a:lnTo>
                    <a:pt x="2388785" y="2259032"/>
                  </a:lnTo>
                  <a:lnTo>
                    <a:pt x="2389970" y="2259210"/>
                  </a:lnTo>
                  <a:lnTo>
                    <a:pt x="2391129" y="2259429"/>
                  </a:lnTo>
                  <a:lnTo>
                    <a:pt x="2392262" y="2259687"/>
                  </a:lnTo>
                  <a:lnTo>
                    <a:pt x="2393369" y="2259984"/>
                  </a:lnTo>
                  <a:lnTo>
                    <a:pt x="2394450" y="2260322"/>
                  </a:lnTo>
                  <a:lnTo>
                    <a:pt x="2395504" y="2260699"/>
                  </a:lnTo>
                  <a:lnTo>
                    <a:pt x="2396531" y="2261112"/>
                  </a:lnTo>
                  <a:lnTo>
                    <a:pt x="2397526" y="2261559"/>
                  </a:lnTo>
                  <a:lnTo>
                    <a:pt x="2398490" y="2262040"/>
                  </a:lnTo>
                  <a:lnTo>
                    <a:pt x="2399424" y="2262554"/>
                  </a:lnTo>
                  <a:lnTo>
                    <a:pt x="2400326" y="2263102"/>
                  </a:lnTo>
                  <a:lnTo>
                    <a:pt x="2401197" y="2263683"/>
                  </a:lnTo>
                  <a:lnTo>
                    <a:pt x="2402037" y="2264297"/>
                  </a:lnTo>
                  <a:lnTo>
                    <a:pt x="2402847" y="2264945"/>
                  </a:lnTo>
                  <a:lnTo>
                    <a:pt x="2403625" y="2265627"/>
                  </a:lnTo>
                  <a:lnTo>
                    <a:pt x="2404372" y="2266342"/>
                  </a:lnTo>
                  <a:lnTo>
                    <a:pt x="2405087" y="2267075"/>
                  </a:lnTo>
                  <a:lnTo>
                    <a:pt x="2405769" y="2267838"/>
                  </a:lnTo>
                  <a:lnTo>
                    <a:pt x="2406417" y="2268628"/>
                  </a:lnTo>
                  <a:lnTo>
                    <a:pt x="2407031" y="2269447"/>
                  </a:lnTo>
                  <a:lnTo>
                    <a:pt x="2407612" y="2270295"/>
                  </a:lnTo>
                  <a:lnTo>
                    <a:pt x="2408160" y="2271171"/>
                  </a:lnTo>
                  <a:lnTo>
                    <a:pt x="2408674" y="2272076"/>
                  </a:lnTo>
                  <a:lnTo>
                    <a:pt x="2409154" y="2273009"/>
                  </a:lnTo>
                  <a:lnTo>
                    <a:pt x="2409602" y="2273971"/>
                  </a:lnTo>
                  <a:lnTo>
                    <a:pt x="2410015" y="2274961"/>
                  </a:lnTo>
                  <a:lnTo>
                    <a:pt x="2410392" y="2275976"/>
                  </a:lnTo>
                  <a:lnTo>
                    <a:pt x="2410730" y="2277010"/>
                  </a:lnTo>
                  <a:lnTo>
                    <a:pt x="2411027" y="2278064"/>
                  </a:lnTo>
                  <a:lnTo>
                    <a:pt x="2411285" y="2279139"/>
                  </a:lnTo>
                  <a:lnTo>
                    <a:pt x="2411503" y="2280232"/>
                  </a:lnTo>
                  <a:lnTo>
                    <a:pt x="2411682" y="2281346"/>
                  </a:lnTo>
                  <a:lnTo>
                    <a:pt x="2411821" y="2282480"/>
                  </a:lnTo>
                  <a:lnTo>
                    <a:pt x="2411920" y="2283633"/>
                  </a:lnTo>
                  <a:lnTo>
                    <a:pt x="2411980" y="2284806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" name="ph15"/>
            <p:cNvSpPr/>
            <p:nvPr/>
          </p:nvSpPr>
          <p:spPr>
            <a:xfrm>
              <a:off x="282848" y="1915946"/>
              <a:ext cx="2412000" cy="2330958"/>
            </a:xfrm>
            <a:custGeom>
              <a:avLst/>
              <a:gdLst/>
              <a:ahLst/>
              <a:cxnLst/>
              <a:rect l="0" t="0" r="0" b="0"/>
              <a:pathLst>
                <a:path w="2412000" h="2330958">
                  <a:moveTo>
                    <a:pt x="2412000" y="2286000"/>
                  </a:moveTo>
                  <a:lnTo>
                    <a:pt x="2411975" y="2288477"/>
                  </a:lnTo>
                  <a:lnTo>
                    <a:pt x="2411903" y="2290876"/>
                  </a:lnTo>
                  <a:lnTo>
                    <a:pt x="2411782" y="2293195"/>
                  </a:lnTo>
                  <a:lnTo>
                    <a:pt x="2411613" y="2295435"/>
                  </a:lnTo>
                  <a:lnTo>
                    <a:pt x="2411395" y="2297596"/>
                  </a:lnTo>
                  <a:lnTo>
                    <a:pt x="2411129" y="2299677"/>
                  </a:lnTo>
                  <a:lnTo>
                    <a:pt x="2410814" y="2301679"/>
                  </a:lnTo>
                  <a:lnTo>
                    <a:pt x="2410452" y="2303601"/>
                  </a:lnTo>
                  <a:lnTo>
                    <a:pt x="2410041" y="2305444"/>
                  </a:lnTo>
                  <a:lnTo>
                    <a:pt x="2409581" y="2307208"/>
                  </a:lnTo>
                  <a:lnTo>
                    <a:pt x="2409092" y="2308887"/>
                  </a:lnTo>
                  <a:lnTo>
                    <a:pt x="2408567" y="2310502"/>
                  </a:lnTo>
                  <a:lnTo>
                    <a:pt x="2408005" y="2312052"/>
                  </a:lnTo>
                  <a:lnTo>
                    <a:pt x="2407408" y="2313538"/>
                  </a:lnTo>
                  <a:lnTo>
                    <a:pt x="2406775" y="2314959"/>
                  </a:lnTo>
                  <a:lnTo>
                    <a:pt x="2406106" y="2316316"/>
                  </a:lnTo>
                  <a:lnTo>
                    <a:pt x="2405401" y="2317608"/>
                  </a:lnTo>
                  <a:lnTo>
                    <a:pt x="2404660" y="2318836"/>
                  </a:lnTo>
                  <a:lnTo>
                    <a:pt x="2403883" y="2319999"/>
                  </a:lnTo>
                  <a:lnTo>
                    <a:pt x="2403070" y="2321098"/>
                  </a:lnTo>
                  <a:lnTo>
                    <a:pt x="2402236" y="2322123"/>
                  </a:lnTo>
                  <a:lnTo>
                    <a:pt x="2401373" y="2323087"/>
                  </a:lnTo>
                  <a:lnTo>
                    <a:pt x="2400480" y="2323993"/>
                  </a:lnTo>
                  <a:lnTo>
                    <a:pt x="2399557" y="2324839"/>
                  </a:lnTo>
                  <a:lnTo>
                    <a:pt x="2398605" y="2325625"/>
                  </a:lnTo>
                  <a:lnTo>
                    <a:pt x="2397623" y="2326352"/>
                  </a:lnTo>
                  <a:lnTo>
                    <a:pt x="2396611" y="2327019"/>
                  </a:lnTo>
                  <a:lnTo>
                    <a:pt x="2395569" y="2327627"/>
                  </a:lnTo>
                  <a:lnTo>
                    <a:pt x="2394497" y="2328175"/>
                  </a:lnTo>
                  <a:lnTo>
                    <a:pt x="2393396" y="2328664"/>
                  </a:lnTo>
                  <a:lnTo>
                    <a:pt x="2392272" y="2329100"/>
                  </a:lnTo>
                  <a:lnTo>
                    <a:pt x="2391134" y="2329490"/>
                  </a:lnTo>
                  <a:lnTo>
                    <a:pt x="2389980" y="2329834"/>
                  </a:lnTo>
                  <a:lnTo>
                    <a:pt x="2388812" y="2330132"/>
                  </a:lnTo>
                  <a:lnTo>
                    <a:pt x="2387629" y="2330384"/>
                  </a:lnTo>
                  <a:lnTo>
                    <a:pt x="2386431" y="2330591"/>
                  </a:lnTo>
                  <a:lnTo>
                    <a:pt x="2385218" y="2330751"/>
                  </a:lnTo>
                  <a:lnTo>
                    <a:pt x="2383990" y="2330866"/>
                  </a:lnTo>
                  <a:lnTo>
                    <a:pt x="2382747" y="2330935"/>
                  </a:lnTo>
                  <a:lnTo>
                    <a:pt x="2381490" y="2330958"/>
                  </a:lnTo>
                  <a:lnTo>
                    <a:pt x="2380221" y="2330935"/>
                  </a:lnTo>
                  <a:lnTo>
                    <a:pt x="2378970" y="2330866"/>
                  </a:lnTo>
                  <a:lnTo>
                    <a:pt x="2377736" y="2330751"/>
                  </a:lnTo>
                  <a:lnTo>
                    <a:pt x="2376519" y="2330591"/>
                  </a:lnTo>
                  <a:lnTo>
                    <a:pt x="2375320" y="2330384"/>
                  </a:lnTo>
                  <a:lnTo>
                    <a:pt x="2374138" y="2330132"/>
                  </a:lnTo>
                  <a:lnTo>
                    <a:pt x="2372973" y="2329834"/>
                  </a:lnTo>
                  <a:lnTo>
                    <a:pt x="2371826" y="2329490"/>
                  </a:lnTo>
                  <a:lnTo>
                    <a:pt x="2370696" y="2329100"/>
                  </a:lnTo>
                  <a:lnTo>
                    <a:pt x="2369583" y="2328664"/>
                  </a:lnTo>
                  <a:lnTo>
                    <a:pt x="2368494" y="2328175"/>
                  </a:lnTo>
                  <a:lnTo>
                    <a:pt x="2367433" y="2327627"/>
                  </a:lnTo>
                  <a:lnTo>
                    <a:pt x="2366400" y="2327019"/>
                  </a:lnTo>
                  <a:lnTo>
                    <a:pt x="2365396" y="2326352"/>
                  </a:lnTo>
                  <a:lnTo>
                    <a:pt x="2364421" y="2325625"/>
                  </a:lnTo>
                  <a:lnTo>
                    <a:pt x="2363474" y="2324839"/>
                  </a:lnTo>
                  <a:lnTo>
                    <a:pt x="2362556" y="2323993"/>
                  </a:lnTo>
                  <a:lnTo>
                    <a:pt x="2361666" y="2323087"/>
                  </a:lnTo>
                  <a:lnTo>
                    <a:pt x="2360804" y="2322123"/>
                  </a:lnTo>
                  <a:lnTo>
                    <a:pt x="2359972" y="2321098"/>
                  </a:lnTo>
                  <a:lnTo>
                    <a:pt x="2359182" y="2320011"/>
                  </a:lnTo>
                  <a:lnTo>
                    <a:pt x="2358426" y="2318858"/>
                  </a:lnTo>
                  <a:lnTo>
                    <a:pt x="2357704" y="2317640"/>
                  </a:lnTo>
                  <a:lnTo>
                    <a:pt x="2357015" y="2316355"/>
                  </a:lnTo>
                  <a:lnTo>
                    <a:pt x="2356359" y="2315005"/>
                  </a:lnTo>
                  <a:lnTo>
                    <a:pt x="2355738" y="2313590"/>
                  </a:lnTo>
                  <a:lnTo>
                    <a:pt x="2355149" y="2312108"/>
                  </a:lnTo>
                  <a:lnTo>
                    <a:pt x="2354594" y="2310561"/>
                  </a:lnTo>
                  <a:lnTo>
                    <a:pt x="2354072" y="2308948"/>
                  </a:lnTo>
                  <a:lnTo>
                    <a:pt x="2353584" y="2307270"/>
                  </a:lnTo>
                  <a:lnTo>
                    <a:pt x="2353149" y="2305505"/>
                  </a:lnTo>
                  <a:lnTo>
                    <a:pt x="2352758" y="2303660"/>
                  </a:lnTo>
                  <a:lnTo>
                    <a:pt x="2352414" y="2301735"/>
                  </a:lnTo>
                  <a:lnTo>
                    <a:pt x="2352116" y="2299729"/>
                  </a:lnTo>
                  <a:lnTo>
                    <a:pt x="2351864" y="2297642"/>
                  </a:lnTo>
                  <a:lnTo>
                    <a:pt x="2351657" y="2295475"/>
                  </a:lnTo>
                  <a:lnTo>
                    <a:pt x="2351497" y="2293227"/>
                  </a:lnTo>
                  <a:lnTo>
                    <a:pt x="2351382" y="2290898"/>
                  </a:lnTo>
                  <a:lnTo>
                    <a:pt x="2351313" y="2288489"/>
                  </a:lnTo>
                  <a:lnTo>
                    <a:pt x="2351290" y="2286000"/>
                  </a:lnTo>
                  <a:lnTo>
                    <a:pt x="2351313" y="2283404"/>
                  </a:lnTo>
                  <a:lnTo>
                    <a:pt x="2351382" y="2280900"/>
                  </a:lnTo>
                  <a:lnTo>
                    <a:pt x="2351497" y="2278487"/>
                  </a:lnTo>
                  <a:lnTo>
                    <a:pt x="2351657" y="2276167"/>
                  </a:lnTo>
                  <a:lnTo>
                    <a:pt x="2351864" y="2273938"/>
                  </a:lnTo>
                  <a:lnTo>
                    <a:pt x="2352116" y="2271801"/>
                  </a:lnTo>
                  <a:lnTo>
                    <a:pt x="2352414" y="2269756"/>
                  </a:lnTo>
                  <a:lnTo>
                    <a:pt x="2352758" y="2267803"/>
                  </a:lnTo>
                  <a:lnTo>
                    <a:pt x="2353149" y="2265941"/>
                  </a:lnTo>
                  <a:lnTo>
                    <a:pt x="2353584" y="2264171"/>
                  </a:lnTo>
                  <a:lnTo>
                    <a:pt x="2354073" y="2262470"/>
                  </a:lnTo>
                  <a:lnTo>
                    <a:pt x="2354596" y="2260840"/>
                  </a:lnTo>
                  <a:lnTo>
                    <a:pt x="2355155" y="2259281"/>
                  </a:lnTo>
                  <a:lnTo>
                    <a:pt x="2355747" y="2257792"/>
                  </a:lnTo>
                  <a:lnTo>
                    <a:pt x="2356375" y="2256373"/>
                  </a:lnTo>
                  <a:lnTo>
                    <a:pt x="2357037" y="2255026"/>
                  </a:lnTo>
                  <a:lnTo>
                    <a:pt x="2357734" y="2253749"/>
                  </a:lnTo>
                  <a:lnTo>
                    <a:pt x="2358466" y="2252543"/>
                  </a:lnTo>
                  <a:lnTo>
                    <a:pt x="2359232" y="2251408"/>
                  </a:lnTo>
                  <a:lnTo>
                    <a:pt x="2360034" y="2250343"/>
                  </a:lnTo>
                  <a:lnTo>
                    <a:pt x="2360867" y="2249344"/>
                  </a:lnTo>
                  <a:lnTo>
                    <a:pt x="2361730" y="2248408"/>
                  </a:lnTo>
                  <a:lnTo>
                    <a:pt x="2362623" y="2247534"/>
                  </a:lnTo>
                  <a:lnTo>
                    <a:pt x="2363546" y="2246721"/>
                  </a:lnTo>
                  <a:lnTo>
                    <a:pt x="2364499" y="2245971"/>
                  </a:lnTo>
                  <a:lnTo>
                    <a:pt x="2365481" y="2245283"/>
                  </a:lnTo>
                  <a:lnTo>
                    <a:pt x="2366493" y="2244656"/>
                  </a:lnTo>
                  <a:lnTo>
                    <a:pt x="2367535" y="2244092"/>
                  </a:lnTo>
                  <a:lnTo>
                    <a:pt x="2368606" y="2243590"/>
                  </a:lnTo>
                  <a:lnTo>
                    <a:pt x="2369708" y="2243149"/>
                  </a:lnTo>
                  <a:lnTo>
                    <a:pt x="2370834" y="2242749"/>
                  </a:lnTo>
                  <a:lnTo>
                    <a:pt x="2371980" y="2242390"/>
                  </a:lnTo>
                  <a:lnTo>
                    <a:pt x="2373145" y="2242074"/>
                  </a:lnTo>
                  <a:lnTo>
                    <a:pt x="2374331" y="2241800"/>
                  </a:lnTo>
                  <a:lnTo>
                    <a:pt x="2375537" y="2241568"/>
                  </a:lnTo>
                  <a:lnTo>
                    <a:pt x="2376762" y="2241378"/>
                  </a:lnTo>
                  <a:lnTo>
                    <a:pt x="2378007" y="2241231"/>
                  </a:lnTo>
                  <a:lnTo>
                    <a:pt x="2379272" y="2241125"/>
                  </a:lnTo>
                  <a:lnTo>
                    <a:pt x="2380557" y="2241062"/>
                  </a:lnTo>
                  <a:lnTo>
                    <a:pt x="2381862" y="2241041"/>
                  </a:lnTo>
                  <a:lnTo>
                    <a:pt x="2383106" y="2241062"/>
                  </a:lnTo>
                  <a:lnTo>
                    <a:pt x="2384335" y="2241125"/>
                  </a:lnTo>
                  <a:lnTo>
                    <a:pt x="2385547" y="2241231"/>
                  </a:lnTo>
                  <a:lnTo>
                    <a:pt x="2386743" y="2241378"/>
                  </a:lnTo>
                  <a:lnTo>
                    <a:pt x="2387923" y="2241568"/>
                  </a:lnTo>
                  <a:lnTo>
                    <a:pt x="2389087" y="2241800"/>
                  </a:lnTo>
                  <a:lnTo>
                    <a:pt x="2390235" y="2242074"/>
                  </a:lnTo>
                  <a:lnTo>
                    <a:pt x="2391367" y="2242390"/>
                  </a:lnTo>
                  <a:lnTo>
                    <a:pt x="2392483" y="2242749"/>
                  </a:lnTo>
                  <a:lnTo>
                    <a:pt x="2393582" y="2243149"/>
                  </a:lnTo>
                  <a:lnTo>
                    <a:pt x="2394672" y="2243590"/>
                  </a:lnTo>
                  <a:lnTo>
                    <a:pt x="2395733" y="2244092"/>
                  </a:lnTo>
                  <a:lnTo>
                    <a:pt x="2396765" y="2244656"/>
                  </a:lnTo>
                  <a:lnTo>
                    <a:pt x="2397769" y="2245283"/>
                  </a:lnTo>
                  <a:lnTo>
                    <a:pt x="2398744" y="2245971"/>
                  </a:lnTo>
                  <a:lnTo>
                    <a:pt x="2399691" y="2246721"/>
                  </a:lnTo>
                  <a:lnTo>
                    <a:pt x="2400610" y="2247534"/>
                  </a:lnTo>
                  <a:lnTo>
                    <a:pt x="2401500" y="2248408"/>
                  </a:lnTo>
                  <a:lnTo>
                    <a:pt x="2402361" y="2249344"/>
                  </a:lnTo>
                  <a:lnTo>
                    <a:pt x="2403194" y="2250343"/>
                  </a:lnTo>
                  <a:lnTo>
                    <a:pt x="2403995" y="2251408"/>
                  </a:lnTo>
                  <a:lnTo>
                    <a:pt x="2404761" y="2252543"/>
                  </a:lnTo>
                  <a:lnTo>
                    <a:pt x="2405493" y="2253749"/>
                  </a:lnTo>
                  <a:lnTo>
                    <a:pt x="2406190" y="2255026"/>
                  </a:lnTo>
                  <a:lnTo>
                    <a:pt x="2406853" y="2256373"/>
                  </a:lnTo>
                  <a:lnTo>
                    <a:pt x="2407480" y="2257792"/>
                  </a:lnTo>
                  <a:lnTo>
                    <a:pt x="2408073" y="2259281"/>
                  </a:lnTo>
                  <a:lnTo>
                    <a:pt x="2408631" y="2260840"/>
                  </a:lnTo>
                  <a:lnTo>
                    <a:pt x="2409154" y="2262470"/>
                  </a:lnTo>
                  <a:lnTo>
                    <a:pt x="2409643" y="2264171"/>
                  </a:lnTo>
                  <a:lnTo>
                    <a:pt x="2410091" y="2265941"/>
                  </a:lnTo>
                  <a:lnTo>
                    <a:pt x="2410491" y="2267803"/>
                  </a:lnTo>
                  <a:lnTo>
                    <a:pt x="2410845" y="2269756"/>
                  </a:lnTo>
                  <a:lnTo>
                    <a:pt x="2411151" y="2271801"/>
                  </a:lnTo>
                  <a:lnTo>
                    <a:pt x="2411410" y="2273938"/>
                  </a:lnTo>
                  <a:lnTo>
                    <a:pt x="2411622" y="2276167"/>
                  </a:lnTo>
                  <a:lnTo>
                    <a:pt x="2411787" y="2278487"/>
                  </a:lnTo>
                  <a:lnTo>
                    <a:pt x="2411905" y="2280900"/>
                  </a:lnTo>
                  <a:lnTo>
                    <a:pt x="2411976" y="2283404"/>
                  </a:lnTo>
                  <a:close/>
                  <a:moveTo>
                    <a:pt x="2400651" y="2286000"/>
                  </a:moveTo>
                  <a:lnTo>
                    <a:pt x="2400639" y="2283951"/>
                  </a:lnTo>
                  <a:lnTo>
                    <a:pt x="2400602" y="2281974"/>
                  </a:lnTo>
                  <a:lnTo>
                    <a:pt x="2400540" y="2280067"/>
                  </a:lnTo>
                  <a:lnTo>
                    <a:pt x="2400453" y="2278231"/>
                  </a:lnTo>
                  <a:lnTo>
                    <a:pt x="2400341" y="2276465"/>
                  </a:lnTo>
                  <a:lnTo>
                    <a:pt x="2400205" y="2274770"/>
                  </a:lnTo>
                  <a:lnTo>
                    <a:pt x="2400044" y="2273146"/>
                  </a:lnTo>
                  <a:lnTo>
                    <a:pt x="2399858" y="2271593"/>
                  </a:lnTo>
                  <a:lnTo>
                    <a:pt x="2399647" y="2270110"/>
                  </a:lnTo>
                  <a:lnTo>
                    <a:pt x="2399411" y="2268698"/>
                  </a:lnTo>
                  <a:lnTo>
                    <a:pt x="2399151" y="2267338"/>
                  </a:lnTo>
                  <a:lnTo>
                    <a:pt x="2398868" y="2266034"/>
                  </a:lnTo>
                  <a:lnTo>
                    <a:pt x="2398561" y="2264788"/>
                  </a:lnTo>
                  <a:lnTo>
                    <a:pt x="2398230" y="2263598"/>
                  </a:lnTo>
                  <a:lnTo>
                    <a:pt x="2397876" y="2262466"/>
                  </a:lnTo>
                  <a:lnTo>
                    <a:pt x="2397499" y="2261391"/>
                  </a:lnTo>
                  <a:lnTo>
                    <a:pt x="2397097" y="2260373"/>
                  </a:lnTo>
                  <a:lnTo>
                    <a:pt x="2396673" y="2259411"/>
                  </a:lnTo>
                  <a:lnTo>
                    <a:pt x="2396224" y="2258507"/>
                  </a:lnTo>
                  <a:lnTo>
                    <a:pt x="2395752" y="2257660"/>
                  </a:lnTo>
                  <a:lnTo>
                    <a:pt x="2395258" y="2256854"/>
                  </a:lnTo>
                  <a:lnTo>
                    <a:pt x="2394740" y="2256097"/>
                  </a:lnTo>
                  <a:lnTo>
                    <a:pt x="2394201" y="2255391"/>
                  </a:lnTo>
                  <a:lnTo>
                    <a:pt x="2393639" y="2254733"/>
                  </a:lnTo>
                  <a:lnTo>
                    <a:pt x="2393055" y="2254125"/>
                  </a:lnTo>
                  <a:lnTo>
                    <a:pt x="2392448" y="2253567"/>
                  </a:lnTo>
                  <a:lnTo>
                    <a:pt x="2391820" y="2253059"/>
                  </a:lnTo>
                  <a:lnTo>
                    <a:pt x="2391169" y="2252600"/>
                  </a:lnTo>
                  <a:lnTo>
                    <a:pt x="2390495" y="2252191"/>
                  </a:lnTo>
                  <a:lnTo>
                    <a:pt x="2389799" y="2251831"/>
                  </a:lnTo>
                  <a:lnTo>
                    <a:pt x="2389095" y="2251501"/>
                  </a:lnTo>
                  <a:lnTo>
                    <a:pt x="2388371" y="2251206"/>
                  </a:lnTo>
                  <a:lnTo>
                    <a:pt x="2387626" y="2250946"/>
                  </a:lnTo>
                  <a:lnTo>
                    <a:pt x="2386862" y="2250720"/>
                  </a:lnTo>
                  <a:lnTo>
                    <a:pt x="2386079" y="2250529"/>
                  </a:lnTo>
                  <a:lnTo>
                    <a:pt x="2385275" y="2250373"/>
                  </a:lnTo>
                  <a:lnTo>
                    <a:pt x="2384451" y="2250251"/>
                  </a:lnTo>
                  <a:lnTo>
                    <a:pt x="2383608" y="2250164"/>
                  </a:lnTo>
                  <a:lnTo>
                    <a:pt x="2382745" y="2250112"/>
                  </a:lnTo>
                  <a:lnTo>
                    <a:pt x="2381862" y="2250095"/>
                  </a:lnTo>
                  <a:lnTo>
                    <a:pt x="2380930" y="2250112"/>
                  </a:lnTo>
                  <a:lnTo>
                    <a:pt x="2380021" y="2250164"/>
                  </a:lnTo>
                  <a:lnTo>
                    <a:pt x="2379135" y="2250251"/>
                  </a:lnTo>
                  <a:lnTo>
                    <a:pt x="2378270" y="2250373"/>
                  </a:lnTo>
                  <a:lnTo>
                    <a:pt x="2377428" y="2250529"/>
                  </a:lnTo>
                  <a:lnTo>
                    <a:pt x="2376608" y="2250720"/>
                  </a:lnTo>
                  <a:lnTo>
                    <a:pt x="2375811" y="2250946"/>
                  </a:lnTo>
                  <a:lnTo>
                    <a:pt x="2375036" y="2251206"/>
                  </a:lnTo>
                  <a:lnTo>
                    <a:pt x="2374283" y="2251501"/>
                  </a:lnTo>
                  <a:lnTo>
                    <a:pt x="2373552" y="2251831"/>
                  </a:lnTo>
                  <a:lnTo>
                    <a:pt x="2372844" y="2252202"/>
                  </a:lnTo>
                  <a:lnTo>
                    <a:pt x="2372158" y="2252622"/>
                  </a:lnTo>
                  <a:lnTo>
                    <a:pt x="2371495" y="2253091"/>
                  </a:lnTo>
                  <a:lnTo>
                    <a:pt x="2370853" y="2253607"/>
                  </a:lnTo>
                  <a:lnTo>
                    <a:pt x="2370235" y="2254172"/>
                  </a:lnTo>
                  <a:lnTo>
                    <a:pt x="2369638" y="2254785"/>
                  </a:lnTo>
                  <a:lnTo>
                    <a:pt x="2369064" y="2255447"/>
                  </a:lnTo>
                  <a:lnTo>
                    <a:pt x="2368512" y="2256157"/>
                  </a:lnTo>
                  <a:lnTo>
                    <a:pt x="2367982" y="2256915"/>
                  </a:lnTo>
                  <a:lnTo>
                    <a:pt x="2367475" y="2257722"/>
                  </a:lnTo>
                  <a:lnTo>
                    <a:pt x="2367003" y="2258569"/>
                  </a:lnTo>
                  <a:lnTo>
                    <a:pt x="2366555" y="2259473"/>
                  </a:lnTo>
                  <a:lnTo>
                    <a:pt x="2366130" y="2260435"/>
                  </a:lnTo>
                  <a:lnTo>
                    <a:pt x="2365729" y="2261453"/>
                  </a:lnTo>
                  <a:lnTo>
                    <a:pt x="2365351" y="2262528"/>
                  </a:lnTo>
                  <a:lnTo>
                    <a:pt x="2364997" y="2263660"/>
                  </a:lnTo>
                  <a:lnTo>
                    <a:pt x="2364667" y="2264850"/>
                  </a:lnTo>
                  <a:lnTo>
                    <a:pt x="2364360" y="2266096"/>
                  </a:lnTo>
                  <a:lnTo>
                    <a:pt x="2364076" y="2267400"/>
                  </a:lnTo>
                  <a:lnTo>
                    <a:pt x="2363816" y="2268760"/>
                  </a:lnTo>
                  <a:lnTo>
                    <a:pt x="2363581" y="2270172"/>
                  </a:lnTo>
                  <a:lnTo>
                    <a:pt x="2363370" y="2271652"/>
                  </a:lnTo>
                  <a:lnTo>
                    <a:pt x="2363184" y="2273203"/>
                  </a:lnTo>
                  <a:lnTo>
                    <a:pt x="2363023" y="2274823"/>
                  </a:lnTo>
                  <a:lnTo>
                    <a:pt x="2362886" y="2276512"/>
                  </a:lnTo>
                  <a:lnTo>
                    <a:pt x="2362775" y="2278270"/>
                  </a:lnTo>
                  <a:lnTo>
                    <a:pt x="2362688" y="2280098"/>
                  </a:lnTo>
                  <a:lnTo>
                    <a:pt x="2362626" y="2281996"/>
                  </a:lnTo>
                  <a:lnTo>
                    <a:pt x="2362589" y="2283963"/>
                  </a:lnTo>
                  <a:lnTo>
                    <a:pt x="2362576" y="2286000"/>
                  </a:lnTo>
                  <a:lnTo>
                    <a:pt x="2362589" y="2287977"/>
                  </a:lnTo>
                  <a:lnTo>
                    <a:pt x="2362626" y="2289891"/>
                  </a:lnTo>
                  <a:lnTo>
                    <a:pt x="2362688" y="2291742"/>
                  </a:lnTo>
                  <a:lnTo>
                    <a:pt x="2362775" y="2293530"/>
                  </a:lnTo>
                  <a:lnTo>
                    <a:pt x="2362886" y="2295255"/>
                  </a:lnTo>
                  <a:lnTo>
                    <a:pt x="2363023" y="2296916"/>
                  </a:lnTo>
                  <a:lnTo>
                    <a:pt x="2363184" y="2298514"/>
                  </a:lnTo>
                  <a:lnTo>
                    <a:pt x="2363370" y="2300049"/>
                  </a:lnTo>
                  <a:lnTo>
                    <a:pt x="2363581" y="2301520"/>
                  </a:lnTo>
                  <a:lnTo>
                    <a:pt x="2363816" y="2302929"/>
                  </a:lnTo>
                  <a:lnTo>
                    <a:pt x="2364088" y="2304279"/>
                  </a:lnTo>
                  <a:lnTo>
                    <a:pt x="2364382" y="2305575"/>
                  </a:lnTo>
                  <a:lnTo>
                    <a:pt x="2364698" y="2306819"/>
                  </a:lnTo>
                  <a:lnTo>
                    <a:pt x="2365037" y="2308009"/>
                  </a:lnTo>
                  <a:lnTo>
                    <a:pt x="2365398" y="2309145"/>
                  </a:lnTo>
                  <a:lnTo>
                    <a:pt x="2365781" y="2310229"/>
                  </a:lnTo>
                  <a:lnTo>
                    <a:pt x="2366186" y="2311259"/>
                  </a:lnTo>
                  <a:lnTo>
                    <a:pt x="2366614" y="2312235"/>
                  </a:lnTo>
                  <a:lnTo>
                    <a:pt x="2367065" y="2313159"/>
                  </a:lnTo>
                  <a:lnTo>
                    <a:pt x="2367537" y="2314029"/>
                  </a:lnTo>
                  <a:lnTo>
                    <a:pt x="2368044" y="2314837"/>
                  </a:lnTo>
                  <a:lnTo>
                    <a:pt x="2368571" y="2315599"/>
                  </a:lnTo>
                  <a:lnTo>
                    <a:pt x="2369120" y="2316315"/>
                  </a:lnTo>
                  <a:lnTo>
                    <a:pt x="2369690" y="2316986"/>
                  </a:lnTo>
                  <a:lnTo>
                    <a:pt x="2370281" y="2317610"/>
                  </a:lnTo>
                  <a:lnTo>
                    <a:pt x="2370893" y="2318189"/>
                  </a:lnTo>
                  <a:lnTo>
                    <a:pt x="2371526" y="2318721"/>
                  </a:lnTo>
                  <a:lnTo>
                    <a:pt x="2372181" y="2319208"/>
                  </a:lnTo>
                  <a:lnTo>
                    <a:pt x="2372856" y="2319649"/>
                  </a:lnTo>
                  <a:lnTo>
                    <a:pt x="2373552" y="2320044"/>
                  </a:lnTo>
                  <a:lnTo>
                    <a:pt x="2374269" y="2320386"/>
                  </a:lnTo>
                  <a:lnTo>
                    <a:pt x="2375006" y="2320691"/>
                  </a:lnTo>
                  <a:lnTo>
                    <a:pt x="2375762" y="2320961"/>
                  </a:lnTo>
                  <a:lnTo>
                    <a:pt x="2376539" y="2321195"/>
                  </a:lnTo>
                  <a:lnTo>
                    <a:pt x="2377335" y="2321393"/>
                  </a:lnTo>
                  <a:lnTo>
                    <a:pt x="2378151" y="2321555"/>
                  </a:lnTo>
                  <a:lnTo>
                    <a:pt x="2378987" y="2321680"/>
                  </a:lnTo>
                  <a:lnTo>
                    <a:pt x="2379843" y="2321770"/>
                  </a:lnTo>
                  <a:lnTo>
                    <a:pt x="2380718" y="2321824"/>
                  </a:lnTo>
                  <a:lnTo>
                    <a:pt x="2381614" y="2321842"/>
                  </a:lnTo>
                  <a:lnTo>
                    <a:pt x="2382486" y="2321824"/>
                  </a:lnTo>
                  <a:lnTo>
                    <a:pt x="2383340" y="2321770"/>
                  </a:lnTo>
                  <a:lnTo>
                    <a:pt x="2384177" y="2321680"/>
                  </a:lnTo>
                  <a:lnTo>
                    <a:pt x="2384997" y="2321555"/>
                  </a:lnTo>
                  <a:lnTo>
                    <a:pt x="2385800" y="2321393"/>
                  </a:lnTo>
                  <a:lnTo>
                    <a:pt x="2386585" y="2321195"/>
                  </a:lnTo>
                  <a:lnTo>
                    <a:pt x="2387352" y="2320961"/>
                  </a:lnTo>
                  <a:lnTo>
                    <a:pt x="2388103" y="2320691"/>
                  </a:lnTo>
                  <a:lnTo>
                    <a:pt x="2388836" y="2320386"/>
                  </a:lnTo>
                  <a:lnTo>
                    <a:pt x="2389551" y="2320044"/>
                  </a:lnTo>
                  <a:lnTo>
                    <a:pt x="2390247" y="2319649"/>
                  </a:lnTo>
                  <a:lnTo>
                    <a:pt x="2390920" y="2319208"/>
                  </a:lnTo>
                  <a:lnTo>
                    <a:pt x="2391572" y="2318721"/>
                  </a:lnTo>
                  <a:lnTo>
                    <a:pt x="2392200" y="2318189"/>
                  </a:lnTo>
                  <a:lnTo>
                    <a:pt x="2392807" y="2317610"/>
                  </a:lnTo>
                  <a:lnTo>
                    <a:pt x="2393391" y="2316986"/>
                  </a:lnTo>
                  <a:lnTo>
                    <a:pt x="2393953" y="2316315"/>
                  </a:lnTo>
                  <a:lnTo>
                    <a:pt x="2394492" y="2315599"/>
                  </a:lnTo>
                  <a:lnTo>
                    <a:pt x="2395010" y="2314837"/>
                  </a:lnTo>
                  <a:lnTo>
                    <a:pt x="2395504" y="2314029"/>
                  </a:lnTo>
                  <a:lnTo>
                    <a:pt x="2395989" y="2313159"/>
                  </a:lnTo>
                  <a:lnTo>
                    <a:pt x="2396449" y="2312235"/>
                  </a:lnTo>
                  <a:lnTo>
                    <a:pt x="2396887" y="2311259"/>
                  </a:lnTo>
                  <a:lnTo>
                    <a:pt x="2397300" y="2310229"/>
                  </a:lnTo>
                  <a:lnTo>
                    <a:pt x="2397690" y="2309145"/>
                  </a:lnTo>
                  <a:lnTo>
                    <a:pt x="2398057" y="2308009"/>
                  </a:lnTo>
                  <a:lnTo>
                    <a:pt x="2398400" y="2306819"/>
                  </a:lnTo>
                  <a:lnTo>
                    <a:pt x="2398719" y="2305575"/>
                  </a:lnTo>
                  <a:lnTo>
                    <a:pt x="2399015" y="2304279"/>
                  </a:lnTo>
                  <a:lnTo>
                    <a:pt x="2399287" y="2302929"/>
                  </a:lnTo>
                  <a:lnTo>
                    <a:pt x="2399546" y="2301520"/>
                  </a:lnTo>
                  <a:lnTo>
                    <a:pt x="2399778" y="2300049"/>
                  </a:lnTo>
                  <a:lnTo>
                    <a:pt x="2399983" y="2298514"/>
                  </a:lnTo>
                  <a:lnTo>
                    <a:pt x="2400160" y="2296916"/>
                  </a:lnTo>
                  <a:lnTo>
                    <a:pt x="2400310" y="2295255"/>
                  </a:lnTo>
                  <a:lnTo>
                    <a:pt x="2400433" y="2293530"/>
                  </a:lnTo>
                  <a:lnTo>
                    <a:pt x="2400529" y="2291742"/>
                  </a:lnTo>
                  <a:lnTo>
                    <a:pt x="2400597" y="2289891"/>
                  </a:lnTo>
                  <a:lnTo>
                    <a:pt x="2400638" y="2287977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7" name="ph16"/>
            <p:cNvSpPr/>
            <p:nvPr/>
          </p:nvSpPr>
          <p:spPr>
            <a:xfrm>
              <a:off x="282848" y="1313792"/>
              <a:ext cx="2412000" cy="2330958"/>
            </a:xfrm>
            <a:custGeom>
              <a:avLst/>
              <a:gdLst/>
              <a:ahLst/>
              <a:cxnLst/>
              <a:rect l="0" t="0" r="0" b="0"/>
              <a:pathLst>
                <a:path w="2412000" h="2330958">
                  <a:moveTo>
                    <a:pt x="2412000" y="2286000"/>
                  </a:moveTo>
                  <a:lnTo>
                    <a:pt x="2411975" y="2288477"/>
                  </a:lnTo>
                  <a:lnTo>
                    <a:pt x="2411903" y="2290876"/>
                  </a:lnTo>
                  <a:lnTo>
                    <a:pt x="2411782" y="2293195"/>
                  </a:lnTo>
                  <a:lnTo>
                    <a:pt x="2411613" y="2295435"/>
                  </a:lnTo>
                  <a:lnTo>
                    <a:pt x="2411395" y="2297596"/>
                  </a:lnTo>
                  <a:lnTo>
                    <a:pt x="2411129" y="2299677"/>
                  </a:lnTo>
                  <a:lnTo>
                    <a:pt x="2410814" y="2301679"/>
                  </a:lnTo>
                  <a:lnTo>
                    <a:pt x="2410452" y="2303601"/>
                  </a:lnTo>
                  <a:lnTo>
                    <a:pt x="2410041" y="2305444"/>
                  </a:lnTo>
                  <a:lnTo>
                    <a:pt x="2409581" y="2307208"/>
                  </a:lnTo>
                  <a:lnTo>
                    <a:pt x="2409092" y="2308887"/>
                  </a:lnTo>
                  <a:lnTo>
                    <a:pt x="2408567" y="2310502"/>
                  </a:lnTo>
                  <a:lnTo>
                    <a:pt x="2408005" y="2312052"/>
                  </a:lnTo>
                  <a:lnTo>
                    <a:pt x="2407408" y="2313538"/>
                  </a:lnTo>
                  <a:lnTo>
                    <a:pt x="2406775" y="2314959"/>
                  </a:lnTo>
                  <a:lnTo>
                    <a:pt x="2406106" y="2316316"/>
                  </a:lnTo>
                  <a:lnTo>
                    <a:pt x="2405401" y="2317608"/>
                  </a:lnTo>
                  <a:lnTo>
                    <a:pt x="2404660" y="2318836"/>
                  </a:lnTo>
                  <a:lnTo>
                    <a:pt x="2403883" y="2319999"/>
                  </a:lnTo>
                  <a:lnTo>
                    <a:pt x="2403070" y="2321098"/>
                  </a:lnTo>
                  <a:lnTo>
                    <a:pt x="2402236" y="2322123"/>
                  </a:lnTo>
                  <a:lnTo>
                    <a:pt x="2401373" y="2323087"/>
                  </a:lnTo>
                  <a:lnTo>
                    <a:pt x="2400480" y="2323993"/>
                  </a:lnTo>
                  <a:lnTo>
                    <a:pt x="2399557" y="2324839"/>
                  </a:lnTo>
                  <a:lnTo>
                    <a:pt x="2398605" y="2325625"/>
                  </a:lnTo>
                  <a:lnTo>
                    <a:pt x="2397623" y="2326352"/>
                  </a:lnTo>
                  <a:lnTo>
                    <a:pt x="2396611" y="2327019"/>
                  </a:lnTo>
                  <a:lnTo>
                    <a:pt x="2395569" y="2327627"/>
                  </a:lnTo>
                  <a:lnTo>
                    <a:pt x="2394497" y="2328175"/>
                  </a:lnTo>
                  <a:lnTo>
                    <a:pt x="2393396" y="2328664"/>
                  </a:lnTo>
                  <a:lnTo>
                    <a:pt x="2392272" y="2329100"/>
                  </a:lnTo>
                  <a:lnTo>
                    <a:pt x="2391134" y="2329490"/>
                  </a:lnTo>
                  <a:lnTo>
                    <a:pt x="2389980" y="2329834"/>
                  </a:lnTo>
                  <a:lnTo>
                    <a:pt x="2388812" y="2330132"/>
                  </a:lnTo>
                  <a:lnTo>
                    <a:pt x="2387629" y="2330384"/>
                  </a:lnTo>
                  <a:lnTo>
                    <a:pt x="2386431" y="2330591"/>
                  </a:lnTo>
                  <a:lnTo>
                    <a:pt x="2385218" y="2330751"/>
                  </a:lnTo>
                  <a:lnTo>
                    <a:pt x="2383990" y="2330866"/>
                  </a:lnTo>
                  <a:lnTo>
                    <a:pt x="2382747" y="2330935"/>
                  </a:lnTo>
                  <a:lnTo>
                    <a:pt x="2381490" y="2330958"/>
                  </a:lnTo>
                  <a:lnTo>
                    <a:pt x="2380221" y="2330935"/>
                  </a:lnTo>
                  <a:lnTo>
                    <a:pt x="2378970" y="2330866"/>
                  </a:lnTo>
                  <a:lnTo>
                    <a:pt x="2377736" y="2330751"/>
                  </a:lnTo>
                  <a:lnTo>
                    <a:pt x="2376519" y="2330591"/>
                  </a:lnTo>
                  <a:lnTo>
                    <a:pt x="2375320" y="2330384"/>
                  </a:lnTo>
                  <a:lnTo>
                    <a:pt x="2374138" y="2330132"/>
                  </a:lnTo>
                  <a:lnTo>
                    <a:pt x="2372973" y="2329834"/>
                  </a:lnTo>
                  <a:lnTo>
                    <a:pt x="2371826" y="2329490"/>
                  </a:lnTo>
                  <a:lnTo>
                    <a:pt x="2370696" y="2329100"/>
                  </a:lnTo>
                  <a:lnTo>
                    <a:pt x="2369583" y="2328664"/>
                  </a:lnTo>
                  <a:lnTo>
                    <a:pt x="2368494" y="2328175"/>
                  </a:lnTo>
                  <a:lnTo>
                    <a:pt x="2367433" y="2327627"/>
                  </a:lnTo>
                  <a:lnTo>
                    <a:pt x="2366400" y="2327019"/>
                  </a:lnTo>
                  <a:lnTo>
                    <a:pt x="2365396" y="2326352"/>
                  </a:lnTo>
                  <a:lnTo>
                    <a:pt x="2364421" y="2325625"/>
                  </a:lnTo>
                  <a:lnTo>
                    <a:pt x="2363474" y="2324839"/>
                  </a:lnTo>
                  <a:lnTo>
                    <a:pt x="2362556" y="2323993"/>
                  </a:lnTo>
                  <a:lnTo>
                    <a:pt x="2361666" y="2323087"/>
                  </a:lnTo>
                  <a:lnTo>
                    <a:pt x="2360804" y="2322123"/>
                  </a:lnTo>
                  <a:lnTo>
                    <a:pt x="2359972" y="2321098"/>
                  </a:lnTo>
                  <a:lnTo>
                    <a:pt x="2359182" y="2320011"/>
                  </a:lnTo>
                  <a:lnTo>
                    <a:pt x="2358426" y="2318858"/>
                  </a:lnTo>
                  <a:lnTo>
                    <a:pt x="2357704" y="2317640"/>
                  </a:lnTo>
                  <a:lnTo>
                    <a:pt x="2357015" y="2316355"/>
                  </a:lnTo>
                  <a:lnTo>
                    <a:pt x="2356359" y="2315005"/>
                  </a:lnTo>
                  <a:lnTo>
                    <a:pt x="2355738" y="2313590"/>
                  </a:lnTo>
                  <a:lnTo>
                    <a:pt x="2355149" y="2312108"/>
                  </a:lnTo>
                  <a:lnTo>
                    <a:pt x="2354594" y="2310561"/>
                  </a:lnTo>
                  <a:lnTo>
                    <a:pt x="2354072" y="2308948"/>
                  </a:lnTo>
                  <a:lnTo>
                    <a:pt x="2353584" y="2307270"/>
                  </a:lnTo>
                  <a:lnTo>
                    <a:pt x="2353149" y="2305505"/>
                  </a:lnTo>
                  <a:lnTo>
                    <a:pt x="2352758" y="2303660"/>
                  </a:lnTo>
                  <a:lnTo>
                    <a:pt x="2352414" y="2301735"/>
                  </a:lnTo>
                  <a:lnTo>
                    <a:pt x="2352116" y="2299729"/>
                  </a:lnTo>
                  <a:lnTo>
                    <a:pt x="2351864" y="2297642"/>
                  </a:lnTo>
                  <a:lnTo>
                    <a:pt x="2351657" y="2295475"/>
                  </a:lnTo>
                  <a:lnTo>
                    <a:pt x="2351497" y="2293227"/>
                  </a:lnTo>
                  <a:lnTo>
                    <a:pt x="2351382" y="2290898"/>
                  </a:lnTo>
                  <a:lnTo>
                    <a:pt x="2351313" y="2288489"/>
                  </a:lnTo>
                  <a:lnTo>
                    <a:pt x="2351290" y="2286000"/>
                  </a:lnTo>
                  <a:lnTo>
                    <a:pt x="2351313" y="2283404"/>
                  </a:lnTo>
                  <a:lnTo>
                    <a:pt x="2351382" y="2280900"/>
                  </a:lnTo>
                  <a:lnTo>
                    <a:pt x="2351497" y="2278487"/>
                  </a:lnTo>
                  <a:lnTo>
                    <a:pt x="2351657" y="2276167"/>
                  </a:lnTo>
                  <a:lnTo>
                    <a:pt x="2351864" y="2273938"/>
                  </a:lnTo>
                  <a:lnTo>
                    <a:pt x="2352116" y="2271801"/>
                  </a:lnTo>
                  <a:lnTo>
                    <a:pt x="2352414" y="2269756"/>
                  </a:lnTo>
                  <a:lnTo>
                    <a:pt x="2352758" y="2267803"/>
                  </a:lnTo>
                  <a:lnTo>
                    <a:pt x="2353149" y="2265941"/>
                  </a:lnTo>
                  <a:lnTo>
                    <a:pt x="2353584" y="2264171"/>
                  </a:lnTo>
                  <a:lnTo>
                    <a:pt x="2354073" y="2262470"/>
                  </a:lnTo>
                  <a:lnTo>
                    <a:pt x="2354596" y="2260840"/>
                  </a:lnTo>
                  <a:lnTo>
                    <a:pt x="2355155" y="2259281"/>
                  </a:lnTo>
                  <a:lnTo>
                    <a:pt x="2355747" y="2257792"/>
                  </a:lnTo>
                  <a:lnTo>
                    <a:pt x="2356375" y="2256373"/>
                  </a:lnTo>
                  <a:lnTo>
                    <a:pt x="2357037" y="2255026"/>
                  </a:lnTo>
                  <a:lnTo>
                    <a:pt x="2357734" y="2253749"/>
                  </a:lnTo>
                  <a:lnTo>
                    <a:pt x="2358466" y="2252543"/>
                  </a:lnTo>
                  <a:lnTo>
                    <a:pt x="2359232" y="2251408"/>
                  </a:lnTo>
                  <a:lnTo>
                    <a:pt x="2360034" y="2250343"/>
                  </a:lnTo>
                  <a:lnTo>
                    <a:pt x="2360867" y="2249344"/>
                  </a:lnTo>
                  <a:lnTo>
                    <a:pt x="2361730" y="2248408"/>
                  </a:lnTo>
                  <a:lnTo>
                    <a:pt x="2362623" y="2247534"/>
                  </a:lnTo>
                  <a:lnTo>
                    <a:pt x="2363546" y="2246721"/>
                  </a:lnTo>
                  <a:lnTo>
                    <a:pt x="2364499" y="2245971"/>
                  </a:lnTo>
                  <a:lnTo>
                    <a:pt x="2365481" y="2245283"/>
                  </a:lnTo>
                  <a:lnTo>
                    <a:pt x="2366493" y="2244656"/>
                  </a:lnTo>
                  <a:lnTo>
                    <a:pt x="2367535" y="2244092"/>
                  </a:lnTo>
                  <a:lnTo>
                    <a:pt x="2368606" y="2243590"/>
                  </a:lnTo>
                  <a:lnTo>
                    <a:pt x="2369708" y="2243149"/>
                  </a:lnTo>
                  <a:lnTo>
                    <a:pt x="2370834" y="2242749"/>
                  </a:lnTo>
                  <a:lnTo>
                    <a:pt x="2371980" y="2242390"/>
                  </a:lnTo>
                  <a:lnTo>
                    <a:pt x="2373145" y="2242074"/>
                  </a:lnTo>
                  <a:lnTo>
                    <a:pt x="2374331" y="2241800"/>
                  </a:lnTo>
                  <a:lnTo>
                    <a:pt x="2375537" y="2241568"/>
                  </a:lnTo>
                  <a:lnTo>
                    <a:pt x="2376762" y="2241378"/>
                  </a:lnTo>
                  <a:lnTo>
                    <a:pt x="2378007" y="2241231"/>
                  </a:lnTo>
                  <a:lnTo>
                    <a:pt x="2379272" y="2241125"/>
                  </a:lnTo>
                  <a:lnTo>
                    <a:pt x="2380557" y="2241062"/>
                  </a:lnTo>
                  <a:lnTo>
                    <a:pt x="2381862" y="2241041"/>
                  </a:lnTo>
                  <a:lnTo>
                    <a:pt x="2383106" y="2241062"/>
                  </a:lnTo>
                  <a:lnTo>
                    <a:pt x="2384335" y="2241125"/>
                  </a:lnTo>
                  <a:lnTo>
                    <a:pt x="2385547" y="2241231"/>
                  </a:lnTo>
                  <a:lnTo>
                    <a:pt x="2386743" y="2241378"/>
                  </a:lnTo>
                  <a:lnTo>
                    <a:pt x="2387923" y="2241568"/>
                  </a:lnTo>
                  <a:lnTo>
                    <a:pt x="2389087" y="2241800"/>
                  </a:lnTo>
                  <a:lnTo>
                    <a:pt x="2390235" y="2242074"/>
                  </a:lnTo>
                  <a:lnTo>
                    <a:pt x="2391367" y="2242390"/>
                  </a:lnTo>
                  <a:lnTo>
                    <a:pt x="2392483" y="2242749"/>
                  </a:lnTo>
                  <a:lnTo>
                    <a:pt x="2393582" y="2243149"/>
                  </a:lnTo>
                  <a:lnTo>
                    <a:pt x="2394672" y="2243590"/>
                  </a:lnTo>
                  <a:lnTo>
                    <a:pt x="2395733" y="2244092"/>
                  </a:lnTo>
                  <a:lnTo>
                    <a:pt x="2396765" y="2244656"/>
                  </a:lnTo>
                  <a:lnTo>
                    <a:pt x="2397769" y="2245283"/>
                  </a:lnTo>
                  <a:lnTo>
                    <a:pt x="2398744" y="2245971"/>
                  </a:lnTo>
                  <a:lnTo>
                    <a:pt x="2399691" y="2246721"/>
                  </a:lnTo>
                  <a:lnTo>
                    <a:pt x="2400610" y="2247534"/>
                  </a:lnTo>
                  <a:lnTo>
                    <a:pt x="2401500" y="2248408"/>
                  </a:lnTo>
                  <a:lnTo>
                    <a:pt x="2402361" y="2249344"/>
                  </a:lnTo>
                  <a:lnTo>
                    <a:pt x="2403194" y="2250343"/>
                  </a:lnTo>
                  <a:lnTo>
                    <a:pt x="2403995" y="2251408"/>
                  </a:lnTo>
                  <a:lnTo>
                    <a:pt x="2404761" y="2252543"/>
                  </a:lnTo>
                  <a:lnTo>
                    <a:pt x="2405493" y="2253749"/>
                  </a:lnTo>
                  <a:lnTo>
                    <a:pt x="2406190" y="2255026"/>
                  </a:lnTo>
                  <a:lnTo>
                    <a:pt x="2406853" y="2256373"/>
                  </a:lnTo>
                  <a:lnTo>
                    <a:pt x="2407480" y="2257792"/>
                  </a:lnTo>
                  <a:lnTo>
                    <a:pt x="2408073" y="2259281"/>
                  </a:lnTo>
                  <a:lnTo>
                    <a:pt x="2408631" y="2260840"/>
                  </a:lnTo>
                  <a:lnTo>
                    <a:pt x="2409154" y="2262470"/>
                  </a:lnTo>
                  <a:lnTo>
                    <a:pt x="2409643" y="2264171"/>
                  </a:lnTo>
                  <a:lnTo>
                    <a:pt x="2410091" y="2265941"/>
                  </a:lnTo>
                  <a:lnTo>
                    <a:pt x="2410491" y="2267803"/>
                  </a:lnTo>
                  <a:lnTo>
                    <a:pt x="2410845" y="2269756"/>
                  </a:lnTo>
                  <a:lnTo>
                    <a:pt x="2411151" y="2271801"/>
                  </a:lnTo>
                  <a:lnTo>
                    <a:pt x="2411410" y="2273938"/>
                  </a:lnTo>
                  <a:lnTo>
                    <a:pt x="2411622" y="2276167"/>
                  </a:lnTo>
                  <a:lnTo>
                    <a:pt x="2411787" y="2278487"/>
                  </a:lnTo>
                  <a:lnTo>
                    <a:pt x="2411905" y="2280900"/>
                  </a:lnTo>
                  <a:lnTo>
                    <a:pt x="2411976" y="2283404"/>
                  </a:lnTo>
                  <a:close/>
                  <a:moveTo>
                    <a:pt x="2400651" y="2286000"/>
                  </a:moveTo>
                  <a:lnTo>
                    <a:pt x="2400639" y="2283951"/>
                  </a:lnTo>
                  <a:lnTo>
                    <a:pt x="2400602" y="2281974"/>
                  </a:lnTo>
                  <a:lnTo>
                    <a:pt x="2400540" y="2280067"/>
                  </a:lnTo>
                  <a:lnTo>
                    <a:pt x="2400453" y="2278231"/>
                  </a:lnTo>
                  <a:lnTo>
                    <a:pt x="2400341" y="2276465"/>
                  </a:lnTo>
                  <a:lnTo>
                    <a:pt x="2400205" y="2274770"/>
                  </a:lnTo>
                  <a:lnTo>
                    <a:pt x="2400044" y="2273146"/>
                  </a:lnTo>
                  <a:lnTo>
                    <a:pt x="2399858" y="2271593"/>
                  </a:lnTo>
                  <a:lnTo>
                    <a:pt x="2399647" y="2270110"/>
                  </a:lnTo>
                  <a:lnTo>
                    <a:pt x="2399411" y="2268698"/>
                  </a:lnTo>
                  <a:lnTo>
                    <a:pt x="2399151" y="2267338"/>
                  </a:lnTo>
                  <a:lnTo>
                    <a:pt x="2398868" y="2266034"/>
                  </a:lnTo>
                  <a:lnTo>
                    <a:pt x="2398561" y="2264788"/>
                  </a:lnTo>
                  <a:lnTo>
                    <a:pt x="2398230" y="2263598"/>
                  </a:lnTo>
                  <a:lnTo>
                    <a:pt x="2397876" y="2262466"/>
                  </a:lnTo>
                  <a:lnTo>
                    <a:pt x="2397499" y="2261391"/>
                  </a:lnTo>
                  <a:lnTo>
                    <a:pt x="2397097" y="2260373"/>
                  </a:lnTo>
                  <a:lnTo>
                    <a:pt x="2396673" y="2259411"/>
                  </a:lnTo>
                  <a:lnTo>
                    <a:pt x="2396224" y="2258507"/>
                  </a:lnTo>
                  <a:lnTo>
                    <a:pt x="2395752" y="2257660"/>
                  </a:lnTo>
                  <a:lnTo>
                    <a:pt x="2395258" y="2256854"/>
                  </a:lnTo>
                  <a:lnTo>
                    <a:pt x="2394740" y="2256097"/>
                  </a:lnTo>
                  <a:lnTo>
                    <a:pt x="2394201" y="2255391"/>
                  </a:lnTo>
                  <a:lnTo>
                    <a:pt x="2393639" y="2254733"/>
                  </a:lnTo>
                  <a:lnTo>
                    <a:pt x="2393055" y="2254125"/>
                  </a:lnTo>
                  <a:lnTo>
                    <a:pt x="2392448" y="2253567"/>
                  </a:lnTo>
                  <a:lnTo>
                    <a:pt x="2391820" y="2253059"/>
                  </a:lnTo>
                  <a:lnTo>
                    <a:pt x="2391169" y="2252600"/>
                  </a:lnTo>
                  <a:lnTo>
                    <a:pt x="2390495" y="2252191"/>
                  </a:lnTo>
                  <a:lnTo>
                    <a:pt x="2389799" y="2251831"/>
                  </a:lnTo>
                  <a:lnTo>
                    <a:pt x="2389095" y="2251501"/>
                  </a:lnTo>
                  <a:lnTo>
                    <a:pt x="2388371" y="2251206"/>
                  </a:lnTo>
                  <a:lnTo>
                    <a:pt x="2387626" y="2250946"/>
                  </a:lnTo>
                  <a:lnTo>
                    <a:pt x="2386862" y="2250720"/>
                  </a:lnTo>
                  <a:lnTo>
                    <a:pt x="2386079" y="2250529"/>
                  </a:lnTo>
                  <a:lnTo>
                    <a:pt x="2385275" y="2250373"/>
                  </a:lnTo>
                  <a:lnTo>
                    <a:pt x="2384451" y="2250251"/>
                  </a:lnTo>
                  <a:lnTo>
                    <a:pt x="2383608" y="2250164"/>
                  </a:lnTo>
                  <a:lnTo>
                    <a:pt x="2382745" y="2250112"/>
                  </a:lnTo>
                  <a:lnTo>
                    <a:pt x="2381862" y="2250095"/>
                  </a:lnTo>
                  <a:lnTo>
                    <a:pt x="2380930" y="2250112"/>
                  </a:lnTo>
                  <a:lnTo>
                    <a:pt x="2380021" y="2250164"/>
                  </a:lnTo>
                  <a:lnTo>
                    <a:pt x="2379135" y="2250251"/>
                  </a:lnTo>
                  <a:lnTo>
                    <a:pt x="2378270" y="2250373"/>
                  </a:lnTo>
                  <a:lnTo>
                    <a:pt x="2377428" y="2250529"/>
                  </a:lnTo>
                  <a:lnTo>
                    <a:pt x="2376608" y="2250720"/>
                  </a:lnTo>
                  <a:lnTo>
                    <a:pt x="2375811" y="2250946"/>
                  </a:lnTo>
                  <a:lnTo>
                    <a:pt x="2375036" y="2251206"/>
                  </a:lnTo>
                  <a:lnTo>
                    <a:pt x="2374283" y="2251501"/>
                  </a:lnTo>
                  <a:lnTo>
                    <a:pt x="2373552" y="2251831"/>
                  </a:lnTo>
                  <a:lnTo>
                    <a:pt x="2372844" y="2252202"/>
                  </a:lnTo>
                  <a:lnTo>
                    <a:pt x="2372158" y="2252622"/>
                  </a:lnTo>
                  <a:lnTo>
                    <a:pt x="2371495" y="2253091"/>
                  </a:lnTo>
                  <a:lnTo>
                    <a:pt x="2370853" y="2253607"/>
                  </a:lnTo>
                  <a:lnTo>
                    <a:pt x="2370235" y="2254172"/>
                  </a:lnTo>
                  <a:lnTo>
                    <a:pt x="2369638" y="2254785"/>
                  </a:lnTo>
                  <a:lnTo>
                    <a:pt x="2369064" y="2255447"/>
                  </a:lnTo>
                  <a:lnTo>
                    <a:pt x="2368512" y="2256157"/>
                  </a:lnTo>
                  <a:lnTo>
                    <a:pt x="2367982" y="2256915"/>
                  </a:lnTo>
                  <a:lnTo>
                    <a:pt x="2367475" y="2257722"/>
                  </a:lnTo>
                  <a:lnTo>
                    <a:pt x="2367003" y="2258569"/>
                  </a:lnTo>
                  <a:lnTo>
                    <a:pt x="2366555" y="2259473"/>
                  </a:lnTo>
                  <a:lnTo>
                    <a:pt x="2366130" y="2260435"/>
                  </a:lnTo>
                  <a:lnTo>
                    <a:pt x="2365729" y="2261453"/>
                  </a:lnTo>
                  <a:lnTo>
                    <a:pt x="2365351" y="2262528"/>
                  </a:lnTo>
                  <a:lnTo>
                    <a:pt x="2364997" y="2263660"/>
                  </a:lnTo>
                  <a:lnTo>
                    <a:pt x="2364667" y="2264850"/>
                  </a:lnTo>
                  <a:lnTo>
                    <a:pt x="2364360" y="2266096"/>
                  </a:lnTo>
                  <a:lnTo>
                    <a:pt x="2364076" y="2267400"/>
                  </a:lnTo>
                  <a:lnTo>
                    <a:pt x="2363816" y="2268760"/>
                  </a:lnTo>
                  <a:lnTo>
                    <a:pt x="2363581" y="2270172"/>
                  </a:lnTo>
                  <a:lnTo>
                    <a:pt x="2363370" y="2271652"/>
                  </a:lnTo>
                  <a:lnTo>
                    <a:pt x="2363184" y="2273203"/>
                  </a:lnTo>
                  <a:lnTo>
                    <a:pt x="2363023" y="2274823"/>
                  </a:lnTo>
                  <a:lnTo>
                    <a:pt x="2362886" y="2276512"/>
                  </a:lnTo>
                  <a:lnTo>
                    <a:pt x="2362775" y="2278270"/>
                  </a:lnTo>
                  <a:lnTo>
                    <a:pt x="2362688" y="2280098"/>
                  </a:lnTo>
                  <a:lnTo>
                    <a:pt x="2362626" y="2281996"/>
                  </a:lnTo>
                  <a:lnTo>
                    <a:pt x="2362589" y="2283963"/>
                  </a:lnTo>
                  <a:lnTo>
                    <a:pt x="2362576" y="2286000"/>
                  </a:lnTo>
                  <a:lnTo>
                    <a:pt x="2362589" y="2287977"/>
                  </a:lnTo>
                  <a:lnTo>
                    <a:pt x="2362626" y="2289891"/>
                  </a:lnTo>
                  <a:lnTo>
                    <a:pt x="2362688" y="2291742"/>
                  </a:lnTo>
                  <a:lnTo>
                    <a:pt x="2362775" y="2293530"/>
                  </a:lnTo>
                  <a:lnTo>
                    <a:pt x="2362886" y="2295255"/>
                  </a:lnTo>
                  <a:lnTo>
                    <a:pt x="2363023" y="2296916"/>
                  </a:lnTo>
                  <a:lnTo>
                    <a:pt x="2363184" y="2298514"/>
                  </a:lnTo>
                  <a:lnTo>
                    <a:pt x="2363370" y="2300049"/>
                  </a:lnTo>
                  <a:lnTo>
                    <a:pt x="2363581" y="2301520"/>
                  </a:lnTo>
                  <a:lnTo>
                    <a:pt x="2363816" y="2302929"/>
                  </a:lnTo>
                  <a:lnTo>
                    <a:pt x="2364088" y="2304279"/>
                  </a:lnTo>
                  <a:lnTo>
                    <a:pt x="2364382" y="2305575"/>
                  </a:lnTo>
                  <a:lnTo>
                    <a:pt x="2364698" y="2306819"/>
                  </a:lnTo>
                  <a:lnTo>
                    <a:pt x="2365037" y="2308009"/>
                  </a:lnTo>
                  <a:lnTo>
                    <a:pt x="2365398" y="2309145"/>
                  </a:lnTo>
                  <a:lnTo>
                    <a:pt x="2365781" y="2310229"/>
                  </a:lnTo>
                  <a:lnTo>
                    <a:pt x="2366186" y="2311259"/>
                  </a:lnTo>
                  <a:lnTo>
                    <a:pt x="2366614" y="2312235"/>
                  </a:lnTo>
                  <a:lnTo>
                    <a:pt x="2367065" y="2313159"/>
                  </a:lnTo>
                  <a:lnTo>
                    <a:pt x="2367537" y="2314029"/>
                  </a:lnTo>
                  <a:lnTo>
                    <a:pt x="2368044" y="2314837"/>
                  </a:lnTo>
                  <a:lnTo>
                    <a:pt x="2368571" y="2315599"/>
                  </a:lnTo>
                  <a:lnTo>
                    <a:pt x="2369120" y="2316315"/>
                  </a:lnTo>
                  <a:lnTo>
                    <a:pt x="2369690" y="2316986"/>
                  </a:lnTo>
                  <a:lnTo>
                    <a:pt x="2370281" y="2317610"/>
                  </a:lnTo>
                  <a:lnTo>
                    <a:pt x="2370893" y="2318189"/>
                  </a:lnTo>
                  <a:lnTo>
                    <a:pt x="2371526" y="2318721"/>
                  </a:lnTo>
                  <a:lnTo>
                    <a:pt x="2372181" y="2319208"/>
                  </a:lnTo>
                  <a:lnTo>
                    <a:pt x="2372856" y="2319649"/>
                  </a:lnTo>
                  <a:lnTo>
                    <a:pt x="2373552" y="2320044"/>
                  </a:lnTo>
                  <a:lnTo>
                    <a:pt x="2374269" y="2320386"/>
                  </a:lnTo>
                  <a:lnTo>
                    <a:pt x="2375006" y="2320691"/>
                  </a:lnTo>
                  <a:lnTo>
                    <a:pt x="2375762" y="2320961"/>
                  </a:lnTo>
                  <a:lnTo>
                    <a:pt x="2376539" y="2321195"/>
                  </a:lnTo>
                  <a:lnTo>
                    <a:pt x="2377335" y="2321393"/>
                  </a:lnTo>
                  <a:lnTo>
                    <a:pt x="2378151" y="2321555"/>
                  </a:lnTo>
                  <a:lnTo>
                    <a:pt x="2378987" y="2321680"/>
                  </a:lnTo>
                  <a:lnTo>
                    <a:pt x="2379843" y="2321770"/>
                  </a:lnTo>
                  <a:lnTo>
                    <a:pt x="2380718" y="2321824"/>
                  </a:lnTo>
                  <a:lnTo>
                    <a:pt x="2381614" y="2321842"/>
                  </a:lnTo>
                  <a:lnTo>
                    <a:pt x="2382486" y="2321824"/>
                  </a:lnTo>
                  <a:lnTo>
                    <a:pt x="2383340" y="2321770"/>
                  </a:lnTo>
                  <a:lnTo>
                    <a:pt x="2384177" y="2321680"/>
                  </a:lnTo>
                  <a:lnTo>
                    <a:pt x="2384997" y="2321555"/>
                  </a:lnTo>
                  <a:lnTo>
                    <a:pt x="2385800" y="2321393"/>
                  </a:lnTo>
                  <a:lnTo>
                    <a:pt x="2386585" y="2321195"/>
                  </a:lnTo>
                  <a:lnTo>
                    <a:pt x="2387352" y="2320961"/>
                  </a:lnTo>
                  <a:lnTo>
                    <a:pt x="2388103" y="2320691"/>
                  </a:lnTo>
                  <a:lnTo>
                    <a:pt x="2388836" y="2320386"/>
                  </a:lnTo>
                  <a:lnTo>
                    <a:pt x="2389551" y="2320044"/>
                  </a:lnTo>
                  <a:lnTo>
                    <a:pt x="2390247" y="2319649"/>
                  </a:lnTo>
                  <a:lnTo>
                    <a:pt x="2390920" y="2319208"/>
                  </a:lnTo>
                  <a:lnTo>
                    <a:pt x="2391572" y="2318721"/>
                  </a:lnTo>
                  <a:lnTo>
                    <a:pt x="2392200" y="2318189"/>
                  </a:lnTo>
                  <a:lnTo>
                    <a:pt x="2392807" y="2317610"/>
                  </a:lnTo>
                  <a:lnTo>
                    <a:pt x="2393391" y="2316986"/>
                  </a:lnTo>
                  <a:lnTo>
                    <a:pt x="2393953" y="2316315"/>
                  </a:lnTo>
                  <a:lnTo>
                    <a:pt x="2394492" y="2315599"/>
                  </a:lnTo>
                  <a:lnTo>
                    <a:pt x="2395010" y="2314837"/>
                  </a:lnTo>
                  <a:lnTo>
                    <a:pt x="2395504" y="2314029"/>
                  </a:lnTo>
                  <a:lnTo>
                    <a:pt x="2395989" y="2313159"/>
                  </a:lnTo>
                  <a:lnTo>
                    <a:pt x="2396449" y="2312235"/>
                  </a:lnTo>
                  <a:lnTo>
                    <a:pt x="2396887" y="2311259"/>
                  </a:lnTo>
                  <a:lnTo>
                    <a:pt x="2397300" y="2310229"/>
                  </a:lnTo>
                  <a:lnTo>
                    <a:pt x="2397690" y="2309145"/>
                  </a:lnTo>
                  <a:lnTo>
                    <a:pt x="2398057" y="2308009"/>
                  </a:lnTo>
                  <a:lnTo>
                    <a:pt x="2398400" y="2306819"/>
                  </a:lnTo>
                  <a:lnTo>
                    <a:pt x="2398719" y="2305575"/>
                  </a:lnTo>
                  <a:lnTo>
                    <a:pt x="2399015" y="2304279"/>
                  </a:lnTo>
                  <a:lnTo>
                    <a:pt x="2399287" y="2302929"/>
                  </a:lnTo>
                  <a:lnTo>
                    <a:pt x="2399546" y="2301520"/>
                  </a:lnTo>
                  <a:lnTo>
                    <a:pt x="2399778" y="2300049"/>
                  </a:lnTo>
                  <a:lnTo>
                    <a:pt x="2399983" y="2298514"/>
                  </a:lnTo>
                  <a:lnTo>
                    <a:pt x="2400160" y="2296916"/>
                  </a:lnTo>
                  <a:lnTo>
                    <a:pt x="2400310" y="2295255"/>
                  </a:lnTo>
                  <a:lnTo>
                    <a:pt x="2400433" y="2293530"/>
                  </a:lnTo>
                  <a:lnTo>
                    <a:pt x="2400529" y="2291742"/>
                  </a:lnTo>
                  <a:lnTo>
                    <a:pt x="2400597" y="2289891"/>
                  </a:lnTo>
                  <a:lnTo>
                    <a:pt x="2400638" y="2287977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8" name="ph17"/>
            <p:cNvSpPr/>
            <p:nvPr/>
          </p:nvSpPr>
          <p:spPr>
            <a:xfrm>
              <a:off x="211845" y="726893"/>
              <a:ext cx="2412000" cy="2315703"/>
            </a:xfrm>
            <a:custGeom>
              <a:avLst/>
              <a:gdLst/>
              <a:ahLst/>
              <a:cxnLst/>
              <a:rect l="0" t="0" r="0" b="0"/>
              <a:pathLst>
                <a:path w="2412000" h="2315703">
                  <a:moveTo>
                    <a:pt x="2412000" y="2286000"/>
                  </a:moveTo>
                  <a:lnTo>
                    <a:pt x="2411980" y="2287303"/>
                  </a:lnTo>
                  <a:lnTo>
                    <a:pt x="2411920" y="2288584"/>
                  </a:lnTo>
                  <a:lnTo>
                    <a:pt x="2411821" y="2289843"/>
                  </a:lnTo>
                  <a:lnTo>
                    <a:pt x="2411682" y="2291080"/>
                  </a:lnTo>
                  <a:lnTo>
                    <a:pt x="2411503" y="2292294"/>
                  </a:lnTo>
                  <a:lnTo>
                    <a:pt x="2411285" y="2293486"/>
                  </a:lnTo>
                  <a:lnTo>
                    <a:pt x="2411027" y="2294655"/>
                  </a:lnTo>
                  <a:lnTo>
                    <a:pt x="2410730" y="2295802"/>
                  </a:lnTo>
                  <a:lnTo>
                    <a:pt x="2410392" y="2296927"/>
                  </a:lnTo>
                  <a:lnTo>
                    <a:pt x="2410015" y="2298030"/>
                  </a:lnTo>
                  <a:lnTo>
                    <a:pt x="2409599" y="2299106"/>
                  </a:lnTo>
                  <a:lnTo>
                    <a:pt x="2409144" y="2300153"/>
                  </a:lnTo>
                  <a:lnTo>
                    <a:pt x="2408651" y="2301170"/>
                  </a:lnTo>
                  <a:lnTo>
                    <a:pt x="2408120" y="2302157"/>
                  </a:lnTo>
                  <a:lnTo>
                    <a:pt x="2407550" y="2303115"/>
                  </a:lnTo>
                  <a:lnTo>
                    <a:pt x="2406942" y="2304042"/>
                  </a:lnTo>
                  <a:lnTo>
                    <a:pt x="2406295" y="2304940"/>
                  </a:lnTo>
                  <a:lnTo>
                    <a:pt x="2405610" y="2305809"/>
                  </a:lnTo>
                  <a:lnTo>
                    <a:pt x="2404886" y="2306647"/>
                  </a:lnTo>
                  <a:lnTo>
                    <a:pt x="2404124" y="2307456"/>
                  </a:lnTo>
                  <a:lnTo>
                    <a:pt x="2403323" y="2308220"/>
                  </a:lnTo>
                  <a:lnTo>
                    <a:pt x="2402484" y="2308949"/>
                  </a:lnTo>
                  <a:lnTo>
                    <a:pt x="2401607" y="2309643"/>
                  </a:lnTo>
                  <a:lnTo>
                    <a:pt x="2400691" y="2310303"/>
                  </a:lnTo>
                  <a:lnTo>
                    <a:pt x="2399737" y="2310928"/>
                  </a:lnTo>
                  <a:lnTo>
                    <a:pt x="2398744" y="2311519"/>
                  </a:lnTo>
                  <a:lnTo>
                    <a:pt x="2397713" y="2312074"/>
                  </a:lnTo>
                  <a:lnTo>
                    <a:pt x="2396643" y="2312595"/>
                  </a:lnTo>
                  <a:lnTo>
                    <a:pt x="2395535" y="2313081"/>
                  </a:lnTo>
                  <a:lnTo>
                    <a:pt x="2394388" y="2313533"/>
                  </a:lnTo>
                  <a:lnTo>
                    <a:pt x="2393216" y="2313945"/>
                  </a:lnTo>
                  <a:lnTo>
                    <a:pt x="2392007" y="2314314"/>
                  </a:lnTo>
                  <a:lnTo>
                    <a:pt x="2390760" y="2314640"/>
                  </a:lnTo>
                  <a:lnTo>
                    <a:pt x="2389477" y="2314922"/>
                  </a:lnTo>
                  <a:lnTo>
                    <a:pt x="2388156" y="2315161"/>
                  </a:lnTo>
                  <a:lnTo>
                    <a:pt x="2386798" y="2315356"/>
                  </a:lnTo>
                  <a:lnTo>
                    <a:pt x="2385403" y="2315508"/>
                  </a:lnTo>
                  <a:lnTo>
                    <a:pt x="2383970" y="2315616"/>
                  </a:lnTo>
                  <a:lnTo>
                    <a:pt x="2382501" y="2315681"/>
                  </a:lnTo>
                  <a:lnTo>
                    <a:pt x="2380994" y="2315703"/>
                  </a:lnTo>
                  <a:lnTo>
                    <a:pt x="2379634" y="2315687"/>
                  </a:lnTo>
                  <a:lnTo>
                    <a:pt x="2378310" y="2315639"/>
                  </a:lnTo>
                  <a:lnTo>
                    <a:pt x="2377020" y="2315558"/>
                  </a:lnTo>
                  <a:lnTo>
                    <a:pt x="2375765" y="2315445"/>
                  </a:lnTo>
                  <a:lnTo>
                    <a:pt x="2374544" y="2315300"/>
                  </a:lnTo>
                  <a:lnTo>
                    <a:pt x="2373359" y="2315123"/>
                  </a:lnTo>
                  <a:lnTo>
                    <a:pt x="2372208" y="2314913"/>
                  </a:lnTo>
                  <a:lnTo>
                    <a:pt x="2371092" y="2314671"/>
                  </a:lnTo>
                  <a:lnTo>
                    <a:pt x="2370010" y="2314397"/>
                  </a:lnTo>
                  <a:lnTo>
                    <a:pt x="2368963" y="2314091"/>
                  </a:lnTo>
                  <a:lnTo>
                    <a:pt x="2367962" y="2313757"/>
                  </a:lnTo>
                  <a:lnTo>
                    <a:pt x="2366991" y="2313399"/>
                  </a:lnTo>
                  <a:lnTo>
                    <a:pt x="2366052" y="2313017"/>
                  </a:lnTo>
                  <a:lnTo>
                    <a:pt x="2365143" y="2312612"/>
                  </a:lnTo>
                  <a:lnTo>
                    <a:pt x="2364266" y="2312184"/>
                  </a:lnTo>
                  <a:lnTo>
                    <a:pt x="2363420" y="2311732"/>
                  </a:lnTo>
                  <a:lnTo>
                    <a:pt x="2362604" y="2311256"/>
                  </a:lnTo>
                  <a:lnTo>
                    <a:pt x="2361820" y="2310757"/>
                  </a:lnTo>
                  <a:lnTo>
                    <a:pt x="2361066" y="2310234"/>
                  </a:lnTo>
                  <a:lnTo>
                    <a:pt x="2360344" y="2309688"/>
                  </a:lnTo>
                  <a:lnTo>
                    <a:pt x="2359651" y="2309108"/>
                  </a:lnTo>
                  <a:lnTo>
                    <a:pt x="2358987" y="2308510"/>
                  </a:lnTo>
                  <a:lnTo>
                    <a:pt x="2358351" y="2307893"/>
                  </a:lnTo>
                  <a:lnTo>
                    <a:pt x="2357744" y="2307257"/>
                  </a:lnTo>
                  <a:lnTo>
                    <a:pt x="2357166" y="2306603"/>
                  </a:lnTo>
                  <a:lnTo>
                    <a:pt x="2356616" y="2305930"/>
                  </a:lnTo>
                  <a:lnTo>
                    <a:pt x="2356094" y="2305239"/>
                  </a:lnTo>
                  <a:lnTo>
                    <a:pt x="2355601" y="2304529"/>
                  </a:lnTo>
                  <a:lnTo>
                    <a:pt x="2355137" y="2303800"/>
                  </a:lnTo>
                  <a:lnTo>
                    <a:pt x="2354701" y="2303053"/>
                  </a:lnTo>
                  <a:lnTo>
                    <a:pt x="2354303" y="2302291"/>
                  </a:lnTo>
                  <a:lnTo>
                    <a:pt x="2353929" y="2301517"/>
                  </a:lnTo>
                  <a:lnTo>
                    <a:pt x="2353579" y="2300733"/>
                  </a:lnTo>
                  <a:lnTo>
                    <a:pt x="2353252" y="2299937"/>
                  </a:lnTo>
                  <a:lnTo>
                    <a:pt x="2352949" y="2299130"/>
                  </a:lnTo>
                  <a:lnTo>
                    <a:pt x="2352669" y="2298313"/>
                  </a:lnTo>
                  <a:lnTo>
                    <a:pt x="2352413" y="2297483"/>
                  </a:lnTo>
                  <a:lnTo>
                    <a:pt x="2352181" y="2296643"/>
                  </a:lnTo>
                  <a:lnTo>
                    <a:pt x="2351972" y="2295792"/>
                  </a:lnTo>
                  <a:lnTo>
                    <a:pt x="2351786" y="2294929"/>
                  </a:lnTo>
                  <a:lnTo>
                    <a:pt x="2363072" y="2293627"/>
                  </a:lnTo>
                  <a:lnTo>
                    <a:pt x="2363214" y="2294122"/>
                  </a:lnTo>
                  <a:lnTo>
                    <a:pt x="2363367" y="2294614"/>
                  </a:lnTo>
                  <a:lnTo>
                    <a:pt x="2363532" y="2295104"/>
                  </a:lnTo>
                  <a:lnTo>
                    <a:pt x="2363707" y="2295591"/>
                  </a:lnTo>
                  <a:lnTo>
                    <a:pt x="2363894" y="2296076"/>
                  </a:lnTo>
                  <a:lnTo>
                    <a:pt x="2364092" y="2296559"/>
                  </a:lnTo>
                  <a:lnTo>
                    <a:pt x="2364301" y="2297039"/>
                  </a:lnTo>
                  <a:lnTo>
                    <a:pt x="2364521" y="2297516"/>
                  </a:lnTo>
                  <a:lnTo>
                    <a:pt x="2364752" y="2297991"/>
                  </a:lnTo>
                  <a:lnTo>
                    <a:pt x="2364995" y="2298464"/>
                  </a:lnTo>
                  <a:lnTo>
                    <a:pt x="2365251" y="2298918"/>
                  </a:lnTo>
                  <a:lnTo>
                    <a:pt x="2365525" y="2299364"/>
                  </a:lnTo>
                  <a:lnTo>
                    <a:pt x="2365817" y="2299801"/>
                  </a:lnTo>
                  <a:lnTo>
                    <a:pt x="2366126" y="2300230"/>
                  </a:lnTo>
                  <a:lnTo>
                    <a:pt x="2366452" y="2300650"/>
                  </a:lnTo>
                  <a:lnTo>
                    <a:pt x="2366795" y="2301061"/>
                  </a:lnTo>
                  <a:lnTo>
                    <a:pt x="2367156" y="2301463"/>
                  </a:lnTo>
                  <a:lnTo>
                    <a:pt x="2367535" y="2301857"/>
                  </a:lnTo>
                  <a:lnTo>
                    <a:pt x="2367930" y="2302242"/>
                  </a:lnTo>
                  <a:lnTo>
                    <a:pt x="2368343" y="2302619"/>
                  </a:lnTo>
                  <a:lnTo>
                    <a:pt x="2368787" y="2302971"/>
                  </a:lnTo>
                  <a:lnTo>
                    <a:pt x="2369249" y="2303311"/>
                  </a:lnTo>
                  <a:lnTo>
                    <a:pt x="2369729" y="2303636"/>
                  </a:lnTo>
                  <a:lnTo>
                    <a:pt x="2370228" y="2303948"/>
                  </a:lnTo>
                  <a:lnTo>
                    <a:pt x="2370746" y="2304246"/>
                  </a:lnTo>
                  <a:lnTo>
                    <a:pt x="2371283" y="2304531"/>
                  </a:lnTo>
                  <a:lnTo>
                    <a:pt x="2371838" y="2304802"/>
                  </a:lnTo>
                  <a:lnTo>
                    <a:pt x="2372411" y="2305059"/>
                  </a:lnTo>
                  <a:lnTo>
                    <a:pt x="2373003" y="2305303"/>
                  </a:lnTo>
                  <a:lnTo>
                    <a:pt x="2373614" y="2305533"/>
                  </a:lnTo>
                  <a:lnTo>
                    <a:pt x="2374260" y="2305733"/>
                  </a:lnTo>
                  <a:lnTo>
                    <a:pt x="2374931" y="2305913"/>
                  </a:lnTo>
                  <a:lnTo>
                    <a:pt x="2375629" y="2306071"/>
                  </a:lnTo>
                  <a:lnTo>
                    <a:pt x="2376353" y="2306208"/>
                  </a:lnTo>
                  <a:lnTo>
                    <a:pt x="2377102" y="2306324"/>
                  </a:lnTo>
                  <a:lnTo>
                    <a:pt x="2377878" y="2306419"/>
                  </a:lnTo>
                  <a:lnTo>
                    <a:pt x="2378680" y="2306493"/>
                  </a:lnTo>
                  <a:lnTo>
                    <a:pt x="2379508" y="2306545"/>
                  </a:lnTo>
                  <a:lnTo>
                    <a:pt x="2380362" y="2306577"/>
                  </a:lnTo>
                  <a:lnTo>
                    <a:pt x="2381242" y="2306587"/>
                  </a:lnTo>
                  <a:lnTo>
                    <a:pt x="2382102" y="2306574"/>
                  </a:lnTo>
                  <a:lnTo>
                    <a:pt x="2382946" y="2306535"/>
                  </a:lnTo>
                  <a:lnTo>
                    <a:pt x="2383774" y="2306470"/>
                  </a:lnTo>
                  <a:lnTo>
                    <a:pt x="2384585" y="2306379"/>
                  </a:lnTo>
                  <a:lnTo>
                    <a:pt x="2385381" y="2306262"/>
                  </a:lnTo>
                  <a:lnTo>
                    <a:pt x="2386160" y="2306119"/>
                  </a:lnTo>
                  <a:lnTo>
                    <a:pt x="2386924" y="2305949"/>
                  </a:lnTo>
                  <a:lnTo>
                    <a:pt x="2387671" y="2305754"/>
                  </a:lnTo>
                  <a:lnTo>
                    <a:pt x="2388402" y="2305533"/>
                  </a:lnTo>
                  <a:lnTo>
                    <a:pt x="2389117" y="2305285"/>
                  </a:lnTo>
                  <a:lnTo>
                    <a:pt x="2389814" y="2305000"/>
                  </a:lnTo>
                  <a:lnTo>
                    <a:pt x="2390489" y="2304690"/>
                  </a:lnTo>
                  <a:lnTo>
                    <a:pt x="2391143" y="2304355"/>
                  </a:lnTo>
                  <a:lnTo>
                    <a:pt x="2391776" y="2303995"/>
                  </a:lnTo>
                  <a:lnTo>
                    <a:pt x="2392388" y="2303611"/>
                  </a:lnTo>
                  <a:lnTo>
                    <a:pt x="2392979" y="2303202"/>
                  </a:lnTo>
                  <a:lnTo>
                    <a:pt x="2393549" y="2302767"/>
                  </a:lnTo>
                  <a:lnTo>
                    <a:pt x="2394098" y="2302309"/>
                  </a:lnTo>
                  <a:lnTo>
                    <a:pt x="2394626" y="2301825"/>
                  </a:lnTo>
                  <a:lnTo>
                    <a:pt x="2395132" y="2301316"/>
                  </a:lnTo>
                  <a:lnTo>
                    <a:pt x="2395629" y="2300784"/>
                  </a:lnTo>
                  <a:lnTo>
                    <a:pt x="2396102" y="2300227"/>
                  </a:lnTo>
                  <a:lnTo>
                    <a:pt x="2396552" y="2299648"/>
                  </a:lnTo>
                  <a:lnTo>
                    <a:pt x="2396978" y="2299044"/>
                  </a:lnTo>
                  <a:lnTo>
                    <a:pt x="2397380" y="2298417"/>
                  </a:lnTo>
                  <a:lnTo>
                    <a:pt x="2397759" y="2297767"/>
                  </a:lnTo>
                  <a:lnTo>
                    <a:pt x="2398114" y="2297093"/>
                  </a:lnTo>
                  <a:lnTo>
                    <a:pt x="2398446" y="2296395"/>
                  </a:lnTo>
                  <a:lnTo>
                    <a:pt x="2398754" y="2295674"/>
                  </a:lnTo>
                  <a:lnTo>
                    <a:pt x="2399039" y="2294929"/>
                  </a:lnTo>
                  <a:lnTo>
                    <a:pt x="2399298" y="2294161"/>
                  </a:lnTo>
                  <a:lnTo>
                    <a:pt x="2399530" y="2293371"/>
                  </a:lnTo>
                  <a:lnTo>
                    <a:pt x="2399735" y="2292559"/>
                  </a:lnTo>
                  <a:lnTo>
                    <a:pt x="2399912" y="2291724"/>
                  </a:lnTo>
                  <a:lnTo>
                    <a:pt x="2400062" y="2290867"/>
                  </a:lnTo>
                  <a:lnTo>
                    <a:pt x="2400185" y="2289988"/>
                  </a:lnTo>
                  <a:lnTo>
                    <a:pt x="2400281" y="2289086"/>
                  </a:lnTo>
                  <a:lnTo>
                    <a:pt x="2400349" y="2288162"/>
                  </a:lnTo>
                  <a:lnTo>
                    <a:pt x="2400390" y="2287216"/>
                  </a:lnTo>
                  <a:lnTo>
                    <a:pt x="2400403" y="2286248"/>
                  </a:lnTo>
                  <a:lnTo>
                    <a:pt x="2400390" y="2285448"/>
                  </a:lnTo>
                  <a:lnTo>
                    <a:pt x="2400351" y="2284663"/>
                  </a:lnTo>
                  <a:lnTo>
                    <a:pt x="2400286" y="2283890"/>
                  </a:lnTo>
                  <a:lnTo>
                    <a:pt x="2400195" y="2283132"/>
                  </a:lnTo>
                  <a:lnTo>
                    <a:pt x="2400078" y="2282387"/>
                  </a:lnTo>
                  <a:lnTo>
                    <a:pt x="2399935" y="2281656"/>
                  </a:lnTo>
                  <a:lnTo>
                    <a:pt x="2399765" y="2280939"/>
                  </a:lnTo>
                  <a:lnTo>
                    <a:pt x="2399570" y="2280235"/>
                  </a:lnTo>
                  <a:lnTo>
                    <a:pt x="2399348" y="2279545"/>
                  </a:lnTo>
                  <a:lnTo>
                    <a:pt x="2399101" y="2278868"/>
                  </a:lnTo>
                  <a:lnTo>
                    <a:pt x="2398829" y="2278196"/>
                  </a:lnTo>
                  <a:lnTo>
                    <a:pt x="2398536" y="2277544"/>
                  </a:lnTo>
                  <a:lnTo>
                    <a:pt x="2398219" y="2276911"/>
                  </a:lnTo>
                  <a:lnTo>
                    <a:pt x="2397881" y="2276298"/>
                  </a:lnTo>
                  <a:lnTo>
                    <a:pt x="2397520" y="2275706"/>
                  </a:lnTo>
                  <a:lnTo>
                    <a:pt x="2397137" y="2275133"/>
                  </a:lnTo>
                  <a:lnTo>
                    <a:pt x="2396731" y="2274579"/>
                  </a:lnTo>
                  <a:lnTo>
                    <a:pt x="2396303" y="2274046"/>
                  </a:lnTo>
                  <a:lnTo>
                    <a:pt x="2395853" y="2273533"/>
                  </a:lnTo>
                  <a:lnTo>
                    <a:pt x="2395380" y="2273039"/>
                  </a:lnTo>
                  <a:lnTo>
                    <a:pt x="2394886" y="2272554"/>
                  </a:lnTo>
                  <a:lnTo>
                    <a:pt x="2394368" y="2272092"/>
                  </a:lnTo>
                  <a:lnTo>
                    <a:pt x="2393829" y="2271651"/>
                  </a:lnTo>
                  <a:lnTo>
                    <a:pt x="2393267" y="2271233"/>
                  </a:lnTo>
                  <a:lnTo>
                    <a:pt x="2392683" y="2270838"/>
                  </a:lnTo>
                  <a:lnTo>
                    <a:pt x="2392076" y="2270464"/>
                  </a:lnTo>
                  <a:lnTo>
                    <a:pt x="2391448" y="2270113"/>
                  </a:lnTo>
                  <a:lnTo>
                    <a:pt x="2390796" y="2269785"/>
                  </a:lnTo>
                  <a:lnTo>
                    <a:pt x="2390123" y="2269478"/>
                  </a:lnTo>
                  <a:lnTo>
                    <a:pt x="2389427" y="2269194"/>
                  </a:lnTo>
                  <a:lnTo>
                    <a:pt x="2388723" y="2268935"/>
                  </a:lnTo>
                  <a:lnTo>
                    <a:pt x="2387998" y="2268703"/>
                  </a:lnTo>
                  <a:lnTo>
                    <a:pt x="2387254" y="2268499"/>
                  </a:lnTo>
                  <a:lnTo>
                    <a:pt x="2386490" y="2268321"/>
                  </a:lnTo>
                  <a:lnTo>
                    <a:pt x="2385707" y="2268171"/>
                  </a:lnTo>
                  <a:lnTo>
                    <a:pt x="2384903" y="2268048"/>
                  </a:lnTo>
                  <a:lnTo>
                    <a:pt x="2384079" y="2267953"/>
                  </a:lnTo>
                  <a:lnTo>
                    <a:pt x="2383236" y="2267885"/>
                  </a:lnTo>
                  <a:lnTo>
                    <a:pt x="2382373" y="2267844"/>
                  </a:lnTo>
                  <a:lnTo>
                    <a:pt x="2381490" y="2267830"/>
                  </a:lnTo>
                  <a:lnTo>
                    <a:pt x="2380936" y="2267835"/>
                  </a:lnTo>
                  <a:lnTo>
                    <a:pt x="2380391" y="2267850"/>
                  </a:lnTo>
                  <a:lnTo>
                    <a:pt x="2379854" y="2267875"/>
                  </a:lnTo>
                  <a:lnTo>
                    <a:pt x="2379327" y="2267909"/>
                  </a:lnTo>
                  <a:lnTo>
                    <a:pt x="2378808" y="2267954"/>
                  </a:lnTo>
                  <a:lnTo>
                    <a:pt x="2378297" y="2268009"/>
                  </a:lnTo>
                  <a:lnTo>
                    <a:pt x="2377796" y="2268073"/>
                  </a:lnTo>
                  <a:lnTo>
                    <a:pt x="2377303" y="2268148"/>
                  </a:lnTo>
                  <a:lnTo>
                    <a:pt x="2376818" y="2268232"/>
                  </a:lnTo>
                  <a:lnTo>
                    <a:pt x="2376343" y="2268326"/>
                  </a:lnTo>
                  <a:lnTo>
                    <a:pt x="2375875" y="2268429"/>
                  </a:lnTo>
                  <a:lnTo>
                    <a:pt x="2375413" y="2268539"/>
                  </a:lnTo>
                  <a:lnTo>
                    <a:pt x="2374957" y="2268657"/>
                  </a:lnTo>
                  <a:lnTo>
                    <a:pt x="2374507" y="2268783"/>
                  </a:lnTo>
                  <a:lnTo>
                    <a:pt x="2374064" y="2268915"/>
                  </a:lnTo>
                  <a:lnTo>
                    <a:pt x="2373627" y="2269055"/>
                  </a:lnTo>
                  <a:lnTo>
                    <a:pt x="2373196" y="2269203"/>
                  </a:lnTo>
                  <a:lnTo>
                    <a:pt x="2372771" y="2269358"/>
                  </a:lnTo>
                  <a:lnTo>
                    <a:pt x="2372352" y="2269521"/>
                  </a:lnTo>
                  <a:lnTo>
                    <a:pt x="2371940" y="2269690"/>
                  </a:lnTo>
                  <a:lnTo>
                    <a:pt x="2371546" y="2269867"/>
                  </a:lnTo>
                  <a:lnTo>
                    <a:pt x="2371159" y="2270050"/>
                  </a:lnTo>
                  <a:lnTo>
                    <a:pt x="2370777" y="2270239"/>
                  </a:lnTo>
                  <a:lnTo>
                    <a:pt x="2370402" y="2270435"/>
                  </a:lnTo>
                  <a:lnTo>
                    <a:pt x="2370033" y="2270636"/>
                  </a:lnTo>
                  <a:lnTo>
                    <a:pt x="2369670" y="2270844"/>
                  </a:lnTo>
                  <a:lnTo>
                    <a:pt x="2369314" y="2271058"/>
                  </a:lnTo>
                  <a:lnTo>
                    <a:pt x="2368963" y="2271278"/>
                  </a:lnTo>
                  <a:lnTo>
                    <a:pt x="2368619" y="2271504"/>
                  </a:lnTo>
                  <a:lnTo>
                    <a:pt x="2368281" y="2271737"/>
                  </a:lnTo>
                  <a:lnTo>
                    <a:pt x="2367961" y="2271961"/>
                  </a:lnTo>
                  <a:lnTo>
                    <a:pt x="2367644" y="2272188"/>
                  </a:lnTo>
                  <a:lnTo>
                    <a:pt x="2367331" y="2272418"/>
                  </a:lnTo>
                  <a:lnTo>
                    <a:pt x="2367021" y="2272650"/>
                  </a:lnTo>
                  <a:lnTo>
                    <a:pt x="2366715" y="2272884"/>
                  </a:lnTo>
                  <a:lnTo>
                    <a:pt x="2366413" y="2273121"/>
                  </a:lnTo>
                  <a:lnTo>
                    <a:pt x="2366115" y="2273360"/>
                  </a:lnTo>
                  <a:lnTo>
                    <a:pt x="2365821" y="2273602"/>
                  </a:lnTo>
                  <a:lnTo>
                    <a:pt x="2365530" y="2273846"/>
                  </a:lnTo>
                  <a:lnTo>
                    <a:pt x="2365243" y="2274093"/>
                  </a:lnTo>
                  <a:lnTo>
                    <a:pt x="2354329" y="2274093"/>
                  </a:lnTo>
                  <a:lnTo>
                    <a:pt x="2357243" y="2227088"/>
                  </a:lnTo>
                  <a:lnTo>
                    <a:pt x="2406915" y="2227088"/>
                  </a:lnTo>
                  <a:lnTo>
                    <a:pt x="2406915" y="2236576"/>
                  </a:lnTo>
                  <a:lnTo>
                    <a:pt x="2367413" y="2236576"/>
                  </a:lnTo>
                  <a:lnTo>
                    <a:pt x="2365739" y="2264295"/>
                  </a:lnTo>
                  <a:lnTo>
                    <a:pt x="2366349" y="2263843"/>
                  </a:lnTo>
                  <a:lnTo>
                    <a:pt x="2366989" y="2263405"/>
                  </a:lnTo>
                  <a:lnTo>
                    <a:pt x="2367659" y="2262980"/>
                  </a:lnTo>
                  <a:lnTo>
                    <a:pt x="2368358" y="2262569"/>
                  </a:lnTo>
                  <a:lnTo>
                    <a:pt x="2369087" y="2262171"/>
                  </a:lnTo>
                  <a:lnTo>
                    <a:pt x="2369846" y="2261788"/>
                  </a:lnTo>
                  <a:lnTo>
                    <a:pt x="2370635" y="2261417"/>
                  </a:lnTo>
                  <a:lnTo>
                    <a:pt x="2371454" y="2261061"/>
                  </a:lnTo>
                  <a:lnTo>
                    <a:pt x="2372302" y="2260718"/>
                  </a:lnTo>
                  <a:lnTo>
                    <a:pt x="2373180" y="2260389"/>
                  </a:lnTo>
                  <a:lnTo>
                    <a:pt x="2374090" y="2260071"/>
                  </a:lnTo>
                  <a:lnTo>
                    <a:pt x="2375033" y="2259786"/>
                  </a:lnTo>
                  <a:lnTo>
                    <a:pt x="2376010" y="2259535"/>
                  </a:lnTo>
                  <a:lnTo>
                    <a:pt x="2377020" y="2259317"/>
                  </a:lnTo>
                  <a:lnTo>
                    <a:pt x="2378064" y="2259133"/>
                  </a:lnTo>
                  <a:lnTo>
                    <a:pt x="2379141" y="2258982"/>
                  </a:lnTo>
                  <a:lnTo>
                    <a:pt x="2380251" y="2258865"/>
                  </a:lnTo>
                  <a:lnTo>
                    <a:pt x="2381395" y="2258781"/>
                  </a:lnTo>
                  <a:lnTo>
                    <a:pt x="2382573" y="2258731"/>
                  </a:lnTo>
                  <a:lnTo>
                    <a:pt x="2383784" y="2258714"/>
                  </a:lnTo>
                  <a:lnTo>
                    <a:pt x="2385073" y="2258734"/>
                  </a:lnTo>
                  <a:lnTo>
                    <a:pt x="2386337" y="2258794"/>
                  </a:lnTo>
                  <a:lnTo>
                    <a:pt x="2387574" y="2258893"/>
                  </a:lnTo>
                  <a:lnTo>
                    <a:pt x="2388785" y="2259032"/>
                  </a:lnTo>
                  <a:lnTo>
                    <a:pt x="2389970" y="2259210"/>
                  </a:lnTo>
                  <a:lnTo>
                    <a:pt x="2391129" y="2259429"/>
                  </a:lnTo>
                  <a:lnTo>
                    <a:pt x="2392262" y="2259687"/>
                  </a:lnTo>
                  <a:lnTo>
                    <a:pt x="2393369" y="2259984"/>
                  </a:lnTo>
                  <a:lnTo>
                    <a:pt x="2394450" y="2260322"/>
                  </a:lnTo>
                  <a:lnTo>
                    <a:pt x="2395504" y="2260699"/>
                  </a:lnTo>
                  <a:lnTo>
                    <a:pt x="2396531" y="2261112"/>
                  </a:lnTo>
                  <a:lnTo>
                    <a:pt x="2397526" y="2261559"/>
                  </a:lnTo>
                  <a:lnTo>
                    <a:pt x="2398490" y="2262040"/>
                  </a:lnTo>
                  <a:lnTo>
                    <a:pt x="2399424" y="2262554"/>
                  </a:lnTo>
                  <a:lnTo>
                    <a:pt x="2400326" y="2263102"/>
                  </a:lnTo>
                  <a:lnTo>
                    <a:pt x="2401197" y="2263683"/>
                  </a:lnTo>
                  <a:lnTo>
                    <a:pt x="2402037" y="2264297"/>
                  </a:lnTo>
                  <a:lnTo>
                    <a:pt x="2402847" y="2264945"/>
                  </a:lnTo>
                  <a:lnTo>
                    <a:pt x="2403625" y="2265627"/>
                  </a:lnTo>
                  <a:lnTo>
                    <a:pt x="2404372" y="2266342"/>
                  </a:lnTo>
                  <a:lnTo>
                    <a:pt x="2405087" y="2267075"/>
                  </a:lnTo>
                  <a:lnTo>
                    <a:pt x="2405769" y="2267838"/>
                  </a:lnTo>
                  <a:lnTo>
                    <a:pt x="2406417" y="2268628"/>
                  </a:lnTo>
                  <a:lnTo>
                    <a:pt x="2407031" y="2269447"/>
                  </a:lnTo>
                  <a:lnTo>
                    <a:pt x="2407612" y="2270295"/>
                  </a:lnTo>
                  <a:lnTo>
                    <a:pt x="2408160" y="2271171"/>
                  </a:lnTo>
                  <a:lnTo>
                    <a:pt x="2408674" y="2272076"/>
                  </a:lnTo>
                  <a:lnTo>
                    <a:pt x="2409154" y="2273009"/>
                  </a:lnTo>
                  <a:lnTo>
                    <a:pt x="2409602" y="2273971"/>
                  </a:lnTo>
                  <a:lnTo>
                    <a:pt x="2410015" y="2274961"/>
                  </a:lnTo>
                  <a:lnTo>
                    <a:pt x="2410392" y="2275976"/>
                  </a:lnTo>
                  <a:lnTo>
                    <a:pt x="2410730" y="2277010"/>
                  </a:lnTo>
                  <a:lnTo>
                    <a:pt x="2411027" y="2278064"/>
                  </a:lnTo>
                  <a:lnTo>
                    <a:pt x="2411285" y="2279139"/>
                  </a:lnTo>
                  <a:lnTo>
                    <a:pt x="2411503" y="2280232"/>
                  </a:lnTo>
                  <a:lnTo>
                    <a:pt x="2411682" y="2281346"/>
                  </a:lnTo>
                  <a:lnTo>
                    <a:pt x="2411821" y="2282480"/>
                  </a:lnTo>
                  <a:lnTo>
                    <a:pt x="2411920" y="2283633"/>
                  </a:lnTo>
                  <a:lnTo>
                    <a:pt x="2411980" y="2284806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" name="ph18"/>
            <p:cNvSpPr/>
            <p:nvPr/>
          </p:nvSpPr>
          <p:spPr>
            <a:xfrm>
              <a:off x="282848" y="711638"/>
              <a:ext cx="2412000" cy="2330958"/>
            </a:xfrm>
            <a:custGeom>
              <a:avLst/>
              <a:gdLst/>
              <a:ahLst/>
              <a:cxnLst/>
              <a:rect l="0" t="0" r="0" b="0"/>
              <a:pathLst>
                <a:path w="2412000" h="2330958">
                  <a:moveTo>
                    <a:pt x="2412000" y="2286000"/>
                  </a:moveTo>
                  <a:lnTo>
                    <a:pt x="2411975" y="2288477"/>
                  </a:lnTo>
                  <a:lnTo>
                    <a:pt x="2411903" y="2290876"/>
                  </a:lnTo>
                  <a:lnTo>
                    <a:pt x="2411782" y="2293195"/>
                  </a:lnTo>
                  <a:lnTo>
                    <a:pt x="2411613" y="2295435"/>
                  </a:lnTo>
                  <a:lnTo>
                    <a:pt x="2411395" y="2297596"/>
                  </a:lnTo>
                  <a:lnTo>
                    <a:pt x="2411129" y="2299677"/>
                  </a:lnTo>
                  <a:lnTo>
                    <a:pt x="2410814" y="2301679"/>
                  </a:lnTo>
                  <a:lnTo>
                    <a:pt x="2410452" y="2303601"/>
                  </a:lnTo>
                  <a:lnTo>
                    <a:pt x="2410041" y="2305444"/>
                  </a:lnTo>
                  <a:lnTo>
                    <a:pt x="2409581" y="2307208"/>
                  </a:lnTo>
                  <a:lnTo>
                    <a:pt x="2409092" y="2308887"/>
                  </a:lnTo>
                  <a:lnTo>
                    <a:pt x="2408567" y="2310502"/>
                  </a:lnTo>
                  <a:lnTo>
                    <a:pt x="2408005" y="2312052"/>
                  </a:lnTo>
                  <a:lnTo>
                    <a:pt x="2407408" y="2313538"/>
                  </a:lnTo>
                  <a:lnTo>
                    <a:pt x="2406775" y="2314959"/>
                  </a:lnTo>
                  <a:lnTo>
                    <a:pt x="2406106" y="2316316"/>
                  </a:lnTo>
                  <a:lnTo>
                    <a:pt x="2405401" y="2317608"/>
                  </a:lnTo>
                  <a:lnTo>
                    <a:pt x="2404660" y="2318836"/>
                  </a:lnTo>
                  <a:lnTo>
                    <a:pt x="2403883" y="2319999"/>
                  </a:lnTo>
                  <a:lnTo>
                    <a:pt x="2403070" y="2321098"/>
                  </a:lnTo>
                  <a:lnTo>
                    <a:pt x="2402236" y="2322123"/>
                  </a:lnTo>
                  <a:lnTo>
                    <a:pt x="2401373" y="2323087"/>
                  </a:lnTo>
                  <a:lnTo>
                    <a:pt x="2400480" y="2323993"/>
                  </a:lnTo>
                  <a:lnTo>
                    <a:pt x="2399557" y="2324839"/>
                  </a:lnTo>
                  <a:lnTo>
                    <a:pt x="2398605" y="2325625"/>
                  </a:lnTo>
                  <a:lnTo>
                    <a:pt x="2397623" y="2326352"/>
                  </a:lnTo>
                  <a:lnTo>
                    <a:pt x="2396611" y="2327019"/>
                  </a:lnTo>
                  <a:lnTo>
                    <a:pt x="2395569" y="2327627"/>
                  </a:lnTo>
                  <a:lnTo>
                    <a:pt x="2394497" y="2328175"/>
                  </a:lnTo>
                  <a:lnTo>
                    <a:pt x="2393396" y="2328664"/>
                  </a:lnTo>
                  <a:lnTo>
                    <a:pt x="2392272" y="2329100"/>
                  </a:lnTo>
                  <a:lnTo>
                    <a:pt x="2391134" y="2329490"/>
                  </a:lnTo>
                  <a:lnTo>
                    <a:pt x="2389980" y="2329834"/>
                  </a:lnTo>
                  <a:lnTo>
                    <a:pt x="2388812" y="2330132"/>
                  </a:lnTo>
                  <a:lnTo>
                    <a:pt x="2387629" y="2330384"/>
                  </a:lnTo>
                  <a:lnTo>
                    <a:pt x="2386431" y="2330591"/>
                  </a:lnTo>
                  <a:lnTo>
                    <a:pt x="2385218" y="2330751"/>
                  </a:lnTo>
                  <a:lnTo>
                    <a:pt x="2383990" y="2330866"/>
                  </a:lnTo>
                  <a:lnTo>
                    <a:pt x="2382747" y="2330935"/>
                  </a:lnTo>
                  <a:lnTo>
                    <a:pt x="2381490" y="2330958"/>
                  </a:lnTo>
                  <a:lnTo>
                    <a:pt x="2380221" y="2330935"/>
                  </a:lnTo>
                  <a:lnTo>
                    <a:pt x="2378970" y="2330866"/>
                  </a:lnTo>
                  <a:lnTo>
                    <a:pt x="2377736" y="2330751"/>
                  </a:lnTo>
                  <a:lnTo>
                    <a:pt x="2376519" y="2330591"/>
                  </a:lnTo>
                  <a:lnTo>
                    <a:pt x="2375320" y="2330384"/>
                  </a:lnTo>
                  <a:lnTo>
                    <a:pt x="2374138" y="2330132"/>
                  </a:lnTo>
                  <a:lnTo>
                    <a:pt x="2372973" y="2329834"/>
                  </a:lnTo>
                  <a:lnTo>
                    <a:pt x="2371826" y="2329490"/>
                  </a:lnTo>
                  <a:lnTo>
                    <a:pt x="2370696" y="2329100"/>
                  </a:lnTo>
                  <a:lnTo>
                    <a:pt x="2369583" y="2328664"/>
                  </a:lnTo>
                  <a:lnTo>
                    <a:pt x="2368494" y="2328175"/>
                  </a:lnTo>
                  <a:lnTo>
                    <a:pt x="2367433" y="2327627"/>
                  </a:lnTo>
                  <a:lnTo>
                    <a:pt x="2366400" y="2327019"/>
                  </a:lnTo>
                  <a:lnTo>
                    <a:pt x="2365396" y="2326352"/>
                  </a:lnTo>
                  <a:lnTo>
                    <a:pt x="2364421" y="2325625"/>
                  </a:lnTo>
                  <a:lnTo>
                    <a:pt x="2363474" y="2324839"/>
                  </a:lnTo>
                  <a:lnTo>
                    <a:pt x="2362556" y="2323993"/>
                  </a:lnTo>
                  <a:lnTo>
                    <a:pt x="2361666" y="2323087"/>
                  </a:lnTo>
                  <a:lnTo>
                    <a:pt x="2360804" y="2322123"/>
                  </a:lnTo>
                  <a:lnTo>
                    <a:pt x="2359972" y="2321098"/>
                  </a:lnTo>
                  <a:lnTo>
                    <a:pt x="2359182" y="2320011"/>
                  </a:lnTo>
                  <a:lnTo>
                    <a:pt x="2358426" y="2318858"/>
                  </a:lnTo>
                  <a:lnTo>
                    <a:pt x="2357704" y="2317640"/>
                  </a:lnTo>
                  <a:lnTo>
                    <a:pt x="2357015" y="2316355"/>
                  </a:lnTo>
                  <a:lnTo>
                    <a:pt x="2356359" y="2315005"/>
                  </a:lnTo>
                  <a:lnTo>
                    <a:pt x="2355738" y="2313590"/>
                  </a:lnTo>
                  <a:lnTo>
                    <a:pt x="2355149" y="2312108"/>
                  </a:lnTo>
                  <a:lnTo>
                    <a:pt x="2354594" y="2310561"/>
                  </a:lnTo>
                  <a:lnTo>
                    <a:pt x="2354072" y="2308948"/>
                  </a:lnTo>
                  <a:lnTo>
                    <a:pt x="2353584" y="2307270"/>
                  </a:lnTo>
                  <a:lnTo>
                    <a:pt x="2353149" y="2305505"/>
                  </a:lnTo>
                  <a:lnTo>
                    <a:pt x="2352758" y="2303660"/>
                  </a:lnTo>
                  <a:lnTo>
                    <a:pt x="2352414" y="2301735"/>
                  </a:lnTo>
                  <a:lnTo>
                    <a:pt x="2352116" y="2299729"/>
                  </a:lnTo>
                  <a:lnTo>
                    <a:pt x="2351864" y="2297642"/>
                  </a:lnTo>
                  <a:lnTo>
                    <a:pt x="2351657" y="2295475"/>
                  </a:lnTo>
                  <a:lnTo>
                    <a:pt x="2351497" y="2293227"/>
                  </a:lnTo>
                  <a:lnTo>
                    <a:pt x="2351382" y="2290898"/>
                  </a:lnTo>
                  <a:lnTo>
                    <a:pt x="2351313" y="2288489"/>
                  </a:lnTo>
                  <a:lnTo>
                    <a:pt x="2351290" y="2286000"/>
                  </a:lnTo>
                  <a:lnTo>
                    <a:pt x="2351313" y="2283404"/>
                  </a:lnTo>
                  <a:lnTo>
                    <a:pt x="2351382" y="2280900"/>
                  </a:lnTo>
                  <a:lnTo>
                    <a:pt x="2351497" y="2278487"/>
                  </a:lnTo>
                  <a:lnTo>
                    <a:pt x="2351657" y="2276167"/>
                  </a:lnTo>
                  <a:lnTo>
                    <a:pt x="2351864" y="2273938"/>
                  </a:lnTo>
                  <a:lnTo>
                    <a:pt x="2352116" y="2271801"/>
                  </a:lnTo>
                  <a:lnTo>
                    <a:pt x="2352414" y="2269756"/>
                  </a:lnTo>
                  <a:lnTo>
                    <a:pt x="2352758" y="2267803"/>
                  </a:lnTo>
                  <a:lnTo>
                    <a:pt x="2353149" y="2265941"/>
                  </a:lnTo>
                  <a:lnTo>
                    <a:pt x="2353584" y="2264171"/>
                  </a:lnTo>
                  <a:lnTo>
                    <a:pt x="2354073" y="2262470"/>
                  </a:lnTo>
                  <a:lnTo>
                    <a:pt x="2354596" y="2260840"/>
                  </a:lnTo>
                  <a:lnTo>
                    <a:pt x="2355155" y="2259281"/>
                  </a:lnTo>
                  <a:lnTo>
                    <a:pt x="2355747" y="2257792"/>
                  </a:lnTo>
                  <a:lnTo>
                    <a:pt x="2356375" y="2256373"/>
                  </a:lnTo>
                  <a:lnTo>
                    <a:pt x="2357037" y="2255026"/>
                  </a:lnTo>
                  <a:lnTo>
                    <a:pt x="2357734" y="2253749"/>
                  </a:lnTo>
                  <a:lnTo>
                    <a:pt x="2358466" y="2252543"/>
                  </a:lnTo>
                  <a:lnTo>
                    <a:pt x="2359232" y="2251408"/>
                  </a:lnTo>
                  <a:lnTo>
                    <a:pt x="2360034" y="2250343"/>
                  </a:lnTo>
                  <a:lnTo>
                    <a:pt x="2360867" y="2249344"/>
                  </a:lnTo>
                  <a:lnTo>
                    <a:pt x="2361730" y="2248408"/>
                  </a:lnTo>
                  <a:lnTo>
                    <a:pt x="2362623" y="2247534"/>
                  </a:lnTo>
                  <a:lnTo>
                    <a:pt x="2363546" y="2246721"/>
                  </a:lnTo>
                  <a:lnTo>
                    <a:pt x="2364499" y="2245971"/>
                  </a:lnTo>
                  <a:lnTo>
                    <a:pt x="2365481" y="2245283"/>
                  </a:lnTo>
                  <a:lnTo>
                    <a:pt x="2366493" y="2244656"/>
                  </a:lnTo>
                  <a:lnTo>
                    <a:pt x="2367535" y="2244092"/>
                  </a:lnTo>
                  <a:lnTo>
                    <a:pt x="2368606" y="2243590"/>
                  </a:lnTo>
                  <a:lnTo>
                    <a:pt x="2369708" y="2243149"/>
                  </a:lnTo>
                  <a:lnTo>
                    <a:pt x="2370834" y="2242749"/>
                  </a:lnTo>
                  <a:lnTo>
                    <a:pt x="2371980" y="2242390"/>
                  </a:lnTo>
                  <a:lnTo>
                    <a:pt x="2373145" y="2242074"/>
                  </a:lnTo>
                  <a:lnTo>
                    <a:pt x="2374331" y="2241800"/>
                  </a:lnTo>
                  <a:lnTo>
                    <a:pt x="2375537" y="2241568"/>
                  </a:lnTo>
                  <a:lnTo>
                    <a:pt x="2376762" y="2241378"/>
                  </a:lnTo>
                  <a:lnTo>
                    <a:pt x="2378007" y="2241231"/>
                  </a:lnTo>
                  <a:lnTo>
                    <a:pt x="2379272" y="2241125"/>
                  </a:lnTo>
                  <a:lnTo>
                    <a:pt x="2380557" y="2241062"/>
                  </a:lnTo>
                  <a:lnTo>
                    <a:pt x="2381862" y="2241041"/>
                  </a:lnTo>
                  <a:lnTo>
                    <a:pt x="2383106" y="2241062"/>
                  </a:lnTo>
                  <a:lnTo>
                    <a:pt x="2384335" y="2241125"/>
                  </a:lnTo>
                  <a:lnTo>
                    <a:pt x="2385547" y="2241231"/>
                  </a:lnTo>
                  <a:lnTo>
                    <a:pt x="2386743" y="2241378"/>
                  </a:lnTo>
                  <a:lnTo>
                    <a:pt x="2387923" y="2241568"/>
                  </a:lnTo>
                  <a:lnTo>
                    <a:pt x="2389087" y="2241800"/>
                  </a:lnTo>
                  <a:lnTo>
                    <a:pt x="2390235" y="2242074"/>
                  </a:lnTo>
                  <a:lnTo>
                    <a:pt x="2391367" y="2242390"/>
                  </a:lnTo>
                  <a:lnTo>
                    <a:pt x="2392483" y="2242749"/>
                  </a:lnTo>
                  <a:lnTo>
                    <a:pt x="2393582" y="2243149"/>
                  </a:lnTo>
                  <a:lnTo>
                    <a:pt x="2394672" y="2243590"/>
                  </a:lnTo>
                  <a:lnTo>
                    <a:pt x="2395733" y="2244092"/>
                  </a:lnTo>
                  <a:lnTo>
                    <a:pt x="2396765" y="2244656"/>
                  </a:lnTo>
                  <a:lnTo>
                    <a:pt x="2397769" y="2245283"/>
                  </a:lnTo>
                  <a:lnTo>
                    <a:pt x="2398744" y="2245971"/>
                  </a:lnTo>
                  <a:lnTo>
                    <a:pt x="2399691" y="2246721"/>
                  </a:lnTo>
                  <a:lnTo>
                    <a:pt x="2400610" y="2247534"/>
                  </a:lnTo>
                  <a:lnTo>
                    <a:pt x="2401500" y="2248408"/>
                  </a:lnTo>
                  <a:lnTo>
                    <a:pt x="2402361" y="2249344"/>
                  </a:lnTo>
                  <a:lnTo>
                    <a:pt x="2403194" y="2250343"/>
                  </a:lnTo>
                  <a:lnTo>
                    <a:pt x="2403995" y="2251408"/>
                  </a:lnTo>
                  <a:lnTo>
                    <a:pt x="2404761" y="2252543"/>
                  </a:lnTo>
                  <a:lnTo>
                    <a:pt x="2405493" y="2253749"/>
                  </a:lnTo>
                  <a:lnTo>
                    <a:pt x="2406190" y="2255026"/>
                  </a:lnTo>
                  <a:lnTo>
                    <a:pt x="2406853" y="2256373"/>
                  </a:lnTo>
                  <a:lnTo>
                    <a:pt x="2407480" y="2257792"/>
                  </a:lnTo>
                  <a:lnTo>
                    <a:pt x="2408073" y="2259281"/>
                  </a:lnTo>
                  <a:lnTo>
                    <a:pt x="2408631" y="2260840"/>
                  </a:lnTo>
                  <a:lnTo>
                    <a:pt x="2409154" y="2262470"/>
                  </a:lnTo>
                  <a:lnTo>
                    <a:pt x="2409643" y="2264171"/>
                  </a:lnTo>
                  <a:lnTo>
                    <a:pt x="2410091" y="2265941"/>
                  </a:lnTo>
                  <a:lnTo>
                    <a:pt x="2410491" y="2267803"/>
                  </a:lnTo>
                  <a:lnTo>
                    <a:pt x="2410845" y="2269756"/>
                  </a:lnTo>
                  <a:lnTo>
                    <a:pt x="2411151" y="2271801"/>
                  </a:lnTo>
                  <a:lnTo>
                    <a:pt x="2411410" y="2273938"/>
                  </a:lnTo>
                  <a:lnTo>
                    <a:pt x="2411622" y="2276167"/>
                  </a:lnTo>
                  <a:lnTo>
                    <a:pt x="2411787" y="2278487"/>
                  </a:lnTo>
                  <a:lnTo>
                    <a:pt x="2411905" y="2280900"/>
                  </a:lnTo>
                  <a:lnTo>
                    <a:pt x="2411976" y="2283404"/>
                  </a:lnTo>
                  <a:close/>
                  <a:moveTo>
                    <a:pt x="2400651" y="2286000"/>
                  </a:moveTo>
                  <a:lnTo>
                    <a:pt x="2400639" y="2283951"/>
                  </a:lnTo>
                  <a:lnTo>
                    <a:pt x="2400602" y="2281974"/>
                  </a:lnTo>
                  <a:lnTo>
                    <a:pt x="2400540" y="2280067"/>
                  </a:lnTo>
                  <a:lnTo>
                    <a:pt x="2400453" y="2278231"/>
                  </a:lnTo>
                  <a:lnTo>
                    <a:pt x="2400341" y="2276465"/>
                  </a:lnTo>
                  <a:lnTo>
                    <a:pt x="2400205" y="2274770"/>
                  </a:lnTo>
                  <a:lnTo>
                    <a:pt x="2400044" y="2273146"/>
                  </a:lnTo>
                  <a:lnTo>
                    <a:pt x="2399858" y="2271593"/>
                  </a:lnTo>
                  <a:lnTo>
                    <a:pt x="2399647" y="2270110"/>
                  </a:lnTo>
                  <a:lnTo>
                    <a:pt x="2399411" y="2268698"/>
                  </a:lnTo>
                  <a:lnTo>
                    <a:pt x="2399151" y="2267338"/>
                  </a:lnTo>
                  <a:lnTo>
                    <a:pt x="2398868" y="2266034"/>
                  </a:lnTo>
                  <a:lnTo>
                    <a:pt x="2398561" y="2264788"/>
                  </a:lnTo>
                  <a:lnTo>
                    <a:pt x="2398230" y="2263598"/>
                  </a:lnTo>
                  <a:lnTo>
                    <a:pt x="2397876" y="2262466"/>
                  </a:lnTo>
                  <a:lnTo>
                    <a:pt x="2397499" y="2261391"/>
                  </a:lnTo>
                  <a:lnTo>
                    <a:pt x="2397097" y="2260373"/>
                  </a:lnTo>
                  <a:lnTo>
                    <a:pt x="2396673" y="2259411"/>
                  </a:lnTo>
                  <a:lnTo>
                    <a:pt x="2396224" y="2258507"/>
                  </a:lnTo>
                  <a:lnTo>
                    <a:pt x="2395752" y="2257660"/>
                  </a:lnTo>
                  <a:lnTo>
                    <a:pt x="2395258" y="2256854"/>
                  </a:lnTo>
                  <a:lnTo>
                    <a:pt x="2394740" y="2256097"/>
                  </a:lnTo>
                  <a:lnTo>
                    <a:pt x="2394201" y="2255391"/>
                  </a:lnTo>
                  <a:lnTo>
                    <a:pt x="2393639" y="2254733"/>
                  </a:lnTo>
                  <a:lnTo>
                    <a:pt x="2393055" y="2254125"/>
                  </a:lnTo>
                  <a:lnTo>
                    <a:pt x="2392448" y="2253567"/>
                  </a:lnTo>
                  <a:lnTo>
                    <a:pt x="2391820" y="2253059"/>
                  </a:lnTo>
                  <a:lnTo>
                    <a:pt x="2391169" y="2252600"/>
                  </a:lnTo>
                  <a:lnTo>
                    <a:pt x="2390495" y="2252191"/>
                  </a:lnTo>
                  <a:lnTo>
                    <a:pt x="2389799" y="2251831"/>
                  </a:lnTo>
                  <a:lnTo>
                    <a:pt x="2389095" y="2251501"/>
                  </a:lnTo>
                  <a:lnTo>
                    <a:pt x="2388371" y="2251206"/>
                  </a:lnTo>
                  <a:lnTo>
                    <a:pt x="2387626" y="2250946"/>
                  </a:lnTo>
                  <a:lnTo>
                    <a:pt x="2386862" y="2250720"/>
                  </a:lnTo>
                  <a:lnTo>
                    <a:pt x="2386079" y="2250529"/>
                  </a:lnTo>
                  <a:lnTo>
                    <a:pt x="2385275" y="2250373"/>
                  </a:lnTo>
                  <a:lnTo>
                    <a:pt x="2384451" y="2250251"/>
                  </a:lnTo>
                  <a:lnTo>
                    <a:pt x="2383608" y="2250164"/>
                  </a:lnTo>
                  <a:lnTo>
                    <a:pt x="2382745" y="2250112"/>
                  </a:lnTo>
                  <a:lnTo>
                    <a:pt x="2381862" y="2250095"/>
                  </a:lnTo>
                  <a:lnTo>
                    <a:pt x="2380930" y="2250112"/>
                  </a:lnTo>
                  <a:lnTo>
                    <a:pt x="2380021" y="2250164"/>
                  </a:lnTo>
                  <a:lnTo>
                    <a:pt x="2379135" y="2250251"/>
                  </a:lnTo>
                  <a:lnTo>
                    <a:pt x="2378270" y="2250373"/>
                  </a:lnTo>
                  <a:lnTo>
                    <a:pt x="2377428" y="2250529"/>
                  </a:lnTo>
                  <a:lnTo>
                    <a:pt x="2376608" y="2250720"/>
                  </a:lnTo>
                  <a:lnTo>
                    <a:pt x="2375811" y="2250946"/>
                  </a:lnTo>
                  <a:lnTo>
                    <a:pt x="2375036" y="2251206"/>
                  </a:lnTo>
                  <a:lnTo>
                    <a:pt x="2374283" y="2251501"/>
                  </a:lnTo>
                  <a:lnTo>
                    <a:pt x="2373552" y="2251831"/>
                  </a:lnTo>
                  <a:lnTo>
                    <a:pt x="2372844" y="2252202"/>
                  </a:lnTo>
                  <a:lnTo>
                    <a:pt x="2372158" y="2252622"/>
                  </a:lnTo>
                  <a:lnTo>
                    <a:pt x="2371495" y="2253091"/>
                  </a:lnTo>
                  <a:lnTo>
                    <a:pt x="2370853" y="2253607"/>
                  </a:lnTo>
                  <a:lnTo>
                    <a:pt x="2370235" y="2254172"/>
                  </a:lnTo>
                  <a:lnTo>
                    <a:pt x="2369638" y="2254785"/>
                  </a:lnTo>
                  <a:lnTo>
                    <a:pt x="2369064" y="2255447"/>
                  </a:lnTo>
                  <a:lnTo>
                    <a:pt x="2368512" y="2256157"/>
                  </a:lnTo>
                  <a:lnTo>
                    <a:pt x="2367982" y="2256915"/>
                  </a:lnTo>
                  <a:lnTo>
                    <a:pt x="2367475" y="2257722"/>
                  </a:lnTo>
                  <a:lnTo>
                    <a:pt x="2367003" y="2258569"/>
                  </a:lnTo>
                  <a:lnTo>
                    <a:pt x="2366555" y="2259473"/>
                  </a:lnTo>
                  <a:lnTo>
                    <a:pt x="2366130" y="2260435"/>
                  </a:lnTo>
                  <a:lnTo>
                    <a:pt x="2365729" y="2261453"/>
                  </a:lnTo>
                  <a:lnTo>
                    <a:pt x="2365351" y="2262528"/>
                  </a:lnTo>
                  <a:lnTo>
                    <a:pt x="2364997" y="2263660"/>
                  </a:lnTo>
                  <a:lnTo>
                    <a:pt x="2364667" y="2264850"/>
                  </a:lnTo>
                  <a:lnTo>
                    <a:pt x="2364360" y="2266096"/>
                  </a:lnTo>
                  <a:lnTo>
                    <a:pt x="2364076" y="2267400"/>
                  </a:lnTo>
                  <a:lnTo>
                    <a:pt x="2363816" y="2268760"/>
                  </a:lnTo>
                  <a:lnTo>
                    <a:pt x="2363581" y="2270172"/>
                  </a:lnTo>
                  <a:lnTo>
                    <a:pt x="2363370" y="2271652"/>
                  </a:lnTo>
                  <a:lnTo>
                    <a:pt x="2363184" y="2273203"/>
                  </a:lnTo>
                  <a:lnTo>
                    <a:pt x="2363023" y="2274823"/>
                  </a:lnTo>
                  <a:lnTo>
                    <a:pt x="2362886" y="2276512"/>
                  </a:lnTo>
                  <a:lnTo>
                    <a:pt x="2362775" y="2278270"/>
                  </a:lnTo>
                  <a:lnTo>
                    <a:pt x="2362688" y="2280098"/>
                  </a:lnTo>
                  <a:lnTo>
                    <a:pt x="2362626" y="2281996"/>
                  </a:lnTo>
                  <a:lnTo>
                    <a:pt x="2362589" y="2283963"/>
                  </a:lnTo>
                  <a:lnTo>
                    <a:pt x="2362576" y="2286000"/>
                  </a:lnTo>
                  <a:lnTo>
                    <a:pt x="2362589" y="2287977"/>
                  </a:lnTo>
                  <a:lnTo>
                    <a:pt x="2362626" y="2289891"/>
                  </a:lnTo>
                  <a:lnTo>
                    <a:pt x="2362688" y="2291742"/>
                  </a:lnTo>
                  <a:lnTo>
                    <a:pt x="2362775" y="2293530"/>
                  </a:lnTo>
                  <a:lnTo>
                    <a:pt x="2362886" y="2295255"/>
                  </a:lnTo>
                  <a:lnTo>
                    <a:pt x="2363023" y="2296916"/>
                  </a:lnTo>
                  <a:lnTo>
                    <a:pt x="2363184" y="2298514"/>
                  </a:lnTo>
                  <a:lnTo>
                    <a:pt x="2363370" y="2300049"/>
                  </a:lnTo>
                  <a:lnTo>
                    <a:pt x="2363581" y="2301520"/>
                  </a:lnTo>
                  <a:lnTo>
                    <a:pt x="2363816" y="2302929"/>
                  </a:lnTo>
                  <a:lnTo>
                    <a:pt x="2364088" y="2304279"/>
                  </a:lnTo>
                  <a:lnTo>
                    <a:pt x="2364382" y="2305575"/>
                  </a:lnTo>
                  <a:lnTo>
                    <a:pt x="2364698" y="2306819"/>
                  </a:lnTo>
                  <a:lnTo>
                    <a:pt x="2365037" y="2308009"/>
                  </a:lnTo>
                  <a:lnTo>
                    <a:pt x="2365398" y="2309145"/>
                  </a:lnTo>
                  <a:lnTo>
                    <a:pt x="2365781" y="2310229"/>
                  </a:lnTo>
                  <a:lnTo>
                    <a:pt x="2366186" y="2311259"/>
                  </a:lnTo>
                  <a:lnTo>
                    <a:pt x="2366614" y="2312235"/>
                  </a:lnTo>
                  <a:lnTo>
                    <a:pt x="2367065" y="2313159"/>
                  </a:lnTo>
                  <a:lnTo>
                    <a:pt x="2367537" y="2314029"/>
                  </a:lnTo>
                  <a:lnTo>
                    <a:pt x="2368044" y="2314837"/>
                  </a:lnTo>
                  <a:lnTo>
                    <a:pt x="2368571" y="2315599"/>
                  </a:lnTo>
                  <a:lnTo>
                    <a:pt x="2369120" y="2316315"/>
                  </a:lnTo>
                  <a:lnTo>
                    <a:pt x="2369690" y="2316986"/>
                  </a:lnTo>
                  <a:lnTo>
                    <a:pt x="2370281" y="2317610"/>
                  </a:lnTo>
                  <a:lnTo>
                    <a:pt x="2370893" y="2318189"/>
                  </a:lnTo>
                  <a:lnTo>
                    <a:pt x="2371526" y="2318721"/>
                  </a:lnTo>
                  <a:lnTo>
                    <a:pt x="2372181" y="2319208"/>
                  </a:lnTo>
                  <a:lnTo>
                    <a:pt x="2372856" y="2319649"/>
                  </a:lnTo>
                  <a:lnTo>
                    <a:pt x="2373552" y="2320044"/>
                  </a:lnTo>
                  <a:lnTo>
                    <a:pt x="2374269" y="2320386"/>
                  </a:lnTo>
                  <a:lnTo>
                    <a:pt x="2375006" y="2320691"/>
                  </a:lnTo>
                  <a:lnTo>
                    <a:pt x="2375762" y="2320961"/>
                  </a:lnTo>
                  <a:lnTo>
                    <a:pt x="2376539" y="2321195"/>
                  </a:lnTo>
                  <a:lnTo>
                    <a:pt x="2377335" y="2321393"/>
                  </a:lnTo>
                  <a:lnTo>
                    <a:pt x="2378151" y="2321555"/>
                  </a:lnTo>
                  <a:lnTo>
                    <a:pt x="2378987" y="2321680"/>
                  </a:lnTo>
                  <a:lnTo>
                    <a:pt x="2379843" y="2321770"/>
                  </a:lnTo>
                  <a:lnTo>
                    <a:pt x="2380718" y="2321824"/>
                  </a:lnTo>
                  <a:lnTo>
                    <a:pt x="2381614" y="2321842"/>
                  </a:lnTo>
                  <a:lnTo>
                    <a:pt x="2382486" y="2321824"/>
                  </a:lnTo>
                  <a:lnTo>
                    <a:pt x="2383340" y="2321770"/>
                  </a:lnTo>
                  <a:lnTo>
                    <a:pt x="2384177" y="2321680"/>
                  </a:lnTo>
                  <a:lnTo>
                    <a:pt x="2384997" y="2321555"/>
                  </a:lnTo>
                  <a:lnTo>
                    <a:pt x="2385800" y="2321393"/>
                  </a:lnTo>
                  <a:lnTo>
                    <a:pt x="2386585" y="2321195"/>
                  </a:lnTo>
                  <a:lnTo>
                    <a:pt x="2387352" y="2320961"/>
                  </a:lnTo>
                  <a:lnTo>
                    <a:pt x="2388103" y="2320691"/>
                  </a:lnTo>
                  <a:lnTo>
                    <a:pt x="2388836" y="2320386"/>
                  </a:lnTo>
                  <a:lnTo>
                    <a:pt x="2389551" y="2320044"/>
                  </a:lnTo>
                  <a:lnTo>
                    <a:pt x="2390247" y="2319649"/>
                  </a:lnTo>
                  <a:lnTo>
                    <a:pt x="2390920" y="2319208"/>
                  </a:lnTo>
                  <a:lnTo>
                    <a:pt x="2391572" y="2318721"/>
                  </a:lnTo>
                  <a:lnTo>
                    <a:pt x="2392200" y="2318189"/>
                  </a:lnTo>
                  <a:lnTo>
                    <a:pt x="2392807" y="2317610"/>
                  </a:lnTo>
                  <a:lnTo>
                    <a:pt x="2393391" y="2316986"/>
                  </a:lnTo>
                  <a:lnTo>
                    <a:pt x="2393953" y="2316315"/>
                  </a:lnTo>
                  <a:lnTo>
                    <a:pt x="2394492" y="2315599"/>
                  </a:lnTo>
                  <a:lnTo>
                    <a:pt x="2395010" y="2314837"/>
                  </a:lnTo>
                  <a:lnTo>
                    <a:pt x="2395504" y="2314029"/>
                  </a:lnTo>
                  <a:lnTo>
                    <a:pt x="2395989" y="2313159"/>
                  </a:lnTo>
                  <a:lnTo>
                    <a:pt x="2396449" y="2312235"/>
                  </a:lnTo>
                  <a:lnTo>
                    <a:pt x="2396887" y="2311259"/>
                  </a:lnTo>
                  <a:lnTo>
                    <a:pt x="2397300" y="2310229"/>
                  </a:lnTo>
                  <a:lnTo>
                    <a:pt x="2397690" y="2309145"/>
                  </a:lnTo>
                  <a:lnTo>
                    <a:pt x="2398057" y="2308009"/>
                  </a:lnTo>
                  <a:lnTo>
                    <a:pt x="2398400" y="2306819"/>
                  </a:lnTo>
                  <a:lnTo>
                    <a:pt x="2398719" y="2305575"/>
                  </a:lnTo>
                  <a:lnTo>
                    <a:pt x="2399015" y="2304279"/>
                  </a:lnTo>
                  <a:lnTo>
                    <a:pt x="2399287" y="2302929"/>
                  </a:lnTo>
                  <a:lnTo>
                    <a:pt x="2399546" y="2301520"/>
                  </a:lnTo>
                  <a:lnTo>
                    <a:pt x="2399778" y="2300049"/>
                  </a:lnTo>
                  <a:lnTo>
                    <a:pt x="2399983" y="2298514"/>
                  </a:lnTo>
                  <a:lnTo>
                    <a:pt x="2400160" y="2296916"/>
                  </a:lnTo>
                  <a:lnTo>
                    <a:pt x="2400310" y="2295255"/>
                  </a:lnTo>
                  <a:lnTo>
                    <a:pt x="2400433" y="2293530"/>
                  </a:lnTo>
                  <a:lnTo>
                    <a:pt x="2400529" y="2291742"/>
                  </a:lnTo>
                  <a:lnTo>
                    <a:pt x="2400597" y="2289891"/>
                  </a:lnTo>
                  <a:lnTo>
                    <a:pt x="2400638" y="2287977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0" name="ph19"/>
            <p:cNvSpPr/>
            <p:nvPr/>
          </p:nvSpPr>
          <p:spPr>
            <a:xfrm>
              <a:off x="85589" y="153202"/>
              <a:ext cx="2466756" cy="2286000"/>
            </a:xfrm>
            <a:custGeom>
              <a:avLst/>
              <a:gdLst/>
              <a:ahLst/>
              <a:cxnLst/>
              <a:rect l="0" t="0" r="0" b="0"/>
              <a:pathLst>
                <a:path w="2466756" h="2286000">
                  <a:moveTo>
                    <a:pt x="2412000" y="2286000"/>
                  </a:moveTo>
                  <a:lnTo>
                    <a:pt x="2412000" y="2276512"/>
                  </a:lnTo>
                  <a:lnTo>
                    <a:pt x="2434262" y="2276512"/>
                  </a:lnTo>
                  <a:lnTo>
                    <a:pt x="2434262" y="2209291"/>
                  </a:lnTo>
                  <a:lnTo>
                    <a:pt x="2414542" y="2223368"/>
                  </a:lnTo>
                  <a:lnTo>
                    <a:pt x="2414542" y="2212826"/>
                  </a:lnTo>
                  <a:lnTo>
                    <a:pt x="2435192" y="2198625"/>
                  </a:lnTo>
                  <a:lnTo>
                    <a:pt x="2445486" y="2198625"/>
                  </a:lnTo>
                  <a:lnTo>
                    <a:pt x="2445486" y="2276512"/>
                  </a:lnTo>
                  <a:lnTo>
                    <a:pt x="2466756" y="2276512"/>
                  </a:lnTo>
                  <a:lnTo>
                    <a:pt x="2466756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1" name="ph20"/>
            <p:cNvSpPr/>
            <p:nvPr/>
          </p:nvSpPr>
          <p:spPr>
            <a:xfrm>
              <a:off x="212217" y="109484"/>
              <a:ext cx="2412000" cy="2330958"/>
            </a:xfrm>
            <a:custGeom>
              <a:avLst/>
              <a:gdLst/>
              <a:ahLst/>
              <a:cxnLst/>
              <a:rect l="0" t="0" r="0" b="0"/>
              <a:pathLst>
                <a:path w="2412000" h="2330958">
                  <a:moveTo>
                    <a:pt x="2412000" y="2286000"/>
                  </a:moveTo>
                  <a:lnTo>
                    <a:pt x="2411975" y="2288477"/>
                  </a:lnTo>
                  <a:lnTo>
                    <a:pt x="2411903" y="2290876"/>
                  </a:lnTo>
                  <a:lnTo>
                    <a:pt x="2411782" y="2293195"/>
                  </a:lnTo>
                  <a:lnTo>
                    <a:pt x="2411613" y="2295435"/>
                  </a:lnTo>
                  <a:lnTo>
                    <a:pt x="2411395" y="2297596"/>
                  </a:lnTo>
                  <a:lnTo>
                    <a:pt x="2411129" y="2299677"/>
                  </a:lnTo>
                  <a:lnTo>
                    <a:pt x="2410814" y="2301679"/>
                  </a:lnTo>
                  <a:lnTo>
                    <a:pt x="2410452" y="2303601"/>
                  </a:lnTo>
                  <a:lnTo>
                    <a:pt x="2410041" y="2305444"/>
                  </a:lnTo>
                  <a:lnTo>
                    <a:pt x="2409581" y="2307208"/>
                  </a:lnTo>
                  <a:lnTo>
                    <a:pt x="2409092" y="2308887"/>
                  </a:lnTo>
                  <a:lnTo>
                    <a:pt x="2408567" y="2310502"/>
                  </a:lnTo>
                  <a:lnTo>
                    <a:pt x="2408005" y="2312052"/>
                  </a:lnTo>
                  <a:lnTo>
                    <a:pt x="2407408" y="2313538"/>
                  </a:lnTo>
                  <a:lnTo>
                    <a:pt x="2406775" y="2314959"/>
                  </a:lnTo>
                  <a:lnTo>
                    <a:pt x="2406106" y="2316316"/>
                  </a:lnTo>
                  <a:lnTo>
                    <a:pt x="2405401" y="2317608"/>
                  </a:lnTo>
                  <a:lnTo>
                    <a:pt x="2404660" y="2318836"/>
                  </a:lnTo>
                  <a:lnTo>
                    <a:pt x="2403883" y="2319999"/>
                  </a:lnTo>
                  <a:lnTo>
                    <a:pt x="2403070" y="2321098"/>
                  </a:lnTo>
                  <a:lnTo>
                    <a:pt x="2402236" y="2322123"/>
                  </a:lnTo>
                  <a:lnTo>
                    <a:pt x="2401373" y="2323087"/>
                  </a:lnTo>
                  <a:lnTo>
                    <a:pt x="2400480" y="2323993"/>
                  </a:lnTo>
                  <a:lnTo>
                    <a:pt x="2399557" y="2324839"/>
                  </a:lnTo>
                  <a:lnTo>
                    <a:pt x="2398605" y="2325625"/>
                  </a:lnTo>
                  <a:lnTo>
                    <a:pt x="2397623" y="2326352"/>
                  </a:lnTo>
                  <a:lnTo>
                    <a:pt x="2396611" y="2327019"/>
                  </a:lnTo>
                  <a:lnTo>
                    <a:pt x="2395569" y="2327627"/>
                  </a:lnTo>
                  <a:lnTo>
                    <a:pt x="2394497" y="2328175"/>
                  </a:lnTo>
                  <a:lnTo>
                    <a:pt x="2393396" y="2328664"/>
                  </a:lnTo>
                  <a:lnTo>
                    <a:pt x="2392272" y="2329100"/>
                  </a:lnTo>
                  <a:lnTo>
                    <a:pt x="2391134" y="2329490"/>
                  </a:lnTo>
                  <a:lnTo>
                    <a:pt x="2389980" y="2329834"/>
                  </a:lnTo>
                  <a:lnTo>
                    <a:pt x="2388812" y="2330132"/>
                  </a:lnTo>
                  <a:lnTo>
                    <a:pt x="2387629" y="2330384"/>
                  </a:lnTo>
                  <a:lnTo>
                    <a:pt x="2386431" y="2330591"/>
                  </a:lnTo>
                  <a:lnTo>
                    <a:pt x="2385218" y="2330751"/>
                  </a:lnTo>
                  <a:lnTo>
                    <a:pt x="2383990" y="2330866"/>
                  </a:lnTo>
                  <a:lnTo>
                    <a:pt x="2382747" y="2330935"/>
                  </a:lnTo>
                  <a:lnTo>
                    <a:pt x="2381490" y="2330958"/>
                  </a:lnTo>
                  <a:lnTo>
                    <a:pt x="2380221" y="2330935"/>
                  </a:lnTo>
                  <a:lnTo>
                    <a:pt x="2378970" y="2330866"/>
                  </a:lnTo>
                  <a:lnTo>
                    <a:pt x="2377736" y="2330751"/>
                  </a:lnTo>
                  <a:lnTo>
                    <a:pt x="2376519" y="2330591"/>
                  </a:lnTo>
                  <a:lnTo>
                    <a:pt x="2375320" y="2330384"/>
                  </a:lnTo>
                  <a:lnTo>
                    <a:pt x="2374138" y="2330132"/>
                  </a:lnTo>
                  <a:lnTo>
                    <a:pt x="2372973" y="2329834"/>
                  </a:lnTo>
                  <a:lnTo>
                    <a:pt x="2371826" y="2329490"/>
                  </a:lnTo>
                  <a:lnTo>
                    <a:pt x="2370696" y="2329100"/>
                  </a:lnTo>
                  <a:lnTo>
                    <a:pt x="2369583" y="2328664"/>
                  </a:lnTo>
                  <a:lnTo>
                    <a:pt x="2368494" y="2328175"/>
                  </a:lnTo>
                  <a:lnTo>
                    <a:pt x="2367433" y="2327627"/>
                  </a:lnTo>
                  <a:lnTo>
                    <a:pt x="2366400" y="2327019"/>
                  </a:lnTo>
                  <a:lnTo>
                    <a:pt x="2365396" y="2326352"/>
                  </a:lnTo>
                  <a:lnTo>
                    <a:pt x="2364421" y="2325625"/>
                  </a:lnTo>
                  <a:lnTo>
                    <a:pt x="2363474" y="2324839"/>
                  </a:lnTo>
                  <a:lnTo>
                    <a:pt x="2362556" y="2323993"/>
                  </a:lnTo>
                  <a:lnTo>
                    <a:pt x="2361666" y="2323087"/>
                  </a:lnTo>
                  <a:lnTo>
                    <a:pt x="2360804" y="2322123"/>
                  </a:lnTo>
                  <a:lnTo>
                    <a:pt x="2359972" y="2321098"/>
                  </a:lnTo>
                  <a:lnTo>
                    <a:pt x="2359182" y="2320011"/>
                  </a:lnTo>
                  <a:lnTo>
                    <a:pt x="2358426" y="2318858"/>
                  </a:lnTo>
                  <a:lnTo>
                    <a:pt x="2357704" y="2317640"/>
                  </a:lnTo>
                  <a:lnTo>
                    <a:pt x="2357015" y="2316355"/>
                  </a:lnTo>
                  <a:lnTo>
                    <a:pt x="2356359" y="2315005"/>
                  </a:lnTo>
                  <a:lnTo>
                    <a:pt x="2355738" y="2313590"/>
                  </a:lnTo>
                  <a:lnTo>
                    <a:pt x="2355149" y="2312108"/>
                  </a:lnTo>
                  <a:lnTo>
                    <a:pt x="2354594" y="2310561"/>
                  </a:lnTo>
                  <a:lnTo>
                    <a:pt x="2354072" y="2308948"/>
                  </a:lnTo>
                  <a:lnTo>
                    <a:pt x="2353584" y="2307270"/>
                  </a:lnTo>
                  <a:lnTo>
                    <a:pt x="2353149" y="2305505"/>
                  </a:lnTo>
                  <a:lnTo>
                    <a:pt x="2352758" y="2303660"/>
                  </a:lnTo>
                  <a:lnTo>
                    <a:pt x="2352414" y="2301735"/>
                  </a:lnTo>
                  <a:lnTo>
                    <a:pt x="2352116" y="2299729"/>
                  </a:lnTo>
                  <a:lnTo>
                    <a:pt x="2351864" y="2297642"/>
                  </a:lnTo>
                  <a:lnTo>
                    <a:pt x="2351657" y="2295475"/>
                  </a:lnTo>
                  <a:lnTo>
                    <a:pt x="2351497" y="2293227"/>
                  </a:lnTo>
                  <a:lnTo>
                    <a:pt x="2351382" y="2290898"/>
                  </a:lnTo>
                  <a:lnTo>
                    <a:pt x="2351313" y="2288489"/>
                  </a:lnTo>
                  <a:lnTo>
                    <a:pt x="2351290" y="2286000"/>
                  </a:lnTo>
                  <a:lnTo>
                    <a:pt x="2351313" y="2283404"/>
                  </a:lnTo>
                  <a:lnTo>
                    <a:pt x="2351382" y="2280900"/>
                  </a:lnTo>
                  <a:lnTo>
                    <a:pt x="2351497" y="2278487"/>
                  </a:lnTo>
                  <a:lnTo>
                    <a:pt x="2351657" y="2276167"/>
                  </a:lnTo>
                  <a:lnTo>
                    <a:pt x="2351864" y="2273938"/>
                  </a:lnTo>
                  <a:lnTo>
                    <a:pt x="2352116" y="2271801"/>
                  </a:lnTo>
                  <a:lnTo>
                    <a:pt x="2352414" y="2269756"/>
                  </a:lnTo>
                  <a:lnTo>
                    <a:pt x="2352758" y="2267803"/>
                  </a:lnTo>
                  <a:lnTo>
                    <a:pt x="2353149" y="2265941"/>
                  </a:lnTo>
                  <a:lnTo>
                    <a:pt x="2353584" y="2264171"/>
                  </a:lnTo>
                  <a:lnTo>
                    <a:pt x="2354073" y="2262470"/>
                  </a:lnTo>
                  <a:lnTo>
                    <a:pt x="2354596" y="2260840"/>
                  </a:lnTo>
                  <a:lnTo>
                    <a:pt x="2355155" y="2259281"/>
                  </a:lnTo>
                  <a:lnTo>
                    <a:pt x="2355747" y="2257792"/>
                  </a:lnTo>
                  <a:lnTo>
                    <a:pt x="2356375" y="2256373"/>
                  </a:lnTo>
                  <a:lnTo>
                    <a:pt x="2357037" y="2255026"/>
                  </a:lnTo>
                  <a:lnTo>
                    <a:pt x="2357734" y="2253749"/>
                  </a:lnTo>
                  <a:lnTo>
                    <a:pt x="2358466" y="2252543"/>
                  </a:lnTo>
                  <a:lnTo>
                    <a:pt x="2359232" y="2251408"/>
                  </a:lnTo>
                  <a:lnTo>
                    <a:pt x="2360034" y="2250343"/>
                  </a:lnTo>
                  <a:lnTo>
                    <a:pt x="2360867" y="2249344"/>
                  </a:lnTo>
                  <a:lnTo>
                    <a:pt x="2361730" y="2248408"/>
                  </a:lnTo>
                  <a:lnTo>
                    <a:pt x="2362623" y="2247534"/>
                  </a:lnTo>
                  <a:lnTo>
                    <a:pt x="2363546" y="2246721"/>
                  </a:lnTo>
                  <a:lnTo>
                    <a:pt x="2364499" y="2245971"/>
                  </a:lnTo>
                  <a:lnTo>
                    <a:pt x="2365481" y="2245283"/>
                  </a:lnTo>
                  <a:lnTo>
                    <a:pt x="2366493" y="2244656"/>
                  </a:lnTo>
                  <a:lnTo>
                    <a:pt x="2367535" y="2244092"/>
                  </a:lnTo>
                  <a:lnTo>
                    <a:pt x="2368606" y="2243590"/>
                  </a:lnTo>
                  <a:lnTo>
                    <a:pt x="2369708" y="2243149"/>
                  </a:lnTo>
                  <a:lnTo>
                    <a:pt x="2370834" y="2242749"/>
                  </a:lnTo>
                  <a:lnTo>
                    <a:pt x="2371980" y="2242390"/>
                  </a:lnTo>
                  <a:lnTo>
                    <a:pt x="2373145" y="2242074"/>
                  </a:lnTo>
                  <a:lnTo>
                    <a:pt x="2374331" y="2241800"/>
                  </a:lnTo>
                  <a:lnTo>
                    <a:pt x="2375537" y="2241568"/>
                  </a:lnTo>
                  <a:lnTo>
                    <a:pt x="2376762" y="2241378"/>
                  </a:lnTo>
                  <a:lnTo>
                    <a:pt x="2378007" y="2241231"/>
                  </a:lnTo>
                  <a:lnTo>
                    <a:pt x="2379272" y="2241125"/>
                  </a:lnTo>
                  <a:lnTo>
                    <a:pt x="2380557" y="2241062"/>
                  </a:lnTo>
                  <a:lnTo>
                    <a:pt x="2381862" y="2241041"/>
                  </a:lnTo>
                  <a:lnTo>
                    <a:pt x="2383106" y="2241062"/>
                  </a:lnTo>
                  <a:lnTo>
                    <a:pt x="2384335" y="2241125"/>
                  </a:lnTo>
                  <a:lnTo>
                    <a:pt x="2385547" y="2241231"/>
                  </a:lnTo>
                  <a:lnTo>
                    <a:pt x="2386743" y="2241378"/>
                  </a:lnTo>
                  <a:lnTo>
                    <a:pt x="2387923" y="2241568"/>
                  </a:lnTo>
                  <a:lnTo>
                    <a:pt x="2389087" y="2241800"/>
                  </a:lnTo>
                  <a:lnTo>
                    <a:pt x="2390235" y="2242074"/>
                  </a:lnTo>
                  <a:lnTo>
                    <a:pt x="2391367" y="2242390"/>
                  </a:lnTo>
                  <a:lnTo>
                    <a:pt x="2392483" y="2242749"/>
                  </a:lnTo>
                  <a:lnTo>
                    <a:pt x="2393582" y="2243149"/>
                  </a:lnTo>
                  <a:lnTo>
                    <a:pt x="2394672" y="2243590"/>
                  </a:lnTo>
                  <a:lnTo>
                    <a:pt x="2395733" y="2244092"/>
                  </a:lnTo>
                  <a:lnTo>
                    <a:pt x="2396765" y="2244656"/>
                  </a:lnTo>
                  <a:lnTo>
                    <a:pt x="2397769" y="2245283"/>
                  </a:lnTo>
                  <a:lnTo>
                    <a:pt x="2398744" y="2245971"/>
                  </a:lnTo>
                  <a:lnTo>
                    <a:pt x="2399691" y="2246721"/>
                  </a:lnTo>
                  <a:lnTo>
                    <a:pt x="2400610" y="2247534"/>
                  </a:lnTo>
                  <a:lnTo>
                    <a:pt x="2401500" y="2248408"/>
                  </a:lnTo>
                  <a:lnTo>
                    <a:pt x="2402361" y="2249344"/>
                  </a:lnTo>
                  <a:lnTo>
                    <a:pt x="2403194" y="2250343"/>
                  </a:lnTo>
                  <a:lnTo>
                    <a:pt x="2403995" y="2251408"/>
                  </a:lnTo>
                  <a:lnTo>
                    <a:pt x="2404761" y="2252543"/>
                  </a:lnTo>
                  <a:lnTo>
                    <a:pt x="2405493" y="2253749"/>
                  </a:lnTo>
                  <a:lnTo>
                    <a:pt x="2406190" y="2255026"/>
                  </a:lnTo>
                  <a:lnTo>
                    <a:pt x="2406853" y="2256373"/>
                  </a:lnTo>
                  <a:lnTo>
                    <a:pt x="2407480" y="2257792"/>
                  </a:lnTo>
                  <a:lnTo>
                    <a:pt x="2408073" y="2259281"/>
                  </a:lnTo>
                  <a:lnTo>
                    <a:pt x="2408631" y="2260840"/>
                  </a:lnTo>
                  <a:lnTo>
                    <a:pt x="2409154" y="2262470"/>
                  </a:lnTo>
                  <a:lnTo>
                    <a:pt x="2409643" y="2264171"/>
                  </a:lnTo>
                  <a:lnTo>
                    <a:pt x="2410091" y="2265941"/>
                  </a:lnTo>
                  <a:lnTo>
                    <a:pt x="2410491" y="2267803"/>
                  </a:lnTo>
                  <a:lnTo>
                    <a:pt x="2410845" y="2269756"/>
                  </a:lnTo>
                  <a:lnTo>
                    <a:pt x="2411151" y="2271801"/>
                  </a:lnTo>
                  <a:lnTo>
                    <a:pt x="2411410" y="2273938"/>
                  </a:lnTo>
                  <a:lnTo>
                    <a:pt x="2411622" y="2276167"/>
                  </a:lnTo>
                  <a:lnTo>
                    <a:pt x="2411787" y="2278487"/>
                  </a:lnTo>
                  <a:lnTo>
                    <a:pt x="2411905" y="2280900"/>
                  </a:lnTo>
                  <a:lnTo>
                    <a:pt x="2411976" y="2283404"/>
                  </a:lnTo>
                  <a:close/>
                  <a:moveTo>
                    <a:pt x="2400651" y="2286000"/>
                  </a:moveTo>
                  <a:lnTo>
                    <a:pt x="2400639" y="2283951"/>
                  </a:lnTo>
                  <a:lnTo>
                    <a:pt x="2400602" y="2281974"/>
                  </a:lnTo>
                  <a:lnTo>
                    <a:pt x="2400540" y="2280067"/>
                  </a:lnTo>
                  <a:lnTo>
                    <a:pt x="2400453" y="2278231"/>
                  </a:lnTo>
                  <a:lnTo>
                    <a:pt x="2400341" y="2276465"/>
                  </a:lnTo>
                  <a:lnTo>
                    <a:pt x="2400205" y="2274770"/>
                  </a:lnTo>
                  <a:lnTo>
                    <a:pt x="2400044" y="2273146"/>
                  </a:lnTo>
                  <a:lnTo>
                    <a:pt x="2399858" y="2271593"/>
                  </a:lnTo>
                  <a:lnTo>
                    <a:pt x="2399647" y="2270110"/>
                  </a:lnTo>
                  <a:lnTo>
                    <a:pt x="2399411" y="2268698"/>
                  </a:lnTo>
                  <a:lnTo>
                    <a:pt x="2399151" y="2267338"/>
                  </a:lnTo>
                  <a:lnTo>
                    <a:pt x="2398868" y="2266034"/>
                  </a:lnTo>
                  <a:lnTo>
                    <a:pt x="2398561" y="2264788"/>
                  </a:lnTo>
                  <a:lnTo>
                    <a:pt x="2398230" y="2263598"/>
                  </a:lnTo>
                  <a:lnTo>
                    <a:pt x="2397876" y="2262466"/>
                  </a:lnTo>
                  <a:lnTo>
                    <a:pt x="2397499" y="2261391"/>
                  </a:lnTo>
                  <a:lnTo>
                    <a:pt x="2397097" y="2260373"/>
                  </a:lnTo>
                  <a:lnTo>
                    <a:pt x="2396673" y="2259411"/>
                  </a:lnTo>
                  <a:lnTo>
                    <a:pt x="2396224" y="2258507"/>
                  </a:lnTo>
                  <a:lnTo>
                    <a:pt x="2395752" y="2257660"/>
                  </a:lnTo>
                  <a:lnTo>
                    <a:pt x="2395258" y="2256854"/>
                  </a:lnTo>
                  <a:lnTo>
                    <a:pt x="2394740" y="2256097"/>
                  </a:lnTo>
                  <a:lnTo>
                    <a:pt x="2394201" y="2255391"/>
                  </a:lnTo>
                  <a:lnTo>
                    <a:pt x="2393639" y="2254733"/>
                  </a:lnTo>
                  <a:lnTo>
                    <a:pt x="2393055" y="2254125"/>
                  </a:lnTo>
                  <a:lnTo>
                    <a:pt x="2392448" y="2253567"/>
                  </a:lnTo>
                  <a:lnTo>
                    <a:pt x="2391820" y="2253059"/>
                  </a:lnTo>
                  <a:lnTo>
                    <a:pt x="2391169" y="2252600"/>
                  </a:lnTo>
                  <a:lnTo>
                    <a:pt x="2390495" y="2252191"/>
                  </a:lnTo>
                  <a:lnTo>
                    <a:pt x="2389799" y="2251831"/>
                  </a:lnTo>
                  <a:lnTo>
                    <a:pt x="2389095" y="2251501"/>
                  </a:lnTo>
                  <a:lnTo>
                    <a:pt x="2388371" y="2251206"/>
                  </a:lnTo>
                  <a:lnTo>
                    <a:pt x="2387626" y="2250946"/>
                  </a:lnTo>
                  <a:lnTo>
                    <a:pt x="2386862" y="2250720"/>
                  </a:lnTo>
                  <a:lnTo>
                    <a:pt x="2386079" y="2250529"/>
                  </a:lnTo>
                  <a:lnTo>
                    <a:pt x="2385275" y="2250373"/>
                  </a:lnTo>
                  <a:lnTo>
                    <a:pt x="2384451" y="2250251"/>
                  </a:lnTo>
                  <a:lnTo>
                    <a:pt x="2383608" y="2250164"/>
                  </a:lnTo>
                  <a:lnTo>
                    <a:pt x="2382745" y="2250112"/>
                  </a:lnTo>
                  <a:lnTo>
                    <a:pt x="2381862" y="2250095"/>
                  </a:lnTo>
                  <a:lnTo>
                    <a:pt x="2380930" y="2250112"/>
                  </a:lnTo>
                  <a:lnTo>
                    <a:pt x="2380021" y="2250164"/>
                  </a:lnTo>
                  <a:lnTo>
                    <a:pt x="2379135" y="2250251"/>
                  </a:lnTo>
                  <a:lnTo>
                    <a:pt x="2378270" y="2250373"/>
                  </a:lnTo>
                  <a:lnTo>
                    <a:pt x="2377428" y="2250529"/>
                  </a:lnTo>
                  <a:lnTo>
                    <a:pt x="2376608" y="2250720"/>
                  </a:lnTo>
                  <a:lnTo>
                    <a:pt x="2375811" y="2250946"/>
                  </a:lnTo>
                  <a:lnTo>
                    <a:pt x="2375036" y="2251206"/>
                  </a:lnTo>
                  <a:lnTo>
                    <a:pt x="2374283" y="2251501"/>
                  </a:lnTo>
                  <a:lnTo>
                    <a:pt x="2373552" y="2251831"/>
                  </a:lnTo>
                  <a:lnTo>
                    <a:pt x="2372844" y="2252202"/>
                  </a:lnTo>
                  <a:lnTo>
                    <a:pt x="2372158" y="2252622"/>
                  </a:lnTo>
                  <a:lnTo>
                    <a:pt x="2371495" y="2253091"/>
                  </a:lnTo>
                  <a:lnTo>
                    <a:pt x="2370853" y="2253607"/>
                  </a:lnTo>
                  <a:lnTo>
                    <a:pt x="2370235" y="2254172"/>
                  </a:lnTo>
                  <a:lnTo>
                    <a:pt x="2369638" y="2254785"/>
                  </a:lnTo>
                  <a:lnTo>
                    <a:pt x="2369064" y="2255447"/>
                  </a:lnTo>
                  <a:lnTo>
                    <a:pt x="2368512" y="2256157"/>
                  </a:lnTo>
                  <a:lnTo>
                    <a:pt x="2367982" y="2256915"/>
                  </a:lnTo>
                  <a:lnTo>
                    <a:pt x="2367475" y="2257722"/>
                  </a:lnTo>
                  <a:lnTo>
                    <a:pt x="2367003" y="2258569"/>
                  </a:lnTo>
                  <a:lnTo>
                    <a:pt x="2366555" y="2259473"/>
                  </a:lnTo>
                  <a:lnTo>
                    <a:pt x="2366130" y="2260435"/>
                  </a:lnTo>
                  <a:lnTo>
                    <a:pt x="2365729" y="2261453"/>
                  </a:lnTo>
                  <a:lnTo>
                    <a:pt x="2365351" y="2262528"/>
                  </a:lnTo>
                  <a:lnTo>
                    <a:pt x="2364997" y="2263660"/>
                  </a:lnTo>
                  <a:lnTo>
                    <a:pt x="2364667" y="2264850"/>
                  </a:lnTo>
                  <a:lnTo>
                    <a:pt x="2364360" y="2266096"/>
                  </a:lnTo>
                  <a:lnTo>
                    <a:pt x="2364076" y="2267400"/>
                  </a:lnTo>
                  <a:lnTo>
                    <a:pt x="2363816" y="2268760"/>
                  </a:lnTo>
                  <a:lnTo>
                    <a:pt x="2363581" y="2270172"/>
                  </a:lnTo>
                  <a:lnTo>
                    <a:pt x="2363370" y="2271652"/>
                  </a:lnTo>
                  <a:lnTo>
                    <a:pt x="2363184" y="2273203"/>
                  </a:lnTo>
                  <a:lnTo>
                    <a:pt x="2363023" y="2274823"/>
                  </a:lnTo>
                  <a:lnTo>
                    <a:pt x="2362886" y="2276512"/>
                  </a:lnTo>
                  <a:lnTo>
                    <a:pt x="2362775" y="2278270"/>
                  </a:lnTo>
                  <a:lnTo>
                    <a:pt x="2362688" y="2280098"/>
                  </a:lnTo>
                  <a:lnTo>
                    <a:pt x="2362626" y="2281996"/>
                  </a:lnTo>
                  <a:lnTo>
                    <a:pt x="2362589" y="2283963"/>
                  </a:lnTo>
                  <a:lnTo>
                    <a:pt x="2362576" y="2286000"/>
                  </a:lnTo>
                  <a:lnTo>
                    <a:pt x="2362589" y="2287977"/>
                  </a:lnTo>
                  <a:lnTo>
                    <a:pt x="2362626" y="2289891"/>
                  </a:lnTo>
                  <a:lnTo>
                    <a:pt x="2362688" y="2291742"/>
                  </a:lnTo>
                  <a:lnTo>
                    <a:pt x="2362775" y="2293530"/>
                  </a:lnTo>
                  <a:lnTo>
                    <a:pt x="2362886" y="2295255"/>
                  </a:lnTo>
                  <a:lnTo>
                    <a:pt x="2363023" y="2296916"/>
                  </a:lnTo>
                  <a:lnTo>
                    <a:pt x="2363184" y="2298514"/>
                  </a:lnTo>
                  <a:lnTo>
                    <a:pt x="2363370" y="2300049"/>
                  </a:lnTo>
                  <a:lnTo>
                    <a:pt x="2363581" y="2301520"/>
                  </a:lnTo>
                  <a:lnTo>
                    <a:pt x="2363816" y="2302929"/>
                  </a:lnTo>
                  <a:lnTo>
                    <a:pt x="2364088" y="2304279"/>
                  </a:lnTo>
                  <a:lnTo>
                    <a:pt x="2364382" y="2305575"/>
                  </a:lnTo>
                  <a:lnTo>
                    <a:pt x="2364698" y="2306819"/>
                  </a:lnTo>
                  <a:lnTo>
                    <a:pt x="2365037" y="2308009"/>
                  </a:lnTo>
                  <a:lnTo>
                    <a:pt x="2365398" y="2309145"/>
                  </a:lnTo>
                  <a:lnTo>
                    <a:pt x="2365781" y="2310229"/>
                  </a:lnTo>
                  <a:lnTo>
                    <a:pt x="2366186" y="2311259"/>
                  </a:lnTo>
                  <a:lnTo>
                    <a:pt x="2366614" y="2312235"/>
                  </a:lnTo>
                  <a:lnTo>
                    <a:pt x="2367065" y="2313159"/>
                  </a:lnTo>
                  <a:lnTo>
                    <a:pt x="2367537" y="2314029"/>
                  </a:lnTo>
                  <a:lnTo>
                    <a:pt x="2368044" y="2314837"/>
                  </a:lnTo>
                  <a:lnTo>
                    <a:pt x="2368571" y="2315599"/>
                  </a:lnTo>
                  <a:lnTo>
                    <a:pt x="2369120" y="2316315"/>
                  </a:lnTo>
                  <a:lnTo>
                    <a:pt x="2369690" y="2316986"/>
                  </a:lnTo>
                  <a:lnTo>
                    <a:pt x="2370281" y="2317610"/>
                  </a:lnTo>
                  <a:lnTo>
                    <a:pt x="2370893" y="2318189"/>
                  </a:lnTo>
                  <a:lnTo>
                    <a:pt x="2371526" y="2318721"/>
                  </a:lnTo>
                  <a:lnTo>
                    <a:pt x="2372181" y="2319208"/>
                  </a:lnTo>
                  <a:lnTo>
                    <a:pt x="2372856" y="2319649"/>
                  </a:lnTo>
                  <a:lnTo>
                    <a:pt x="2373552" y="2320044"/>
                  </a:lnTo>
                  <a:lnTo>
                    <a:pt x="2374269" y="2320386"/>
                  </a:lnTo>
                  <a:lnTo>
                    <a:pt x="2375006" y="2320691"/>
                  </a:lnTo>
                  <a:lnTo>
                    <a:pt x="2375762" y="2320961"/>
                  </a:lnTo>
                  <a:lnTo>
                    <a:pt x="2376539" y="2321195"/>
                  </a:lnTo>
                  <a:lnTo>
                    <a:pt x="2377335" y="2321393"/>
                  </a:lnTo>
                  <a:lnTo>
                    <a:pt x="2378151" y="2321555"/>
                  </a:lnTo>
                  <a:lnTo>
                    <a:pt x="2378987" y="2321680"/>
                  </a:lnTo>
                  <a:lnTo>
                    <a:pt x="2379843" y="2321770"/>
                  </a:lnTo>
                  <a:lnTo>
                    <a:pt x="2380718" y="2321824"/>
                  </a:lnTo>
                  <a:lnTo>
                    <a:pt x="2381614" y="2321842"/>
                  </a:lnTo>
                  <a:lnTo>
                    <a:pt x="2382486" y="2321824"/>
                  </a:lnTo>
                  <a:lnTo>
                    <a:pt x="2383340" y="2321770"/>
                  </a:lnTo>
                  <a:lnTo>
                    <a:pt x="2384177" y="2321680"/>
                  </a:lnTo>
                  <a:lnTo>
                    <a:pt x="2384997" y="2321555"/>
                  </a:lnTo>
                  <a:lnTo>
                    <a:pt x="2385800" y="2321393"/>
                  </a:lnTo>
                  <a:lnTo>
                    <a:pt x="2386585" y="2321195"/>
                  </a:lnTo>
                  <a:lnTo>
                    <a:pt x="2387352" y="2320961"/>
                  </a:lnTo>
                  <a:lnTo>
                    <a:pt x="2388103" y="2320691"/>
                  </a:lnTo>
                  <a:lnTo>
                    <a:pt x="2388836" y="2320386"/>
                  </a:lnTo>
                  <a:lnTo>
                    <a:pt x="2389551" y="2320044"/>
                  </a:lnTo>
                  <a:lnTo>
                    <a:pt x="2390247" y="2319649"/>
                  </a:lnTo>
                  <a:lnTo>
                    <a:pt x="2390920" y="2319208"/>
                  </a:lnTo>
                  <a:lnTo>
                    <a:pt x="2391572" y="2318721"/>
                  </a:lnTo>
                  <a:lnTo>
                    <a:pt x="2392200" y="2318189"/>
                  </a:lnTo>
                  <a:lnTo>
                    <a:pt x="2392807" y="2317610"/>
                  </a:lnTo>
                  <a:lnTo>
                    <a:pt x="2393391" y="2316986"/>
                  </a:lnTo>
                  <a:lnTo>
                    <a:pt x="2393953" y="2316315"/>
                  </a:lnTo>
                  <a:lnTo>
                    <a:pt x="2394492" y="2315599"/>
                  </a:lnTo>
                  <a:lnTo>
                    <a:pt x="2395010" y="2314837"/>
                  </a:lnTo>
                  <a:lnTo>
                    <a:pt x="2395504" y="2314029"/>
                  </a:lnTo>
                  <a:lnTo>
                    <a:pt x="2395989" y="2313159"/>
                  </a:lnTo>
                  <a:lnTo>
                    <a:pt x="2396449" y="2312235"/>
                  </a:lnTo>
                  <a:lnTo>
                    <a:pt x="2396887" y="2311259"/>
                  </a:lnTo>
                  <a:lnTo>
                    <a:pt x="2397300" y="2310229"/>
                  </a:lnTo>
                  <a:lnTo>
                    <a:pt x="2397690" y="2309145"/>
                  </a:lnTo>
                  <a:lnTo>
                    <a:pt x="2398057" y="2308009"/>
                  </a:lnTo>
                  <a:lnTo>
                    <a:pt x="2398400" y="2306819"/>
                  </a:lnTo>
                  <a:lnTo>
                    <a:pt x="2398719" y="2305575"/>
                  </a:lnTo>
                  <a:lnTo>
                    <a:pt x="2399015" y="2304279"/>
                  </a:lnTo>
                  <a:lnTo>
                    <a:pt x="2399287" y="2302929"/>
                  </a:lnTo>
                  <a:lnTo>
                    <a:pt x="2399546" y="2301520"/>
                  </a:lnTo>
                  <a:lnTo>
                    <a:pt x="2399778" y="2300049"/>
                  </a:lnTo>
                  <a:lnTo>
                    <a:pt x="2399983" y="2298514"/>
                  </a:lnTo>
                  <a:lnTo>
                    <a:pt x="2400160" y="2296916"/>
                  </a:lnTo>
                  <a:lnTo>
                    <a:pt x="2400310" y="2295255"/>
                  </a:lnTo>
                  <a:lnTo>
                    <a:pt x="2400433" y="2293530"/>
                  </a:lnTo>
                  <a:lnTo>
                    <a:pt x="2400529" y="2291742"/>
                  </a:lnTo>
                  <a:lnTo>
                    <a:pt x="2400597" y="2289891"/>
                  </a:lnTo>
                  <a:lnTo>
                    <a:pt x="2400638" y="2287977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2" name="ph21"/>
            <p:cNvSpPr/>
            <p:nvPr/>
          </p:nvSpPr>
          <p:spPr>
            <a:xfrm>
              <a:off x="282848" y="109484"/>
              <a:ext cx="2412000" cy="2330958"/>
            </a:xfrm>
            <a:custGeom>
              <a:avLst/>
              <a:gdLst/>
              <a:ahLst/>
              <a:cxnLst/>
              <a:rect l="0" t="0" r="0" b="0"/>
              <a:pathLst>
                <a:path w="2412000" h="2330958">
                  <a:moveTo>
                    <a:pt x="2412000" y="2286000"/>
                  </a:moveTo>
                  <a:lnTo>
                    <a:pt x="2411975" y="2288477"/>
                  </a:lnTo>
                  <a:lnTo>
                    <a:pt x="2411903" y="2290876"/>
                  </a:lnTo>
                  <a:lnTo>
                    <a:pt x="2411782" y="2293195"/>
                  </a:lnTo>
                  <a:lnTo>
                    <a:pt x="2411613" y="2295435"/>
                  </a:lnTo>
                  <a:lnTo>
                    <a:pt x="2411395" y="2297596"/>
                  </a:lnTo>
                  <a:lnTo>
                    <a:pt x="2411129" y="2299677"/>
                  </a:lnTo>
                  <a:lnTo>
                    <a:pt x="2410814" y="2301679"/>
                  </a:lnTo>
                  <a:lnTo>
                    <a:pt x="2410452" y="2303601"/>
                  </a:lnTo>
                  <a:lnTo>
                    <a:pt x="2410041" y="2305444"/>
                  </a:lnTo>
                  <a:lnTo>
                    <a:pt x="2409581" y="2307208"/>
                  </a:lnTo>
                  <a:lnTo>
                    <a:pt x="2409092" y="2308887"/>
                  </a:lnTo>
                  <a:lnTo>
                    <a:pt x="2408567" y="2310502"/>
                  </a:lnTo>
                  <a:lnTo>
                    <a:pt x="2408005" y="2312052"/>
                  </a:lnTo>
                  <a:lnTo>
                    <a:pt x="2407408" y="2313538"/>
                  </a:lnTo>
                  <a:lnTo>
                    <a:pt x="2406775" y="2314959"/>
                  </a:lnTo>
                  <a:lnTo>
                    <a:pt x="2406106" y="2316316"/>
                  </a:lnTo>
                  <a:lnTo>
                    <a:pt x="2405401" y="2317608"/>
                  </a:lnTo>
                  <a:lnTo>
                    <a:pt x="2404660" y="2318836"/>
                  </a:lnTo>
                  <a:lnTo>
                    <a:pt x="2403883" y="2319999"/>
                  </a:lnTo>
                  <a:lnTo>
                    <a:pt x="2403070" y="2321098"/>
                  </a:lnTo>
                  <a:lnTo>
                    <a:pt x="2402236" y="2322123"/>
                  </a:lnTo>
                  <a:lnTo>
                    <a:pt x="2401373" y="2323087"/>
                  </a:lnTo>
                  <a:lnTo>
                    <a:pt x="2400480" y="2323993"/>
                  </a:lnTo>
                  <a:lnTo>
                    <a:pt x="2399557" y="2324839"/>
                  </a:lnTo>
                  <a:lnTo>
                    <a:pt x="2398605" y="2325625"/>
                  </a:lnTo>
                  <a:lnTo>
                    <a:pt x="2397623" y="2326352"/>
                  </a:lnTo>
                  <a:lnTo>
                    <a:pt x="2396611" y="2327019"/>
                  </a:lnTo>
                  <a:lnTo>
                    <a:pt x="2395569" y="2327627"/>
                  </a:lnTo>
                  <a:lnTo>
                    <a:pt x="2394497" y="2328175"/>
                  </a:lnTo>
                  <a:lnTo>
                    <a:pt x="2393396" y="2328664"/>
                  </a:lnTo>
                  <a:lnTo>
                    <a:pt x="2392272" y="2329100"/>
                  </a:lnTo>
                  <a:lnTo>
                    <a:pt x="2391134" y="2329490"/>
                  </a:lnTo>
                  <a:lnTo>
                    <a:pt x="2389980" y="2329834"/>
                  </a:lnTo>
                  <a:lnTo>
                    <a:pt x="2388812" y="2330132"/>
                  </a:lnTo>
                  <a:lnTo>
                    <a:pt x="2387629" y="2330384"/>
                  </a:lnTo>
                  <a:lnTo>
                    <a:pt x="2386431" y="2330591"/>
                  </a:lnTo>
                  <a:lnTo>
                    <a:pt x="2385218" y="2330751"/>
                  </a:lnTo>
                  <a:lnTo>
                    <a:pt x="2383990" y="2330866"/>
                  </a:lnTo>
                  <a:lnTo>
                    <a:pt x="2382747" y="2330935"/>
                  </a:lnTo>
                  <a:lnTo>
                    <a:pt x="2381490" y="2330958"/>
                  </a:lnTo>
                  <a:lnTo>
                    <a:pt x="2380221" y="2330935"/>
                  </a:lnTo>
                  <a:lnTo>
                    <a:pt x="2378970" y="2330866"/>
                  </a:lnTo>
                  <a:lnTo>
                    <a:pt x="2377736" y="2330751"/>
                  </a:lnTo>
                  <a:lnTo>
                    <a:pt x="2376519" y="2330591"/>
                  </a:lnTo>
                  <a:lnTo>
                    <a:pt x="2375320" y="2330384"/>
                  </a:lnTo>
                  <a:lnTo>
                    <a:pt x="2374138" y="2330132"/>
                  </a:lnTo>
                  <a:lnTo>
                    <a:pt x="2372973" y="2329834"/>
                  </a:lnTo>
                  <a:lnTo>
                    <a:pt x="2371826" y="2329490"/>
                  </a:lnTo>
                  <a:lnTo>
                    <a:pt x="2370696" y="2329100"/>
                  </a:lnTo>
                  <a:lnTo>
                    <a:pt x="2369583" y="2328664"/>
                  </a:lnTo>
                  <a:lnTo>
                    <a:pt x="2368494" y="2328175"/>
                  </a:lnTo>
                  <a:lnTo>
                    <a:pt x="2367433" y="2327627"/>
                  </a:lnTo>
                  <a:lnTo>
                    <a:pt x="2366400" y="2327019"/>
                  </a:lnTo>
                  <a:lnTo>
                    <a:pt x="2365396" y="2326352"/>
                  </a:lnTo>
                  <a:lnTo>
                    <a:pt x="2364421" y="2325625"/>
                  </a:lnTo>
                  <a:lnTo>
                    <a:pt x="2363474" y="2324839"/>
                  </a:lnTo>
                  <a:lnTo>
                    <a:pt x="2362556" y="2323993"/>
                  </a:lnTo>
                  <a:lnTo>
                    <a:pt x="2361666" y="2323087"/>
                  </a:lnTo>
                  <a:lnTo>
                    <a:pt x="2360804" y="2322123"/>
                  </a:lnTo>
                  <a:lnTo>
                    <a:pt x="2359972" y="2321098"/>
                  </a:lnTo>
                  <a:lnTo>
                    <a:pt x="2359182" y="2320011"/>
                  </a:lnTo>
                  <a:lnTo>
                    <a:pt x="2358426" y="2318858"/>
                  </a:lnTo>
                  <a:lnTo>
                    <a:pt x="2357704" y="2317640"/>
                  </a:lnTo>
                  <a:lnTo>
                    <a:pt x="2357015" y="2316355"/>
                  </a:lnTo>
                  <a:lnTo>
                    <a:pt x="2356359" y="2315005"/>
                  </a:lnTo>
                  <a:lnTo>
                    <a:pt x="2355738" y="2313590"/>
                  </a:lnTo>
                  <a:lnTo>
                    <a:pt x="2355149" y="2312108"/>
                  </a:lnTo>
                  <a:lnTo>
                    <a:pt x="2354594" y="2310561"/>
                  </a:lnTo>
                  <a:lnTo>
                    <a:pt x="2354072" y="2308948"/>
                  </a:lnTo>
                  <a:lnTo>
                    <a:pt x="2353584" y="2307270"/>
                  </a:lnTo>
                  <a:lnTo>
                    <a:pt x="2353149" y="2305505"/>
                  </a:lnTo>
                  <a:lnTo>
                    <a:pt x="2352758" y="2303660"/>
                  </a:lnTo>
                  <a:lnTo>
                    <a:pt x="2352414" y="2301735"/>
                  </a:lnTo>
                  <a:lnTo>
                    <a:pt x="2352116" y="2299729"/>
                  </a:lnTo>
                  <a:lnTo>
                    <a:pt x="2351864" y="2297642"/>
                  </a:lnTo>
                  <a:lnTo>
                    <a:pt x="2351657" y="2295475"/>
                  </a:lnTo>
                  <a:lnTo>
                    <a:pt x="2351497" y="2293227"/>
                  </a:lnTo>
                  <a:lnTo>
                    <a:pt x="2351382" y="2290898"/>
                  </a:lnTo>
                  <a:lnTo>
                    <a:pt x="2351313" y="2288489"/>
                  </a:lnTo>
                  <a:lnTo>
                    <a:pt x="2351290" y="2286000"/>
                  </a:lnTo>
                  <a:lnTo>
                    <a:pt x="2351313" y="2283404"/>
                  </a:lnTo>
                  <a:lnTo>
                    <a:pt x="2351382" y="2280900"/>
                  </a:lnTo>
                  <a:lnTo>
                    <a:pt x="2351497" y="2278487"/>
                  </a:lnTo>
                  <a:lnTo>
                    <a:pt x="2351657" y="2276167"/>
                  </a:lnTo>
                  <a:lnTo>
                    <a:pt x="2351864" y="2273938"/>
                  </a:lnTo>
                  <a:lnTo>
                    <a:pt x="2352116" y="2271801"/>
                  </a:lnTo>
                  <a:lnTo>
                    <a:pt x="2352414" y="2269756"/>
                  </a:lnTo>
                  <a:lnTo>
                    <a:pt x="2352758" y="2267803"/>
                  </a:lnTo>
                  <a:lnTo>
                    <a:pt x="2353149" y="2265941"/>
                  </a:lnTo>
                  <a:lnTo>
                    <a:pt x="2353584" y="2264171"/>
                  </a:lnTo>
                  <a:lnTo>
                    <a:pt x="2354073" y="2262470"/>
                  </a:lnTo>
                  <a:lnTo>
                    <a:pt x="2354596" y="2260840"/>
                  </a:lnTo>
                  <a:lnTo>
                    <a:pt x="2355155" y="2259281"/>
                  </a:lnTo>
                  <a:lnTo>
                    <a:pt x="2355747" y="2257792"/>
                  </a:lnTo>
                  <a:lnTo>
                    <a:pt x="2356375" y="2256373"/>
                  </a:lnTo>
                  <a:lnTo>
                    <a:pt x="2357037" y="2255026"/>
                  </a:lnTo>
                  <a:lnTo>
                    <a:pt x="2357734" y="2253749"/>
                  </a:lnTo>
                  <a:lnTo>
                    <a:pt x="2358466" y="2252543"/>
                  </a:lnTo>
                  <a:lnTo>
                    <a:pt x="2359232" y="2251408"/>
                  </a:lnTo>
                  <a:lnTo>
                    <a:pt x="2360034" y="2250343"/>
                  </a:lnTo>
                  <a:lnTo>
                    <a:pt x="2360867" y="2249344"/>
                  </a:lnTo>
                  <a:lnTo>
                    <a:pt x="2361730" y="2248408"/>
                  </a:lnTo>
                  <a:lnTo>
                    <a:pt x="2362623" y="2247534"/>
                  </a:lnTo>
                  <a:lnTo>
                    <a:pt x="2363546" y="2246721"/>
                  </a:lnTo>
                  <a:lnTo>
                    <a:pt x="2364499" y="2245971"/>
                  </a:lnTo>
                  <a:lnTo>
                    <a:pt x="2365481" y="2245283"/>
                  </a:lnTo>
                  <a:lnTo>
                    <a:pt x="2366493" y="2244656"/>
                  </a:lnTo>
                  <a:lnTo>
                    <a:pt x="2367535" y="2244092"/>
                  </a:lnTo>
                  <a:lnTo>
                    <a:pt x="2368606" y="2243590"/>
                  </a:lnTo>
                  <a:lnTo>
                    <a:pt x="2369708" y="2243149"/>
                  </a:lnTo>
                  <a:lnTo>
                    <a:pt x="2370834" y="2242749"/>
                  </a:lnTo>
                  <a:lnTo>
                    <a:pt x="2371980" y="2242390"/>
                  </a:lnTo>
                  <a:lnTo>
                    <a:pt x="2373145" y="2242074"/>
                  </a:lnTo>
                  <a:lnTo>
                    <a:pt x="2374331" y="2241800"/>
                  </a:lnTo>
                  <a:lnTo>
                    <a:pt x="2375537" y="2241568"/>
                  </a:lnTo>
                  <a:lnTo>
                    <a:pt x="2376762" y="2241378"/>
                  </a:lnTo>
                  <a:lnTo>
                    <a:pt x="2378007" y="2241231"/>
                  </a:lnTo>
                  <a:lnTo>
                    <a:pt x="2379272" y="2241125"/>
                  </a:lnTo>
                  <a:lnTo>
                    <a:pt x="2380557" y="2241062"/>
                  </a:lnTo>
                  <a:lnTo>
                    <a:pt x="2381862" y="2241041"/>
                  </a:lnTo>
                  <a:lnTo>
                    <a:pt x="2383106" y="2241062"/>
                  </a:lnTo>
                  <a:lnTo>
                    <a:pt x="2384335" y="2241125"/>
                  </a:lnTo>
                  <a:lnTo>
                    <a:pt x="2385547" y="2241231"/>
                  </a:lnTo>
                  <a:lnTo>
                    <a:pt x="2386743" y="2241378"/>
                  </a:lnTo>
                  <a:lnTo>
                    <a:pt x="2387923" y="2241568"/>
                  </a:lnTo>
                  <a:lnTo>
                    <a:pt x="2389087" y="2241800"/>
                  </a:lnTo>
                  <a:lnTo>
                    <a:pt x="2390235" y="2242074"/>
                  </a:lnTo>
                  <a:lnTo>
                    <a:pt x="2391367" y="2242390"/>
                  </a:lnTo>
                  <a:lnTo>
                    <a:pt x="2392483" y="2242749"/>
                  </a:lnTo>
                  <a:lnTo>
                    <a:pt x="2393582" y="2243149"/>
                  </a:lnTo>
                  <a:lnTo>
                    <a:pt x="2394672" y="2243590"/>
                  </a:lnTo>
                  <a:lnTo>
                    <a:pt x="2395733" y="2244092"/>
                  </a:lnTo>
                  <a:lnTo>
                    <a:pt x="2396765" y="2244656"/>
                  </a:lnTo>
                  <a:lnTo>
                    <a:pt x="2397769" y="2245283"/>
                  </a:lnTo>
                  <a:lnTo>
                    <a:pt x="2398744" y="2245971"/>
                  </a:lnTo>
                  <a:lnTo>
                    <a:pt x="2399691" y="2246721"/>
                  </a:lnTo>
                  <a:lnTo>
                    <a:pt x="2400610" y="2247534"/>
                  </a:lnTo>
                  <a:lnTo>
                    <a:pt x="2401500" y="2248408"/>
                  </a:lnTo>
                  <a:lnTo>
                    <a:pt x="2402361" y="2249344"/>
                  </a:lnTo>
                  <a:lnTo>
                    <a:pt x="2403194" y="2250343"/>
                  </a:lnTo>
                  <a:lnTo>
                    <a:pt x="2403995" y="2251408"/>
                  </a:lnTo>
                  <a:lnTo>
                    <a:pt x="2404761" y="2252543"/>
                  </a:lnTo>
                  <a:lnTo>
                    <a:pt x="2405493" y="2253749"/>
                  </a:lnTo>
                  <a:lnTo>
                    <a:pt x="2406190" y="2255026"/>
                  </a:lnTo>
                  <a:lnTo>
                    <a:pt x="2406853" y="2256373"/>
                  </a:lnTo>
                  <a:lnTo>
                    <a:pt x="2407480" y="2257792"/>
                  </a:lnTo>
                  <a:lnTo>
                    <a:pt x="2408073" y="2259281"/>
                  </a:lnTo>
                  <a:lnTo>
                    <a:pt x="2408631" y="2260840"/>
                  </a:lnTo>
                  <a:lnTo>
                    <a:pt x="2409154" y="2262470"/>
                  </a:lnTo>
                  <a:lnTo>
                    <a:pt x="2409643" y="2264171"/>
                  </a:lnTo>
                  <a:lnTo>
                    <a:pt x="2410091" y="2265941"/>
                  </a:lnTo>
                  <a:lnTo>
                    <a:pt x="2410491" y="2267803"/>
                  </a:lnTo>
                  <a:lnTo>
                    <a:pt x="2410845" y="2269756"/>
                  </a:lnTo>
                  <a:lnTo>
                    <a:pt x="2411151" y="2271801"/>
                  </a:lnTo>
                  <a:lnTo>
                    <a:pt x="2411410" y="2273938"/>
                  </a:lnTo>
                  <a:lnTo>
                    <a:pt x="2411622" y="2276167"/>
                  </a:lnTo>
                  <a:lnTo>
                    <a:pt x="2411787" y="2278487"/>
                  </a:lnTo>
                  <a:lnTo>
                    <a:pt x="2411905" y="2280900"/>
                  </a:lnTo>
                  <a:lnTo>
                    <a:pt x="2411976" y="2283404"/>
                  </a:lnTo>
                  <a:close/>
                  <a:moveTo>
                    <a:pt x="2400651" y="2286000"/>
                  </a:moveTo>
                  <a:lnTo>
                    <a:pt x="2400639" y="2283951"/>
                  </a:lnTo>
                  <a:lnTo>
                    <a:pt x="2400602" y="2281974"/>
                  </a:lnTo>
                  <a:lnTo>
                    <a:pt x="2400540" y="2280067"/>
                  </a:lnTo>
                  <a:lnTo>
                    <a:pt x="2400453" y="2278231"/>
                  </a:lnTo>
                  <a:lnTo>
                    <a:pt x="2400341" y="2276465"/>
                  </a:lnTo>
                  <a:lnTo>
                    <a:pt x="2400205" y="2274770"/>
                  </a:lnTo>
                  <a:lnTo>
                    <a:pt x="2400044" y="2273146"/>
                  </a:lnTo>
                  <a:lnTo>
                    <a:pt x="2399858" y="2271593"/>
                  </a:lnTo>
                  <a:lnTo>
                    <a:pt x="2399647" y="2270110"/>
                  </a:lnTo>
                  <a:lnTo>
                    <a:pt x="2399411" y="2268698"/>
                  </a:lnTo>
                  <a:lnTo>
                    <a:pt x="2399151" y="2267338"/>
                  </a:lnTo>
                  <a:lnTo>
                    <a:pt x="2398868" y="2266034"/>
                  </a:lnTo>
                  <a:lnTo>
                    <a:pt x="2398561" y="2264788"/>
                  </a:lnTo>
                  <a:lnTo>
                    <a:pt x="2398230" y="2263598"/>
                  </a:lnTo>
                  <a:lnTo>
                    <a:pt x="2397876" y="2262466"/>
                  </a:lnTo>
                  <a:lnTo>
                    <a:pt x="2397499" y="2261391"/>
                  </a:lnTo>
                  <a:lnTo>
                    <a:pt x="2397097" y="2260373"/>
                  </a:lnTo>
                  <a:lnTo>
                    <a:pt x="2396673" y="2259411"/>
                  </a:lnTo>
                  <a:lnTo>
                    <a:pt x="2396224" y="2258507"/>
                  </a:lnTo>
                  <a:lnTo>
                    <a:pt x="2395752" y="2257660"/>
                  </a:lnTo>
                  <a:lnTo>
                    <a:pt x="2395258" y="2256854"/>
                  </a:lnTo>
                  <a:lnTo>
                    <a:pt x="2394740" y="2256097"/>
                  </a:lnTo>
                  <a:lnTo>
                    <a:pt x="2394201" y="2255391"/>
                  </a:lnTo>
                  <a:lnTo>
                    <a:pt x="2393639" y="2254733"/>
                  </a:lnTo>
                  <a:lnTo>
                    <a:pt x="2393055" y="2254125"/>
                  </a:lnTo>
                  <a:lnTo>
                    <a:pt x="2392448" y="2253567"/>
                  </a:lnTo>
                  <a:lnTo>
                    <a:pt x="2391820" y="2253059"/>
                  </a:lnTo>
                  <a:lnTo>
                    <a:pt x="2391169" y="2252600"/>
                  </a:lnTo>
                  <a:lnTo>
                    <a:pt x="2390495" y="2252191"/>
                  </a:lnTo>
                  <a:lnTo>
                    <a:pt x="2389799" y="2251831"/>
                  </a:lnTo>
                  <a:lnTo>
                    <a:pt x="2389095" y="2251501"/>
                  </a:lnTo>
                  <a:lnTo>
                    <a:pt x="2388371" y="2251206"/>
                  </a:lnTo>
                  <a:lnTo>
                    <a:pt x="2387626" y="2250946"/>
                  </a:lnTo>
                  <a:lnTo>
                    <a:pt x="2386862" y="2250720"/>
                  </a:lnTo>
                  <a:lnTo>
                    <a:pt x="2386079" y="2250529"/>
                  </a:lnTo>
                  <a:lnTo>
                    <a:pt x="2385275" y="2250373"/>
                  </a:lnTo>
                  <a:lnTo>
                    <a:pt x="2384451" y="2250251"/>
                  </a:lnTo>
                  <a:lnTo>
                    <a:pt x="2383608" y="2250164"/>
                  </a:lnTo>
                  <a:lnTo>
                    <a:pt x="2382745" y="2250112"/>
                  </a:lnTo>
                  <a:lnTo>
                    <a:pt x="2381862" y="2250095"/>
                  </a:lnTo>
                  <a:lnTo>
                    <a:pt x="2380930" y="2250112"/>
                  </a:lnTo>
                  <a:lnTo>
                    <a:pt x="2380021" y="2250164"/>
                  </a:lnTo>
                  <a:lnTo>
                    <a:pt x="2379135" y="2250251"/>
                  </a:lnTo>
                  <a:lnTo>
                    <a:pt x="2378270" y="2250373"/>
                  </a:lnTo>
                  <a:lnTo>
                    <a:pt x="2377428" y="2250529"/>
                  </a:lnTo>
                  <a:lnTo>
                    <a:pt x="2376608" y="2250720"/>
                  </a:lnTo>
                  <a:lnTo>
                    <a:pt x="2375811" y="2250946"/>
                  </a:lnTo>
                  <a:lnTo>
                    <a:pt x="2375036" y="2251206"/>
                  </a:lnTo>
                  <a:lnTo>
                    <a:pt x="2374283" y="2251501"/>
                  </a:lnTo>
                  <a:lnTo>
                    <a:pt x="2373552" y="2251831"/>
                  </a:lnTo>
                  <a:lnTo>
                    <a:pt x="2372844" y="2252202"/>
                  </a:lnTo>
                  <a:lnTo>
                    <a:pt x="2372158" y="2252622"/>
                  </a:lnTo>
                  <a:lnTo>
                    <a:pt x="2371495" y="2253091"/>
                  </a:lnTo>
                  <a:lnTo>
                    <a:pt x="2370853" y="2253607"/>
                  </a:lnTo>
                  <a:lnTo>
                    <a:pt x="2370235" y="2254172"/>
                  </a:lnTo>
                  <a:lnTo>
                    <a:pt x="2369638" y="2254785"/>
                  </a:lnTo>
                  <a:lnTo>
                    <a:pt x="2369064" y="2255447"/>
                  </a:lnTo>
                  <a:lnTo>
                    <a:pt x="2368512" y="2256157"/>
                  </a:lnTo>
                  <a:lnTo>
                    <a:pt x="2367982" y="2256915"/>
                  </a:lnTo>
                  <a:lnTo>
                    <a:pt x="2367475" y="2257722"/>
                  </a:lnTo>
                  <a:lnTo>
                    <a:pt x="2367003" y="2258569"/>
                  </a:lnTo>
                  <a:lnTo>
                    <a:pt x="2366555" y="2259473"/>
                  </a:lnTo>
                  <a:lnTo>
                    <a:pt x="2366130" y="2260435"/>
                  </a:lnTo>
                  <a:lnTo>
                    <a:pt x="2365729" y="2261453"/>
                  </a:lnTo>
                  <a:lnTo>
                    <a:pt x="2365351" y="2262528"/>
                  </a:lnTo>
                  <a:lnTo>
                    <a:pt x="2364997" y="2263660"/>
                  </a:lnTo>
                  <a:lnTo>
                    <a:pt x="2364667" y="2264850"/>
                  </a:lnTo>
                  <a:lnTo>
                    <a:pt x="2364360" y="2266096"/>
                  </a:lnTo>
                  <a:lnTo>
                    <a:pt x="2364076" y="2267400"/>
                  </a:lnTo>
                  <a:lnTo>
                    <a:pt x="2363816" y="2268760"/>
                  </a:lnTo>
                  <a:lnTo>
                    <a:pt x="2363581" y="2270172"/>
                  </a:lnTo>
                  <a:lnTo>
                    <a:pt x="2363370" y="2271652"/>
                  </a:lnTo>
                  <a:lnTo>
                    <a:pt x="2363184" y="2273203"/>
                  </a:lnTo>
                  <a:lnTo>
                    <a:pt x="2363023" y="2274823"/>
                  </a:lnTo>
                  <a:lnTo>
                    <a:pt x="2362886" y="2276512"/>
                  </a:lnTo>
                  <a:lnTo>
                    <a:pt x="2362775" y="2278270"/>
                  </a:lnTo>
                  <a:lnTo>
                    <a:pt x="2362688" y="2280098"/>
                  </a:lnTo>
                  <a:lnTo>
                    <a:pt x="2362626" y="2281996"/>
                  </a:lnTo>
                  <a:lnTo>
                    <a:pt x="2362589" y="2283963"/>
                  </a:lnTo>
                  <a:lnTo>
                    <a:pt x="2362576" y="2286000"/>
                  </a:lnTo>
                  <a:lnTo>
                    <a:pt x="2362589" y="2287977"/>
                  </a:lnTo>
                  <a:lnTo>
                    <a:pt x="2362626" y="2289891"/>
                  </a:lnTo>
                  <a:lnTo>
                    <a:pt x="2362688" y="2291742"/>
                  </a:lnTo>
                  <a:lnTo>
                    <a:pt x="2362775" y="2293530"/>
                  </a:lnTo>
                  <a:lnTo>
                    <a:pt x="2362886" y="2295255"/>
                  </a:lnTo>
                  <a:lnTo>
                    <a:pt x="2363023" y="2296916"/>
                  </a:lnTo>
                  <a:lnTo>
                    <a:pt x="2363184" y="2298514"/>
                  </a:lnTo>
                  <a:lnTo>
                    <a:pt x="2363370" y="2300049"/>
                  </a:lnTo>
                  <a:lnTo>
                    <a:pt x="2363581" y="2301520"/>
                  </a:lnTo>
                  <a:lnTo>
                    <a:pt x="2363816" y="2302929"/>
                  </a:lnTo>
                  <a:lnTo>
                    <a:pt x="2364088" y="2304279"/>
                  </a:lnTo>
                  <a:lnTo>
                    <a:pt x="2364382" y="2305575"/>
                  </a:lnTo>
                  <a:lnTo>
                    <a:pt x="2364698" y="2306819"/>
                  </a:lnTo>
                  <a:lnTo>
                    <a:pt x="2365037" y="2308009"/>
                  </a:lnTo>
                  <a:lnTo>
                    <a:pt x="2365398" y="2309145"/>
                  </a:lnTo>
                  <a:lnTo>
                    <a:pt x="2365781" y="2310229"/>
                  </a:lnTo>
                  <a:lnTo>
                    <a:pt x="2366186" y="2311259"/>
                  </a:lnTo>
                  <a:lnTo>
                    <a:pt x="2366614" y="2312235"/>
                  </a:lnTo>
                  <a:lnTo>
                    <a:pt x="2367065" y="2313159"/>
                  </a:lnTo>
                  <a:lnTo>
                    <a:pt x="2367537" y="2314029"/>
                  </a:lnTo>
                  <a:lnTo>
                    <a:pt x="2368044" y="2314837"/>
                  </a:lnTo>
                  <a:lnTo>
                    <a:pt x="2368571" y="2315599"/>
                  </a:lnTo>
                  <a:lnTo>
                    <a:pt x="2369120" y="2316315"/>
                  </a:lnTo>
                  <a:lnTo>
                    <a:pt x="2369690" y="2316986"/>
                  </a:lnTo>
                  <a:lnTo>
                    <a:pt x="2370281" y="2317610"/>
                  </a:lnTo>
                  <a:lnTo>
                    <a:pt x="2370893" y="2318189"/>
                  </a:lnTo>
                  <a:lnTo>
                    <a:pt x="2371526" y="2318721"/>
                  </a:lnTo>
                  <a:lnTo>
                    <a:pt x="2372181" y="2319208"/>
                  </a:lnTo>
                  <a:lnTo>
                    <a:pt x="2372856" y="2319649"/>
                  </a:lnTo>
                  <a:lnTo>
                    <a:pt x="2373552" y="2320044"/>
                  </a:lnTo>
                  <a:lnTo>
                    <a:pt x="2374269" y="2320386"/>
                  </a:lnTo>
                  <a:lnTo>
                    <a:pt x="2375006" y="2320691"/>
                  </a:lnTo>
                  <a:lnTo>
                    <a:pt x="2375762" y="2320961"/>
                  </a:lnTo>
                  <a:lnTo>
                    <a:pt x="2376539" y="2321195"/>
                  </a:lnTo>
                  <a:lnTo>
                    <a:pt x="2377335" y="2321393"/>
                  </a:lnTo>
                  <a:lnTo>
                    <a:pt x="2378151" y="2321555"/>
                  </a:lnTo>
                  <a:lnTo>
                    <a:pt x="2378987" y="2321680"/>
                  </a:lnTo>
                  <a:lnTo>
                    <a:pt x="2379843" y="2321770"/>
                  </a:lnTo>
                  <a:lnTo>
                    <a:pt x="2380718" y="2321824"/>
                  </a:lnTo>
                  <a:lnTo>
                    <a:pt x="2381614" y="2321842"/>
                  </a:lnTo>
                  <a:lnTo>
                    <a:pt x="2382486" y="2321824"/>
                  </a:lnTo>
                  <a:lnTo>
                    <a:pt x="2383340" y="2321770"/>
                  </a:lnTo>
                  <a:lnTo>
                    <a:pt x="2384177" y="2321680"/>
                  </a:lnTo>
                  <a:lnTo>
                    <a:pt x="2384997" y="2321555"/>
                  </a:lnTo>
                  <a:lnTo>
                    <a:pt x="2385800" y="2321393"/>
                  </a:lnTo>
                  <a:lnTo>
                    <a:pt x="2386585" y="2321195"/>
                  </a:lnTo>
                  <a:lnTo>
                    <a:pt x="2387352" y="2320961"/>
                  </a:lnTo>
                  <a:lnTo>
                    <a:pt x="2388103" y="2320691"/>
                  </a:lnTo>
                  <a:lnTo>
                    <a:pt x="2388836" y="2320386"/>
                  </a:lnTo>
                  <a:lnTo>
                    <a:pt x="2389551" y="2320044"/>
                  </a:lnTo>
                  <a:lnTo>
                    <a:pt x="2390247" y="2319649"/>
                  </a:lnTo>
                  <a:lnTo>
                    <a:pt x="2390920" y="2319208"/>
                  </a:lnTo>
                  <a:lnTo>
                    <a:pt x="2391572" y="2318721"/>
                  </a:lnTo>
                  <a:lnTo>
                    <a:pt x="2392200" y="2318189"/>
                  </a:lnTo>
                  <a:lnTo>
                    <a:pt x="2392807" y="2317610"/>
                  </a:lnTo>
                  <a:lnTo>
                    <a:pt x="2393391" y="2316986"/>
                  </a:lnTo>
                  <a:lnTo>
                    <a:pt x="2393953" y="2316315"/>
                  </a:lnTo>
                  <a:lnTo>
                    <a:pt x="2394492" y="2315599"/>
                  </a:lnTo>
                  <a:lnTo>
                    <a:pt x="2395010" y="2314837"/>
                  </a:lnTo>
                  <a:lnTo>
                    <a:pt x="2395504" y="2314029"/>
                  </a:lnTo>
                  <a:lnTo>
                    <a:pt x="2395989" y="2313159"/>
                  </a:lnTo>
                  <a:lnTo>
                    <a:pt x="2396449" y="2312235"/>
                  </a:lnTo>
                  <a:lnTo>
                    <a:pt x="2396887" y="2311259"/>
                  </a:lnTo>
                  <a:lnTo>
                    <a:pt x="2397300" y="2310229"/>
                  </a:lnTo>
                  <a:lnTo>
                    <a:pt x="2397690" y="2309145"/>
                  </a:lnTo>
                  <a:lnTo>
                    <a:pt x="2398057" y="2308009"/>
                  </a:lnTo>
                  <a:lnTo>
                    <a:pt x="2398400" y="2306819"/>
                  </a:lnTo>
                  <a:lnTo>
                    <a:pt x="2398719" y="2305575"/>
                  </a:lnTo>
                  <a:lnTo>
                    <a:pt x="2399015" y="2304279"/>
                  </a:lnTo>
                  <a:lnTo>
                    <a:pt x="2399287" y="2302929"/>
                  </a:lnTo>
                  <a:lnTo>
                    <a:pt x="2399546" y="2301520"/>
                  </a:lnTo>
                  <a:lnTo>
                    <a:pt x="2399778" y="2300049"/>
                  </a:lnTo>
                  <a:lnTo>
                    <a:pt x="2399983" y="2298514"/>
                  </a:lnTo>
                  <a:lnTo>
                    <a:pt x="2400160" y="2296916"/>
                  </a:lnTo>
                  <a:lnTo>
                    <a:pt x="2400310" y="2295255"/>
                  </a:lnTo>
                  <a:lnTo>
                    <a:pt x="2400433" y="2293530"/>
                  </a:lnTo>
                  <a:lnTo>
                    <a:pt x="2400529" y="2291742"/>
                  </a:lnTo>
                  <a:lnTo>
                    <a:pt x="2400597" y="2289891"/>
                  </a:lnTo>
                  <a:lnTo>
                    <a:pt x="2400638" y="2287977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" name="pl22"/>
            <p:cNvSpPr/>
            <p:nvPr/>
          </p:nvSpPr>
          <p:spPr>
            <a:xfrm>
              <a:off x="2762439" y="4319879"/>
              <a:ext cx="3843034" cy="0"/>
            </a:xfrm>
            <a:custGeom>
              <a:avLst/>
              <a:gdLst/>
              <a:ahLst/>
              <a:cxnLst/>
              <a:rect l="0" t="0" r="0" b="0"/>
              <a:pathLst>
                <a:path w="3843034">
                  <a:moveTo>
                    <a:pt x="0" y="0"/>
                  </a:moveTo>
                  <a:lnTo>
                    <a:pt x="3843034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3"/>
            <p:cNvSpPr/>
            <p:nvPr/>
          </p:nvSpPr>
          <p:spPr>
            <a:xfrm>
              <a:off x="3364419" y="431987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4"/>
            <p:cNvSpPr/>
            <p:nvPr/>
          </p:nvSpPr>
          <p:spPr>
            <a:xfrm>
              <a:off x="4116154" y="431987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5"/>
            <p:cNvSpPr/>
            <p:nvPr/>
          </p:nvSpPr>
          <p:spPr>
            <a:xfrm>
              <a:off x="4867890" y="431987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6"/>
            <p:cNvSpPr/>
            <p:nvPr/>
          </p:nvSpPr>
          <p:spPr>
            <a:xfrm>
              <a:off x="5619625" y="431987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7"/>
            <p:cNvSpPr/>
            <p:nvPr/>
          </p:nvSpPr>
          <p:spPr>
            <a:xfrm>
              <a:off x="6371361" y="431987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h28"/>
            <p:cNvSpPr/>
            <p:nvPr/>
          </p:nvSpPr>
          <p:spPr>
            <a:xfrm>
              <a:off x="817544" y="2218678"/>
              <a:ext cx="2469856" cy="2286000"/>
            </a:xfrm>
            <a:custGeom>
              <a:avLst/>
              <a:gdLst/>
              <a:ahLst/>
              <a:cxnLst/>
              <a:rect l="0" t="0" r="0" b="0"/>
              <a:pathLst>
                <a:path w="2469856" h="2286000">
                  <a:moveTo>
                    <a:pt x="2412000" y="2286000"/>
                  </a:moveTo>
                  <a:lnTo>
                    <a:pt x="2412000" y="2278124"/>
                  </a:lnTo>
                  <a:lnTo>
                    <a:pt x="2412646" y="2276690"/>
                  </a:lnTo>
                  <a:lnTo>
                    <a:pt x="2413319" y="2275291"/>
                  </a:lnTo>
                  <a:lnTo>
                    <a:pt x="2414020" y="2273927"/>
                  </a:lnTo>
                  <a:lnTo>
                    <a:pt x="2414748" y="2272598"/>
                  </a:lnTo>
                  <a:lnTo>
                    <a:pt x="2415503" y="2271303"/>
                  </a:lnTo>
                  <a:lnTo>
                    <a:pt x="2416286" y="2270043"/>
                  </a:lnTo>
                  <a:lnTo>
                    <a:pt x="2417096" y="2268817"/>
                  </a:lnTo>
                  <a:lnTo>
                    <a:pt x="2417933" y="2267627"/>
                  </a:lnTo>
                  <a:lnTo>
                    <a:pt x="2418797" y="2266471"/>
                  </a:lnTo>
                  <a:lnTo>
                    <a:pt x="2419689" y="2265350"/>
                  </a:lnTo>
                  <a:lnTo>
                    <a:pt x="2420611" y="2264245"/>
                  </a:lnTo>
                  <a:lnTo>
                    <a:pt x="2421542" y="2263162"/>
                  </a:lnTo>
                  <a:lnTo>
                    <a:pt x="2422481" y="2262101"/>
                  </a:lnTo>
                  <a:lnTo>
                    <a:pt x="2423430" y="2261063"/>
                  </a:lnTo>
                  <a:lnTo>
                    <a:pt x="2424386" y="2260048"/>
                  </a:lnTo>
                  <a:lnTo>
                    <a:pt x="2425352" y="2259054"/>
                  </a:lnTo>
                  <a:lnTo>
                    <a:pt x="2426326" y="2258083"/>
                  </a:lnTo>
                  <a:lnTo>
                    <a:pt x="2427309" y="2257134"/>
                  </a:lnTo>
                  <a:lnTo>
                    <a:pt x="2428301" y="2256208"/>
                  </a:lnTo>
                  <a:lnTo>
                    <a:pt x="2429301" y="2255304"/>
                  </a:lnTo>
                  <a:lnTo>
                    <a:pt x="2430304" y="2254405"/>
                  </a:lnTo>
                  <a:lnTo>
                    <a:pt x="2431305" y="2253520"/>
                  </a:lnTo>
                  <a:lnTo>
                    <a:pt x="2432303" y="2252649"/>
                  </a:lnTo>
                  <a:lnTo>
                    <a:pt x="2433299" y="2251791"/>
                  </a:lnTo>
                  <a:lnTo>
                    <a:pt x="2434293" y="2250947"/>
                  </a:lnTo>
                  <a:lnTo>
                    <a:pt x="2435284" y="2250117"/>
                  </a:lnTo>
                  <a:lnTo>
                    <a:pt x="2436272" y="2249300"/>
                  </a:lnTo>
                  <a:lnTo>
                    <a:pt x="2437258" y="2248497"/>
                  </a:lnTo>
                  <a:lnTo>
                    <a:pt x="2438242" y="2247708"/>
                  </a:lnTo>
                  <a:lnTo>
                    <a:pt x="2439223" y="2246932"/>
                  </a:lnTo>
                  <a:lnTo>
                    <a:pt x="2440205" y="2246163"/>
                  </a:lnTo>
                  <a:lnTo>
                    <a:pt x="2441167" y="2245394"/>
                  </a:lnTo>
                  <a:lnTo>
                    <a:pt x="2442110" y="2244625"/>
                  </a:lnTo>
                  <a:lnTo>
                    <a:pt x="2443033" y="2243856"/>
                  </a:lnTo>
                  <a:lnTo>
                    <a:pt x="2443936" y="2243087"/>
                  </a:lnTo>
                  <a:lnTo>
                    <a:pt x="2444819" y="2242318"/>
                  </a:lnTo>
                  <a:lnTo>
                    <a:pt x="2445682" y="2241550"/>
                  </a:lnTo>
                  <a:lnTo>
                    <a:pt x="2446525" y="2240781"/>
                  </a:lnTo>
                  <a:lnTo>
                    <a:pt x="2447349" y="2240012"/>
                  </a:lnTo>
                  <a:lnTo>
                    <a:pt x="2448152" y="2239243"/>
                  </a:lnTo>
                  <a:lnTo>
                    <a:pt x="2448931" y="2238470"/>
                  </a:lnTo>
                  <a:lnTo>
                    <a:pt x="2449678" y="2237690"/>
                  </a:lnTo>
                  <a:lnTo>
                    <a:pt x="2450394" y="2236902"/>
                  </a:lnTo>
                  <a:lnTo>
                    <a:pt x="2451079" y="2236107"/>
                  </a:lnTo>
                  <a:lnTo>
                    <a:pt x="2451734" y="2235305"/>
                  </a:lnTo>
                  <a:lnTo>
                    <a:pt x="2452357" y="2234495"/>
                  </a:lnTo>
                  <a:lnTo>
                    <a:pt x="2452949" y="2233678"/>
                  </a:lnTo>
                  <a:lnTo>
                    <a:pt x="2453510" y="2232853"/>
                  </a:lnTo>
                  <a:lnTo>
                    <a:pt x="2454040" y="2232021"/>
                  </a:lnTo>
                  <a:lnTo>
                    <a:pt x="2454540" y="2231181"/>
                  </a:lnTo>
                  <a:lnTo>
                    <a:pt x="2455011" y="2230327"/>
                  </a:lnTo>
                  <a:lnTo>
                    <a:pt x="2455433" y="2229450"/>
                  </a:lnTo>
                  <a:lnTo>
                    <a:pt x="2455805" y="2228551"/>
                  </a:lnTo>
                  <a:lnTo>
                    <a:pt x="2456127" y="2227629"/>
                  </a:lnTo>
                  <a:lnTo>
                    <a:pt x="2456400" y="2226685"/>
                  </a:lnTo>
                  <a:lnTo>
                    <a:pt x="2456623" y="2225719"/>
                  </a:lnTo>
                  <a:lnTo>
                    <a:pt x="2456797" y="2224731"/>
                  </a:lnTo>
                  <a:lnTo>
                    <a:pt x="2456921" y="2223720"/>
                  </a:lnTo>
                  <a:lnTo>
                    <a:pt x="2456995" y="2222687"/>
                  </a:lnTo>
                  <a:lnTo>
                    <a:pt x="2457020" y="2221631"/>
                  </a:lnTo>
                  <a:lnTo>
                    <a:pt x="2457009" y="2220896"/>
                  </a:lnTo>
                  <a:lnTo>
                    <a:pt x="2456975" y="2220180"/>
                  </a:lnTo>
                  <a:lnTo>
                    <a:pt x="2456920" y="2219483"/>
                  </a:lnTo>
                  <a:lnTo>
                    <a:pt x="2456841" y="2218804"/>
                  </a:lnTo>
                  <a:lnTo>
                    <a:pt x="2456741" y="2218143"/>
                  </a:lnTo>
                  <a:lnTo>
                    <a:pt x="2456618" y="2217501"/>
                  </a:lnTo>
                  <a:lnTo>
                    <a:pt x="2456473" y="2216878"/>
                  </a:lnTo>
                  <a:lnTo>
                    <a:pt x="2456306" y="2216274"/>
                  </a:lnTo>
                  <a:lnTo>
                    <a:pt x="2456116" y="2215688"/>
                  </a:lnTo>
                  <a:lnTo>
                    <a:pt x="2455904" y="2215120"/>
                  </a:lnTo>
                  <a:lnTo>
                    <a:pt x="2455671" y="2214559"/>
                  </a:lnTo>
                  <a:lnTo>
                    <a:pt x="2455418" y="2214016"/>
                  </a:lnTo>
                  <a:lnTo>
                    <a:pt x="2455145" y="2213492"/>
                  </a:lnTo>
                  <a:lnTo>
                    <a:pt x="2454852" y="2212987"/>
                  </a:lnTo>
                  <a:lnTo>
                    <a:pt x="2454540" y="2212500"/>
                  </a:lnTo>
                  <a:lnTo>
                    <a:pt x="2454207" y="2212032"/>
                  </a:lnTo>
                  <a:lnTo>
                    <a:pt x="2453855" y="2211582"/>
                  </a:lnTo>
                  <a:lnTo>
                    <a:pt x="2453483" y="2211151"/>
                  </a:lnTo>
                  <a:lnTo>
                    <a:pt x="2453091" y="2210739"/>
                  </a:lnTo>
                  <a:lnTo>
                    <a:pt x="2452679" y="2210345"/>
                  </a:lnTo>
                  <a:lnTo>
                    <a:pt x="2452249" y="2209971"/>
                  </a:lnTo>
                  <a:lnTo>
                    <a:pt x="2451801" y="2209616"/>
                  </a:lnTo>
                  <a:lnTo>
                    <a:pt x="2451336" y="2209281"/>
                  </a:lnTo>
                  <a:lnTo>
                    <a:pt x="2450854" y="2208966"/>
                  </a:lnTo>
                  <a:lnTo>
                    <a:pt x="2450354" y="2208671"/>
                  </a:lnTo>
                  <a:lnTo>
                    <a:pt x="2449837" y="2208396"/>
                  </a:lnTo>
                  <a:lnTo>
                    <a:pt x="2449302" y="2208140"/>
                  </a:lnTo>
                  <a:lnTo>
                    <a:pt x="2448750" y="2207904"/>
                  </a:lnTo>
                  <a:lnTo>
                    <a:pt x="2448181" y="2207689"/>
                  </a:lnTo>
                  <a:lnTo>
                    <a:pt x="2447594" y="2207493"/>
                  </a:lnTo>
                  <a:lnTo>
                    <a:pt x="2447004" y="2207304"/>
                  </a:lnTo>
                  <a:lnTo>
                    <a:pt x="2446401" y="2207135"/>
                  </a:lnTo>
                  <a:lnTo>
                    <a:pt x="2445784" y="2206987"/>
                  </a:lnTo>
                  <a:lnTo>
                    <a:pt x="2445153" y="2206858"/>
                  </a:lnTo>
                  <a:lnTo>
                    <a:pt x="2444509" y="2206749"/>
                  </a:lnTo>
                  <a:lnTo>
                    <a:pt x="2443851" y="2206659"/>
                  </a:lnTo>
                  <a:lnTo>
                    <a:pt x="2443180" y="2206590"/>
                  </a:lnTo>
                  <a:lnTo>
                    <a:pt x="2442494" y="2206540"/>
                  </a:lnTo>
                  <a:lnTo>
                    <a:pt x="2441796" y="2206510"/>
                  </a:lnTo>
                  <a:lnTo>
                    <a:pt x="2441083" y="2206500"/>
                  </a:lnTo>
                  <a:lnTo>
                    <a:pt x="2440417" y="2206510"/>
                  </a:lnTo>
                  <a:lnTo>
                    <a:pt x="2439758" y="2206538"/>
                  </a:lnTo>
                  <a:lnTo>
                    <a:pt x="2439107" y="2206584"/>
                  </a:lnTo>
                  <a:lnTo>
                    <a:pt x="2438464" y="2206649"/>
                  </a:lnTo>
                  <a:lnTo>
                    <a:pt x="2437827" y="2206733"/>
                  </a:lnTo>
                  <a:lnTo>
                    <a:pt x="2437199" y="2206835"/>
                  </a:lnTo>
                  <a:lnTo>
                    <a:pt x="2436577" y="2206956"/>
                  </a:lnTo>
                  <a:lnTo>
                    <a:pt x="2435963" y="2207096"/>
                  </a:lnTo>
                  <a:lnTo>
                    <a:pt x="2435357" y="2207254"/>
                  </a:lnTo>
                  <a:lnTo>
                    <a:pt x="2434758" y="2207431"/>
                  </a:lnTo>
                  <a:lnTo>
                    <a:pt x="2434181" y="2207626"/>
                  </a:lnTo>
                  <a:lnTo>
                    <a:pt x="2433617" y="2207840"/>
                  </a:lnTo>
                  <a:lnTo>
                    <a:pt x="2433065" y="2208072"/>
                  </a:lnTo>
                  <a:lnTo>
                    <a:pt x="2432525" y="2208324"/>
                  </a:lnTo>
                  <a:lnTo>
                    <a:pt x="2431998" y="2208593"/>
                  </a:lnTo>
                  <a:lnTo>
                    <a:pt x="2431484" y="2208882"/>
                  </a:lnTo>
                  <a:lnTo>
                    <a:pt x="2430981" y="2209189"/>
                  </a:lnTo>
                  <a:lnTo>
                    <a:pt x="2430491" y="2209514"/>
                  </a:lnTo>
                  <a:lnTo>
                    <a:pt x="2430014" y="2209858"/>
                  </a:lnTo>
                  <a:lnTo>
                    <a:pt x="2429549" y="2210221"/>
                  </a:lnTo>
                  <a:lnTo>
                    <a:pt x="2429098" y="2210603"/>
                  </a:lnTo>
                  <a:lnTo>
                    <a:pt x="2428663" y="2211003"/>
                  </a:lnTo>
                  <a:lnTo>
                    <a:pt x="2428245" y="2211421"/>
                  </a:lnTo>
                  <a:lnTo>
                    <a:pt x="2427842" y="2211858"/>
                  </a:lnTo>
                  <a:lnTo>
                    <a:pt x="2427456" y="2212314"/>
                  </a:lnTo>
                  <a:lnTo>
                    <a:pt x="2427086" y="2212788"/>
                  </a:lnTo>
                  <a:lnTo>
                    <a:pt x="2426732" y="2213281"/>
                  </a:lnTo>
                  <a:lnTo>
                    <a:pt x="2426394" y="2213793"/>
                  </a:lnTo>
                  <a:lnTo>
                    <a:pt x="2426072" y="2214323"/>
                  </a:lnTo>
                  <a:lnTo>
                    <a:pt x="2425766" y="2214872"/>
                  </a:lnTo>
                  <a:lnTo>
                    <a:pt x="2425491" y="2215427"/>
                  </a:lnTo>
                  <a:lnTo>
                    <a:pt x="2425235" y="2216001"/>
                  </a:lnTo>
                  <a:lnTo>
                    <a:pt x="2425000" y="2216593"/>
                  </a:lnTo>
                  <a:lnTo>
                    <a:pt x="2424784" y="2217204"/>
                  </a:lnTo>
                  <a:lnTo>
                    <a:pt x="2424588" y="2217833"/>
                  </a:lnTo>
                  <a:lnTo>
                    <a:pt x="2424412" y="2218481"/>
                  </a:lnTo>
                  <a:lnTo>
                    <a:pt x="2424255" y="2219148"/>
                  </a:lnTo>
                  <a:lnTo>
                    <a:pt x="2424119" y="2219833"/>
                  </a:lnTo>
                  <a:lnTo>
                    <a:pt x="2424002" y="2220537"/>
                  </a:lnTo>
                  <a:lnTo>
                    <a:pt x="2423906" y="2221259"/>
                  </a:lnTo>
                  <a:lnTo>
                    <a:pt x="2412496" y="2220205"/>
                  </a:lnTo>
                  <a:lnTo>
                    <a:pt x="2412622" y="2219268"/>
                  </a:lnTo>
                  <a:lnTo>
                    <a:pt x="2412778" y="2218342"/>
                  </a:lnTo>
                  <a:lnTo>
                    <a:pt x="2412964" y="2217428"/>
                  </a:lnTo>
                  <a:lnTo>
                    <a:pt x="2413180" y="2216524"/>
                  </a:lnTo>
                  <a:lnTo>
                    <a:pt x="2413426" y="2215632"/>
                  </a:lnTo>
                  <a:lnTo>
                    <a:pt x="2413701" y="2214751"/>
                  </a:lnTo>
                  <a:lnTo>
                    <a:pt x="2414006" y="2213880"/>
                  </a:lnTo>
                  <a:lnTo>
                    <a:pt x="2414341" y="2213022"/>
                  </a:lnTo>
                  <a:lnTo>
                    <a:pt x="2414706" y="2212174"/>
                  </a:lnTo>
                  <a:lnTo>
                    <a:pt x="2415100" y="2211337"/>
                  </a:lnTo>
                  <a:lnTo>
                    <a:pt x="2415525" y="2210517"/>
                  </a:lnTo>
                  <a:lnTo>
                    <a:pt x="2415981" y="2209718"/>
                  </a:lnTo>
                  <a:lnTo>
                    <a:pt x="2416467" y="2208939"/>
                  </a:lnTo>
                  <a:lnTo>
                    <a:pt x="2416985" y="2208182"/>
                  </a:lnTo>
                  <a:lnTo>
                    <a:pt x="2417534" y="2207446"/>
                  </a:lnTo>
                  <a:lnTo>
                    <a:pt x="2418114" y="2206731"/>
                  </a:lnTo>
                  <a:lnTo>
                    <a:pt x="2418725" y="2206037"/>
                  </a:lnTo>
                  <a:lnTo>
                    <a:pt x="2419366" y="2205364"/>
                  </a:lnTo>
                  <a:lnTo>
                    <a:pt x="2420039" y="2204713"/>
                  </a:lnTo>
                  <a:lnTo>
                    <a:pt x="2420743" y="2204082"/>
                  </a:lnTo>
                  <a:lnTo>
                    <a:pt x="2421477" y="2203463"/>
                  </a:lnTo>
                  <a:lnTo>
                    <a:pt x="2422239" y="2202872"/>
                  </a:lnTo>
                  <a:lnTo>
                    <a:pt x="2423030" y="2202307"/>
                  </a:lnTo>
                  <a:lnTo>
                    <a:pt x="2423849" y="2201770"/>
                  </a:lnTo>
                  <a:lnTo>
                    <a:pt x="2424696" y="2201260"/>
                  </a:lnTo>
                  <a:lnTo>
                    <a:pt x="2425573" y="2200778"/>
                  </a:lnTo>
                  <a:lnTo>
                    <a:pt x="2426477" y="2200323"/>
                  </a:lnTo>
                  <a:lnTo>
                    <a:pt x="2427411" y="2199895"/>
                  </a:lnTo>
                  <a:lnTo>
                    <a:pt x="2428372" y="2199494"/>
                  </a:lnTo>
                  <a:lnTo>
                    <a:pt x="2429363" y="2199121"/>
                  </a:lnTo>
                  <a:lnTo>
                    <a:pt x="2430395" y="2198779"/>
                  </a:lnTo>
                  <a:lnTo>
                    <a:pt x="2431459" y="2198474"/>
                  </a:lnTo>
                  <a:lnTo>
                    <a:pt x="2432553" y="2198204"/>
                  </a:lnTo>
                  <a:lnTo>
                    <a:pt x="2433679" y="2197970"/>
                  </a:lnTo>
                  <a:lnTo>
                    <a:pt x="2434835" y="2197772"/>
                  </a:lnTo>
                  <a:lnTo>
                    <a:pt x="2436023" y="2197610"/>
                  </a:lnTo>
                  <a:lnTo>
                    <a:pt x="2437241" y="2197485"/>
                  </a:lnTo>
                  <a:lnTo>
                    <a:pt x="2438491" y="2197395"/>
                  </a:lnTo>
                  <a:lnTo>
                    <a:pt x="2439771" y="2197341"/>
                  </a:lnTo>
                  <a:lnTo>
                    <a:pt x="2441083" y="2197323"/>
                  </a:lnTo>
                  <a:lnTo>
                    <a:pt x="2442371" y="2197338"/>
                  </a:lnTo>
                  <a:lnTo>
                    <a:pt x="2443630" y="2197385"/>
                  </a:lnTo>
                  <a:lnTo>
                    <a:pt x="2444861" y="2197462"/>
                  </a:lnTo>
                  <a:lnTo>
                    <a:pt x="2446064" y="2197571"/>
                  </a:lnTo>
                  <a:lnTo>
                    <a:pt x="2447238" y="2197710"/>
                  </a:lnTo>
                  <a:lnTo>
                    <a:pt x="2448383" y="2197881"/>
                  </a:lnTo>
                  <a:lnTo>
                    <a:pt x="2449500" y="2198082"/>
                  </a:lnTo>
                  <a:lnTo>
                    <a:pt x="2450588" y="2198315"/>
                  </a:lnTo>
                  <a:lnTo>
                    <a:pt x="2451648" y="2198578"/>
                  </a:lnTo>
                  <a:lnTo>
                    <a:pt x="2452679" y="2198873"/>
                  </a:lnTo>
                  <a:lnTo>
                    <a:pt x="2453680" y="2199198"/>
                  </a:lnTo>
                  <a:lnTo>
                    <a:pt x="2454649" y="2199553"/>
                  </a:lnTo>
                  <a:lnTo>
                    <a:pt x="2455585" y="2199937"/>
                  </a:lnTo>
                  <a:lnTo>
                    <a:pt x="2456489" y="2200351"/>
                  </a:lnTo>
                  <a:lnTo>
                    <a:pt x="2457361" y="2200795"/>
                  </a:lnTo>
                  <a:lnTo>
                    <a:pt x="2458201" y="2201269"/>
                  </a:lnTo>
                  <a:lnTo>
                    <a:pt x="2459008" y="2201773"/>
                  </a:lnTo>
                  <a:lnTo>
                    <a:pt x="2459783" y="2202306"/>
                  </a:lnTo>
                  <a:lnTo>
                    <a:pt x="2460526" y="2202869"/>
                  </a:lnTo>
                  <a:lnTo>
                    <a:pt x="2461237" y="2203462"/>
                  </a:lnTo>
                  <a:lnTo>
                    <a:pt x="2461927" y="2204084"/>
                  </a:lnTo>
                  <a:lnTo>
                    <a:pt x="2462584" y="2204734"/>
                  </a:lnTo>
                  <a:lnTo>
                    <a:pt x="2463207" y="2205413"/>
                  </a:lnTo>
                  <a:lnTo>
                    <a:pt x="2463797" y="2206121"/>
                  </a:lnTo>
                  <a:lnTo>
                    <a:pt x="2464353" y="2206857"/>
                  </a:lnTo>
                  <a:lnTo>
                    <a:pt x="2464876" y="2207622"/>
                  </a:lnTo>
                  <a:lnTo>
                    <a:pt x="2465365" y="2208415"/>
                  </a:lnTo>
                  <a:lnTo>
                    <a:pt x="2465821" y="2209236"/>
                  </a:lnTo>
                  <a:lnTo>
                    <a:pt x="2466243" y="2210087"/>
                  </a:lnTo>
                  <a:lnTo>
                    <a:pt x="2466632" y="2210965"/>
                  </a:lnTo>
                  <a:lnTo>
                    <a:pt x="2466985" y="2211872"/>
                  </a:lnTo>
                  <a:lnTo>
                    <a:pt x="2467302" y="2212806"/>
                  </a:lnTo>
                  <a:lnTo>
                    <a:pt x="2467581" y="2213767"/>
                  </a:lnTo>
                  <a:lnTo>
                    <a:pt x="2467822" y="2214755"/>
                  </a:lnTo>
                  <a:lnTo>
                    <a:pt x="2468027" y="2215771"/>
                  </a:lnTo>
                  <a:lnTo>
                    <a:pt x="2468195" y="2216814"/>
                  </a:lnTo>
                  <a:lnTo>
                    <a:pt x="2468325" y="2217885"/>
                  </a:lnTo>
                  <a:lnTo>
                    <a:pt x="2468418" y="2218982"/>
                  </a:lnTo>
                  <a:lnTo>
                    <a:pt x="2468474" y="2220107"/>
                  </a:lnTo>
                  <a:lnTo>
                    <a:pt x="2468492" y="2221259"/>
                  </a:lnTo>
                  <a:lnTo>
                    <a:pt x="2468476" y="2222135"/>
                  </a:lnTo>
                  <a:lnTo>
                    <a:pt x="2468428" y="2223003"/>
                  </a:lnTo>
                  <a:lnTo>
                    <a:pt x="2468347" y="2223862"/>
                  </a:lnTo>
                  <a:lnTo>
                    <a:pt x="2468234" y="2224712"/>
                  </a:lnTo>
                  <a:lnTo>
                    <a:pt x="2468089" y="2225554"/>
                  </a:lnTo>
                  <a:lnTo>
                    <a:pt x="2467912" y="2226386"/>
                  </a:lnTo>
                  <a:lnTo>
                    <a:pt x="2467702" y="2227211"/>
                  </a:lnTo>
                  <a:lnTo>
                    <a:pt x="2467460" y="2228026"/>
                  </a:lnTo>
                  <a:lnTo>
                    <a:pt x="2467186" y="2228833"/>
                  </a:lnTo>
                  <a:lnTo>
                    <a:pt x="2466880" y="2229631"/>
                  </a:lnTo>
                  <a:lnTo>
                    <a:pt x="2466559" y="2230421"/>
                  </a:lnTo>
                  <a:lnTo>
                    <a:pt x="2466215" y="2231203"/>
                  </a:lnTo>
                  <a:lnTo>
                    <a:pt x="2465849" y="2231979"/>
                  </a:lnTo>
                  <a:lnTo>
                    <a:pt x="2465461" y="2232746"/>
                  </a:lnTo>
                  <a:lnTo>
                    <a:pt x="2465051" y="2233507"/>
                  </a:lnTo>
                  <a:lnTo>
                    <a:pt x="2464618" y="2234259"/>
                  </a:lnTo>
                  <a:lnTo>
                    <a:pt x="2464163" y="2235005"/>
                  </a:lnTo>
                  <a:lnTo>
                    <a:pt x="2463685" y="2235743"/>
                  </a:lnTo>
                  <a:lnTo>
                    <a:pt x="2463185" y="2236473"/>
                  </a:lnTo>
                  <a:lnTo>
                    <a:pt x="2462663" y="2237196"/>
                  </a:lnTo>
                  <a:lnTo>
                    <a:pt x="2462133" y="2237913"/>
                  </a:lnTo>
                  <a:lnTo>
                    <a:pt x="2461587" y="2238625"/>
                  </a:lnTo>
                  <a:lnTo>
                    <a:pt x="2461022" y="2239332"/>
                  </a:lnTo>
                  <a:lnTo>
                    <a:pt x="2460441" y="2240034"/>
                  </a:lnTo>
                  <a:lnTo>
                    <a:pt x="2459842" y="2240731"/>
                  </a:lnTo>
                  <a:lnTo>
                    <a:pt x="2459225" y="2241423"/>
                  </a:lnTo>
                  <a:lnTo>
                    <a:pt x="2458591" y="2242110"/>
                  </a:lnTo>
                  <a:lnTo>
                    <a:pt x="2457940" y="2242792"/>
                  </a:lnTo>
                  <a:lnTo>
                    <a:pt x="2457272" y="2243469"/>
                  </a:lnTo>
                  <a:lnTo>
                    <a:pt x="2456586" y="2244142"/>
                  </a:lnTo>
                  <a:lnTo>
                    <a:pt x="2455888" y="2244810"/>
                  </a:lnTo>
                  <a:lnTo>
                    <a:pt x="2455184" y="2245476"/>
                  </a:lnTo>
                  <a:lnTo>
                    <a:pt x="2454474" y="2246140"/>
                  </a:lnTo>
                  <a:lnTo>
                    <a:pt x="2453758" y="2246801"/>
                  </a:lnTo>
                  <a:lnTo>
                    <a:pt x="2453036" y="2247459"/>
                  </a:lnTo>
                  <a:lnTo>
                    <a:pt x="2452307" y="2248115"/>
                  </a:lnTo>
                  <a:lnTo>
                    <a:pt x="2451572" y="2248769"/>
                  </a:lnTo>
                  <a:lnTo>
                    <a:pt x="2450831" y="2249420"/>
                  </a:lnTo>
                  <a:lnTo>
                    <a:pt x="2450084" y="2250069"/>
                  </a:lnTo>
                  <a:lnTo>
                    <a:pt x="2449331" y="2250715"/>
                  </a:lnTo>
                  <a:lnTo>
                    <a:pt x="2448573" y="2251347"/>
                  </a:lnTo>
                  <a:lnTo>
                    <a:pt x="2447815" y="2251980"/>
                  </a:lnTo>
                  <a:lnTo>
                    <a:pt x="2447055" y="2252612"/>
                  </a:lnTo>
                  <a:lnTo>
                    <a:pt x="2446294" y="2253245"/>
                  </a:lnTo>
                  <a:lnTo>
                    <a:pt x="2445532" y="2253877"/>
                  </a:lnTo>
                  <a:lnTo>
                    <a:pt x="2444769" y="2254510"/>
                  </a:lnTo>
                  <a:lnTo>
                    <a:pt x="2444004" y="2255142"/>
                  </a:lnTo>
                  <a:lnTo>
                    <a:pt x="2443239" y="2255775"/>
                  </a:lnTo>
                  <a:lnTo>
                    <a:pt x="2442471" y="2256408"/>
                  </a:lnTo>
                  <a:lnTo>
                    <a:pt x="2441703" y="2257040"/>
                  </a:lnTo>
                  <a:lnTo>
                    <a:pt x="2440939" y="2257661"/>
                  </a:lnTo>
                  <a:lnTo>
                    <a:pt x="2440183" y="2258283"/>
                  </a:lnTo>
                  <a:lnTo>
                    <a:pt x="2439435" y="2258906"/>
                  </a:lnTo>
                  <a:lnTo>
                    <a:pt x="2438697" y="2259530"/>
                  </a:lnTo>
                  <a:lnTo>
                    <a:pt x="2437967" y="2260156"/>
                  </a:lnTo>
                  <a:lnTo>
                    <a:pt x="2437246" y="2260783"/>
                  </a:lnTo>
                  <a:lnTo>
                    <a:pt x="2436533" y="2261411"/>
                  </a:lnTo>
                  <a:lnTo>
                    <a:pt x="2435829" y="2262041"/>
                  </a:lnTo>
                  <a:lnTo>
                    <a:pt x="2435134" y="2262671"/>
                  </a:lnTo>
                  <a:lnTo>
                    <a:pt x="2434448" y="2263303"/>
                  </a:lnTo>
                  <a:lnTo>
                    <a:pt x="2433785" y="2263937"/>
                  </a:lnTo>
                  <a:lnTo>
                    <a:pt x="2433136" y="2264573"/>
                  </a:lnTo>
                  <a:lnTo>
                    <a:pt x="2432500" y="2265212"/>
                  </a:lnTo>
                  <a:lnTo>
                    <a:pt x="2431878" y="2265853"/>
                  </a:lnTo>
                  <a:lnTo>
                    <a:pt x="2431270" y="2266497"/>
                  </a:lnTo>
                  <a:lnTo>
                    <a:pt x="2430675" y="2267143"/>
                  </a:lnTo>
                  <a:lnTo>
                    <a:pt x="2430094" y="2267792"/>
                  </a:lnTo>
                  <a:lnTo>
                    <a:pt x="2429526" y="2268443"/>
                  </a:lnTo>
                  <a:lnTo>
                    <a:pt x="2428973" y="2269096"/>
                  </a:lnTo>
                  <a:lnTo>
                    <a:pt x="2428433" y="2269752"/>
                  </a:lnTo>
                  <a:lnTo>
                    <a:pt x="2427911" y="2270400"/>
                  </a:lnTo>
                  <a:lnTo>
                    <a:pt x="2427413" y="2271055"/>
                  </a:lnTo>
                  <a:lnTo>
                    <a:pt x="2426939" y="2271715"/>
                  </a:lnTo>
                  <a:lnTo>
                    <a:pt x="2426488" y="2272382"/>
                  </a:lnTo>
                  <a:lnTo>
                    <a:pt x="2426061" y="2273055"/>
                  </a:lnTo>
                  <a:lnTo>
                    <a:pt x="2425657" y="2273734"/>
                  </a:lnTo>
                  <a:lnTo>
                    <a:pt x="2425277" y="2274419"/>
                  </a:lnTo>
                  <a:lnTo>
                    <a:pt x="2424920" y="2275110"/>
                  </a:lnTo>
                  <a:lnTo>
                    <a:pt x="2424587" y="2275808"/>
                  </a:lnTo>
                  <a:lnTo>
                    <a:pt x="2424278" y="2276512"/>
                  </a:lnTo>
                  <a:lnTo>
                    <a:pt x="2469856" y="2276512"/>
                  </a:lnTo>
                  <a:lnTo>
                    <a:pt x="2469856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" name="ph29"/>
            <p:cNvSpPr/>
            <p:nvPr/>
          </p:nvSpPr>
          <p:spPr>
            <a:xfrm>
              <a:off x="947458" y="2174960"/>
              <a:ext cx="2412000" cy="2330958"/>
            </a:xfrm>
            <a:custGeom>
              <a:avLst/>
              <a:gdLst/>
              <a:ahLst/>
              <a:cxnLst/>
              <a:rect l="0" t="0" r="0" b="0"/>
              <a:pathLst>
                <a:path w="2412000" h="2330958">
                  <a:moveTo>
                    <a:pt x="2412000" y="2286000"/>
                  </a:moveTo>
                  <a:lnTo>
                    <a:pt x="2411975" y="2288477"/>
                  </a:lnTo>
                  <a:lnTo>
                    <a:pt x="2411903" y="2290876"/>
                  </a:lnTo>
                  <a:lnTo>
                    <a:pt x="2411782" y="2293195"/>
                  </a:lnTo>
                  <a:lnTo>
                    <a:pt x="2411613" y="2295435"/>
                  </a:lnTo>
                  <a:lnTo>
                    <a:pt x="2411395" y="2297596"/>
                  </a:lnTo>
                  <a:lnTo>
                    <a:pt x="2411129" y="2299677"/>
                  </a:lnTo>
                  <a:lnTo>
                    <a:pt x="2410814" y="2301679"/>
                  </a:lnTo>
                  <a:lnTo>
                    <a:pt x="2410452" y="2303601"/>
                  </a:lnTo>
                  <a:lnTo>
                    <a:pt x="2410041" y="2305444"/>
                  </a:lnTo>
                  <a:lnTo>
                    <a:pt x="2409581" y="2307208"/>
                  </a:lnTo>
                  <a:lnTo>
                    <a:pt x="2409092" y="2308887"/>
                  </a:lnTo>
                  <a:lnTo>
                    <a:pt x="2408567" y="2310502"/>
                  </a:lnTo>
                  <a:lnTo>
                    <a:pt x="2408005" y="2312052"/>
                  </a:lnTo>
                  <a:lnTo>
                    <a:pt x="2407408" y="2313538"/>
                  </a:lnTo>
                  <a:lnTo>
                    <a:pt x="2406775" y="2314959"/>
                  </a:lnTo>
                  <a:lnTo>
                    <a:pt x="2406106" y="2316316"/>
                  </a:lnTo>
                  <a:lnTo>
                    <a:pt x="2405401" y="2317608"/>
                  </a:lnTo>
                  <a:lnTo>
                    <a:pt x="2404660" y="2318836"/>
                  </a:lnTo>
                  <a:lnTo>
                    <a:pt x="2403883" y="2319999"/>
                  </a:lnTo>
                  <a:lnTo>
                    <a:pt x="2403070" y="2321098"/>
                  </a:lnTo>
                  <a:lnTo>
                    <a:pt x="2402236" y="2322123"/>
                  </a:lnTo>
                  <a:lnTo>
                    <a:pt x="2401373" y="2323087"/>
                  </a:lnTo>
                  <a:lnTo>
                    <a:pt x="2400480" y="2323993"/>
                  </a:lnTo>
                  <a:lnTo>
                    <a:pt x="2399557" y="2324839"/>
                  </a:lnTo>
                  <a:lnTo>
                    <a:pt x="2398605" y="2325625"/>
                  </a:lnTo>
                  <a:lnTo>
                    <a:pt x="2397623" y="2326352"/>
                  </a:lnTo>
                  <a:lnTo>
                    <a:pt x="2396611" y="2327019"/>
                  </a:lnTo>
                  <a:lnTo>
                    <a:pt x="2395569" y="2327627"/>
                  </a:lnTo>
                  <a:lnTo>
                    <a:pt x="2394497" y="2328175"/>
                  </a:lnTo>
                  <a:lnTo>
                    <a:pt x="2393396" y="2328664"/>
                  </a:lnTo>
                  <a:lnTo>
                    <a:pt x="2392272" y="2329100"/>
                  </a:lnTo>
                  <a:lnTo>
                    <a:pt x="2391134" y="2329490"/>
                  </a:lnTo>
                  <a:lnTo>
                    <a:pt x="2389980" y="2329834"/>
                  </a:lnTo>
                  <a:lnTo>
                    <a:pt x="2388812" y="2330132"/>
                  </a:lnTo>
                  <a:lnTo>
                    <a:pt x="2387629" y="2330384"/>
                  </a:lnTo>
                  <a:lnTo>
                    <a:pt x="2386431" y="2330591"/>
                  </a:lnTo>
                  <a:lnTo>
                    <a:pt x="2385218" y="2330751"/>
                  </a:lnTo>
                  <a:lnTo>
                    <a:pt x="2383990" y="2330866"/>
                  </a:lnTo>
                  <a:lnTo>
                    <a:pt x="2382747" y="2330935"/>
                  </a:lnTo>
                  <a:lnTo>
                    <a:pt x="2381490" y="2330958"/>
                  </a:lnTo>
                  <a:lnTo>
                    <a:pt x="2380221" y="2330935"/>
                  </a:lnTo>
                  <a:lnTo>
                    <a:pt x="2378970" y="2330866"/>
                  </a:lnTo>
                  <a:lnTo>
                    <a:pt x="2377736" y="2330751"/>
                  </a:lnTo>
                  <a:lnTo>
                    <a:pt x="2376519" y="2330591"/>
                  </a:lnTo>
                  <a:lnTo>
                    <a:pt x="2375320" y="2330384"/>
                  </a:lnTo>
                  <a:lnTo>
                    <a:pt x="2374138" y="2330132"/>
                  </a:lnTo>
                  <a:lnTo>
                    <a:pt x="2372973" y="2329834"/>
                  </a:lnTo>
                  <a:lnTo>
                    <a:pt x="2371826" y="2329490"/>
                  </a:lnTo>
                  <a:lnTo>
                    <a:pt x="2370696" y="2329100"/>
                  </a:lnTo>
                  <a:lnTo>
                    <a:pt x="2369583" y="2328664"/>
                  </a:lnTo>
                  <a:lnTo>
                    <a:pt x="2368494" y="2328175"/>
                  </a:lnTo>
                  <a:lnTo>
                    <a:pt x="2367433" y="2327627"/>
                  </a:lnTo>
                  <a:lnTo>
                    <a:pt x="2366400" y="2327019"/>
                  </a:lnTo>
                  <a:lnTo>
                    <a:pt x="2365396" y="2326352"/>
                  </a:lnTo>
                  <a:lnTo>
                    <a:pt x="2364421" y="2325625"/>
                  </a:lnTo>
                  <a:lnTo>
                    <a:pt x="2363474" y="2324839"/>
                  </a:lnTo>
                  <a:lnTo>
                    <a:pt x="2362556" y="2323993"/>
                  </a:lnTo>
                  <a:lnTo>
                    <a:pt x="2361666" y="2323087"/>
                  </a:lnTo>
                  <a:lnTo>
                    <a:pt x="2360804" y="2322123"/>
                  </a:lnTo>
                  <a:lnTo>
                    <a:pt x="2359972" y="2321098"/>
                  </a:lnTo>
                  <a:lnTo>
                    <a:pt x="2359182" y="2320011"/>
                  </a:lnTo>
                  <a:lnTo>
                    <a:pt x="2358426" y="2318858"/>
                  </a:lnTo>
                  <a:lnTo>
                    <a:pt x="2357704" y="2317640"/>
                  </a:lnTo>
                  <a:lnTo>
                    <a:pt x="2357015" y="2316355"/>
                  </a:lnTo>
                  <a:lnTo>
                    <a:pt x="2356359" y="2315005"/>
                  </a:lnTo>
                  <a:lnTo>
                    <a:pt x="2355738" y="2313590"/>
                  </a:lnTo>
                  <a:lnTo>
                    <a:pt x="2355149" y="2312108"/>
                  </a:lnTo>
                  <a:lnTo>
                    <a:pt x="2354594" y="2310561"/>
                  </a:lnTo>
                  <a:lnTo>
                    <a:pt x="2354072" y="2308948"/>
                  </a:lnTo>
                  <a:lnTo>
                    <a:pt x="2353584" y="2307270"/>
                  </a:lnTo>
                  <a:lnTo>
                    <a:pt x="2353149" y="2305505"/>
                  </a:lnTo>
                  <a:lnTo>
                    <a:pt x="2352758" y="2303660"/>
                  </a:lnTo>
                  <a:lnTo>
                    <a:pt x="2352414" y="2301735"/>
                  </a:lnTo>
                  <a:lnTo>
                    <a:pt x="2352116" y="2299729"/>
                  </a:lnTo>
                  <a:lnTo>
                    <a:pt x="2351864" y="2297642"/>
                  </a:lnTo>
                  <a:lnTo>
                    <a:pt x="2351657" y="2295475"/>
                  </a:lnTo>
                  <a:lnTo>
                    <a:pt x="2351497" y="2293227"/>
                  </a:lnTo>
                  <a:lnTo>
                    <a:pt x="2351382" y="2290898"/>
                  </a:lnTo>
                  <a:lnTo>
                    <a:pt x="2351313" y="2288489"/>
                  </a:lnTo>
                  <a:lnTo>
                    <a:pt x="2351290" y="2286000"/>
                  </a:lnTo>
                  <a:lnTo>
                    <a:pt x="2351313" y="2283404"/>
                  </a:lnTo>
                  <a:lnTo>
                    <a:pt x="2351382" y="2280900"/>
                  </a:lnTo>
                  <a:lnTo>
                    <a:pt x="2351497" y="2278487"/>
                  </a:lnTo>
                  <a:lnTo>
                    <a:pt x="2351657" y="2276167"/>
                  </a:lnTo>
                  <a:lnTo>
                    <a:pt x="2351864" y="2273938"/>
                  </a:lnTo>
                  <a:lnTo>
                    <a:pt x="2352116" y="2271801"/>
                  </a:lnTo>
                  <a:lnTo>
                    <a:pt x="2352414" y="2269756"/>
                  </a:lnTo>
                  <a:lnTo>
                    <a:pt x="2352758" y="2267803"/>
                  </a:lnTo>
                  <a:lnTo>
                    <a:pt x="2353149" y="2265941"/>
                  </a:lnTo>
                  <a:lnTo>
                    <a:pt x="2353584" y="2264171"/>
                  </a:lnTo>
                  <a:lnTo>
                    <a:pt x="2354073" y="2262470"/>
                  </a:lnTo>
                  <a:lnTo>
                    <a:pt x="2354596" y="2260840"/>
                  </a:lnTo>
                  <a:lnTo>
                    <a:pt x="2355155" y="2259281"/>
                  </a:lnTo>
                  <a:lnTo>
                    <a:pt x="2355747" y="2257792"/>
                  </a:lnTo>
                  <a:lnTo>
                    <a:pt x="2356375" y="2256373"/>
                  </a:lnTo>
                  <a:lnTo>
                    <a:pt x="2357037" y="2255026"/>
                  </a:lnTo>
                  <a:lnTo>
                    <a:pt x="2357734" y="2253749"/>
                  </a:lnTo>
                  <a:lnTo>
                    <a:pt x="2358466" y="2252543"/>
                  </a:lnTo>
                  <a:lnTo>
                    <a:pt x="2359232" y="2251408"/>
                  </a:lnTo>
                  <a:lnTo>
                    <a:pt x="2360034" y="2250343"/>
                  </a:lnTo>
                  <a:lnTo>
                    <a:pt x="2360867" y="2249344"/>
                  </a:lnTo>
                  <a:lnTo>
                    <a:pt x="2361730" y="2248408"/>
                  </a:lnTo>
                  <a:lnTo>
                    <a:pt x="2362623" y="2247534"/>
                  </a:lnTo>
                  <a:lnTo>
                    <a:pt x="2363546" y="2246721"/>
                  </a:lnTo>
                  <a:lnTo>
                    <a:pt x="2364499" y="2245971"/>
                  </a:lnTo>
                  <a:lnTo>
                    <a:pt x="2365481" y="2245283"/>
                  </a:lnTo>
                  <a:lnTo>
                    <a:pt x="2366493" y="2244656"/>
                  </a:lnTo>
                  <a:lnTo>
                    <a:pt x="2367535" y="2244092"/>
                  </a:lnTo>
                  <a:lnTo>
                    <a:pt x="2368606" y="2243590"/>
                  </a:lnTo>
                  <a:lnTo>
                    <a:pt x="2369708" y="2243149"/>
                  </a:lnTo>
                  <a:lnTo>
                    <a:pt x="2370834" y="2242749"/>
                  </a:lnTo>
                  <a:lnTo>
                    <a:pt x="2371980" y="2242390"/>
                  </a:lnTo>
                  <a:lnTo>
                    <a:pt x="2373145" y="2242074"/>
                  </a:lnTo>
                  <a:lnTo>
                    <a:pt x="2374331" y="2241800"/>
                  </a:lnTo>
                  <a:lnTo>
                    <a:pt x="2375537" y="2241568"/>
                  </a:lnTo>
                  <a:lnTo>
                    <a:pt x="2376762" y="2241378"/>
                  </a:lnTo>
                  <a:lnTo>
                    <a:pt x="2378007" y="2241231"/>
                  </a:lnTo>
                  <a:lnTo>
                    <a:pt x="2379272" y="2241125"/>
                  </a:lnTo>
                  <a:lnTo>
                    <a:pt x="2380557" y="2241062"/>
                  </a:lnTo>
                  <a:lnTo>
                    <a:pt x="2381862" y="2241041"/>
                  </a:lnTo>
                  <a:lnTo>
                    <a:pt x="2383106" y="2241062"/>
                  </a:lnTo>
                  <a:lnTo>
                    <a:pt x="2384335" y="2241125"/>
                  </a:lnTo>
                  <a:lnTo>
                    <a:pt x="2385547" y="2241231"/>
                  </a:lnTo>
                  <a:lnTo>
                    <a:pt x="2386743" y="2241378"/>
                  </a:lnTo>
                  <a:lnTo>
                    <a:pt x="2387923" y="2241568"/>
                  </a:lnTo>
                  <a:lnTo>
                    <a:pt x="2389087" y="2241800"/>
                  </a:lnTo>
                  <a:lnTo>
                    <a:pt x="2390235" y="2242074"/>
                  </a:lnTo>
                  <a:lnTo>
                    <a:pt x="2391367" y="2242390"/>
                  </a:lnTo>
                  <a:lnTo>
                    <a:pt x="2392483" y="2242749"/>
                  </a:lnTo>
                  <a:lnTo>
                    <a:pt x="2393582" y="2243149"/>
                  </a:lnTo>
                  <a:lnTo>
                    <a:pt x="2394672" y="2243590"/>
                  </a:lnTo>
                  <a:lnTo>
                    <a:pt x="2395733" y="2244092"/>
                  </a:lnTo>
                  <a:lnTo>
                    <a:pt x="2396765" y="2244656"/>
                  </a:lnTo>
                  <a:lnTo>
                    <a:pt x="2397769" y="2245283"/>
                  </a:lnTo>
                  <a:lnTo>
                    <a:pt x="2398744" y="2245971"/>
                  </a:lnTo>
                  <a:lnTo>
                    <a:pt x="2399691" y="2246721"/>
                  </a:lnTo>
                  <a:lnTo>
                    <a:pt x="2400610" y="2247534"/>
                  </a:lnTo>
                  <a:lnTo>
                    <a:pt x="2401500" y="2248408"/>
                  </a:lnTo>
                  <a:lnTo>
                    <a:pt x="2402361" y="2249344"/>
                  </a:lnTo>
                  <a:lnTo>
                    <a:pt x="2403194" y="2250343"/>
                  </a:lnTo>
                  <a:lnTo>
                    <a:pt x="2403995" y="2251408"/>
                  </a:lnTo>
                  <a:lnTo>
                    <a:pt x="2404761" y="2252543"/>
                  </a:lnTo>
                  <a:lnTo>
                    <a:pt x="2405493" y="2253749"/>
                  </a:lnTo>
                  <a:lnTo>
                    <a:pt x="2406190" y="2255026"/>
                  </a:lnTo>
                  <a:lnTo>
                    <a:pt x="2406853" y="2256373"/>
                  </a:lnTo>
                  <a:lnTo>
                    <a:pt x="2407480" y="2257792"/>
                  </a:lnTo>
                  <a:lnTo>
                    <a:pt x="2408073" y="2259281"/>
                  </a:lnTo>
                  <a:lnTo>
                    <a:pt x="2408631" y="2260840"/>
                  </a:lnTo>
                  <a:lnTo>
                    <a:pt x="2409154" y="2262470"/>
                  </a:lnTo>
                  <a:lnTo>
                    <a:pt x="2409643" y="2264171"/>
                  </a:lnTo>
                  <a:lnTo>
                    <a:pt x="2410091" y="2265941"/>
                  </a:lnTo>
                  <a:lnTo>
                    <a:pt x="2410491" y="2267803"/>
                  </a:lnTo>
                  <a:lnTo>
                    <a:pt x="2410845" y="2269756"/>
                  </a:lnTo>
                  <a:lnTo>
                    <a:pt x="2411151" y="2271801"/>
                  </a:lnTo>
                  <a:lnTo>
                    <a:pt x="2411410" y="2273938"/>
                  </a:lnTo>
                  <a:lnTo>
                    <a:pt x="2411622" y="2276167"/>
                  </a:lnTo>
                  <a:lnTo>
                    <a:pt x="2411787" y="2278487"/>
                  </a:lnTo>
                  <a:lnTo>
                    <a:pt x="2411905" y="2280900"/>
                  </a:lnTo>
                  <a:lnTo>
                    <a:pt x="2411976" y="2283404"/>
                  </a:lnTo>
                  <a:close/>
                  <a:moveTo>
                    <a:pt x="2400651" y="2286000"/>
                  </a:moveTo>
                  <a:lnTo>
                    <a:pt x="2400639" y="2283951"/>
                  </a:lnTo>
                  <a:lnTo>
                    <a:pt x="2400602" y="2281974"/>
                  </a:lnTo>
                  <a:lnTo>
                    <a:pt x="2400540" y="2280067"/>
                  </a:lnTo>
                  <a:lnTo>
                    <a:pt x="2400453" y="2278231"/>
                  </a:lnTo>
                  <a:lnTo>
                    <a:pt x="2400341" y="2276465"/>
                  </a:lnTo>
                  <a:lnTo>
                    <a:pt x="2400205" y="2274770"/>
                  </a:lnTo>
                  <a:lnTo>
                    <a:pt x="2400044" y="2273146"/>
                  </a:lnTo>
                  <a:lnTo>
                    <a:pt x="2399858" y="2271593"/>
                  </a:lnTo>
                  <a:lnTo>
                    <a:pt x="2399647" y="2270110"/>
                  </a:lnTo>
                  <a:lnTo>
                    <a:pt x="2399411" y="2268698"/>
                  </a:lnTo>
                  <a:lnTo>
                    <a:pt x="2399151" y="2267338"/>
                  </a:lnTo>
                  <a:lnTo>
                    <a:pt x="2398868" y="2266034"/>
                  </a:lnTo>
                  <a:lnTo>
                    <a:pt x="2398561" y="2264788"/>
                  </a:lnTo>
                  <a:lnTo>
                    <a:pt x="2398230" y="2263598"/>
                  </a:lnTo>
                  <a:lnTo>
                    <a:pt x="2397876" y="2262466"/>
                  </a:lnTo>
                  <a:lnTo>
                    <a:pt x="2397499" y="2261391"/>
                  </a:lnTo>
                  <a:lnTo>
                    <a:pt x="2397097" y="2260373"/>
                  </a:lnTo>
                  <a:lnTo>
                    <a:pt x="2396673" y="2259411"/>
                  </a:lnTo>
                  <a:lnTo>
                    <a:pt x="2396224" y="2258507"/>
                  </a:lnTo>
                  <a:lnTo>
                    <a:pt x="2395752" y="2257660"/>
                  </a:lnTo>
                  <a:lnTo>
                    <a:pt x="2395258" y="2256854"/>
                  </a:lnTo>
                  <a:lnTo>
                    <a:pt x="2394740" y="2256097"/>
                  </a:lnTo>
                  <a:lnTo>
                    <a:pt x="2394201" y="2255391"/>
                  </a:lnTo>
                  <a:lnTo>
                    <a:pt x="2393639" y="2254733"/>
                  </a:lnTo>
                  <a:lnTo>
                    <a:pt x="2393055" y="2254125"/>
                  </a:lnTo>
                  <a:lnTo>
                    <a:pt x="2392448" y="2253567"/>
                  </a:lnTo>
                  <a:lnTo>
                    <a:pt x="2391820" y="2253059"/>
                  </a:lnTo>
                  <a:lnTo>
                    <a:pt x="2391169" y="2252600"/>
                  </a:lnTo>
                  <a:lnTo>
                    <a:pt x="2390495" y="2252191"/>
                  </a:lnTo>
                  <a:lnTo>
                    <a:pt x="2389799" y="2251831"/>
                  </a:lnTo>
                  <a:lnTo>
                    <a:pt x="2389095" y="2251501"/>
                  </a:lnTo>
                  <a:lnTo>
                    <a:pt x="2388371" y="2251206"/>
                  </a:lnTo>
                  <a:lnTo>
                    <a:pt x="2387626" y="2250946"/>
                  </a:lnTo>
                  <a:lnTo>
                    <a:pt x="2386862" y="2250720"/>
                  </a:lnTo>
                  <a:lnTo>
                    <a:pt x="2386079" y="2250529"/>
                  </a:lnTo>
                  <a:lnTo>
                    <a:pt x="2385275" y="2250373"/>
                  </a:lnTo>
                  <a:lnTo>
                    <a:pt x="2384451" y="2250251"/>
                  </a:lnTo>
                  <a:lnTo>
                    <a:pt x="2383608" y="2250164"/>
                  </a:lnTo>
                  <a:lnTo>
                    <a:pt x="2382745" y="2250112"/>
                  </a:lnTo>
                  <a:lnTo>
                    <a:pt x="2381862" y="2250095"/>
                  </a:lnTo>
                  <a:lnTo>
                    <a:pt x="2380930" y="2250112"/>
                  </a:lnTo>
                  <a:lnTo>
                    <a:pt x="2380021" y="2250164"/>
                  </a:lnTo>
                  <a:lnTo>
                    <a:pt x="2379135" y="2250251"/>
                  </a:lnTo>
                  <a:lnTo>
                    <a:pt x="2378270" y="2250373"/>
                  </a:lnTo>
                  <a:lnTo>
                    <a:pt x="2377428" y="2250529"/>
                  </a:lnTo>
                  <a:lnTo>
                    <a:pt x="2376608" y="2250720"/>
                  </a:lnTo>
                  <a:lnTo>
                    <a:pt x="2375811" y="2250946"/>
                  </a:lnTo>
                  <a:lnTo>
                    <a:pt x="2375036" y="2251206"/>
                  </a:lnTo>
                  <a:lnTo>
                    <a:pt x="2374283" y="2251501"/>
                  </a:lnTo>
                  <a:lnTo>
                    <a:pt x="2373552" y="2251831"/>
                  </a:lnTo>
                  <a:lnTo>
                    <a:pt x="2372844" y="2252202"/>
                  </a:lnTo>
                  <a:lnTo>
                    <a:pt x="2372158" y="2252622"/>
                  </a:lnTo>
                  <a:lnTo>
                    <a:pt x="2371495" y="2253091"/>
                  </a:lnTo>
                  <a:lnTo>
                    <a:pt x="2370853" y="2253607"/>
                  </a:lnTo>
                  <a:lnTo>
                    <a:pt x="2370235" y="2254172"/>
                  </a:lnTo>
                  <a:lnTo>
                    <a:pt x="2369638" y="2254785"/>
                  </a:lnTo>
                  <a:lnTo>
                    <a:pt x="2369064" y="2255447"/>
                  </a:lnTo>
                  <a:lnTo>
                    <a:pt x="2368512" y="2256157"/>
                  </a:lnTo>
                  <a:lnTo>
                    <a:pt x="2367982" y="2256915"/>
                  </a:lnTo>
                  <a:lnTo>
                    <a:pt x="2367475" y="2257722"/>
                  </a:lnTo>
                  <a:lnTo>
                    <a:pt x="2367003" y="2258569"/>
                  </a:lnTo>
                  <a:lnTo>
                    <a:pt x="2366555" y="2259473"/>
                  </a:lnTo>
                  <a:lnTo>
                    <a:pt x="2366130" y="2260435"/>
                  </a:lnTo>
                  <a:lnTo>
                    <a:pt x="2365729" y="2261453"/>
                  </a:lnTo>
                  <a:lnTo>
                    <a:pt x="2365351" y="2262528"/>
                  </a:lnTo>
                  <a:lnTo>
                    <a:pt x="2364997" y="2263660"/>
                  </a:lnTo>
                  <a:lnTo>
                    <a:pt x="2364667" y="2264850"/>
                  </a:lnTo>
                  <a:lnTo>
                    <a:pt x="2364360" y="2266096"/>
                  </a:lnTo>
                  <a:lnTo>
                    <a:pt x="2364076" y="2267400"/>
                  </a:lnTo>
                  <a:lnTo>
                    <a:pt x="2363816" y="2268760"/>
                  </a:lnTo>
                  <a:lnTo>
                    <a:pt x="2363581" y="2270172"/>
                  </a:lnTo>
                  <a:lnTo>
                    <a:pt x="2363370" y="2271652"/>
                  </a:lnTo>
                  <a:lnTo>
                    <a:pt x="2363184" y="2273203"/>
                  </a:lnTo>
                  <a:lnTo>
                    <a:pt x="2363023" y="2274823"/>
                  </a:lnTo>
                  <a:lnTo>
                    <a:pt x="2362886" y="2276512"/>
                  </a:lnTo>
                  <a:lnTo>
                    <a:pt x="2362775" y="2278270"/>
                  </a:lnTo>
                  <a:lnTo>
                    <a:pt x="2362688" y="2280098"/>
                  </a:lnTo>
                  <a:lnTo>
                    <a:pt x="2362626" y="2281996"/>
                  </a:lnTo>
                  <a:lnTo>
                    <a:pt x="2362589" y="2283963"/>
                  </a:lnTo>
                  <a:lnTo>
                    <a:pt x="2362576" y="2286000"/>
                  </a:lnTo>
                  <a:lnTo>
                    <a:pt x="2362589" y="2287977"/>
                  </a:lnTo>
                  <a:lnTo>
                    <a:pt x="2362626" y="2289891"/>
                  </a:lnTo>
                  <a:lnTo>
                    <a:pt x="2362688" y="2291742"/>
                  </a:lnTo>
                  <a:lnTo>
                    <a:pt x="2362775" y="2293530"/>
                  </a:lnTo>
                  <a:lnTo>
                    <a:pt x="2362886" y="2295255"/>
                  </a:lnTo>
                  <a:lnTo>
                    <a:pt x="2363023" y="2296916"/>
                  </a:lnTo>
                  <a:lnTo>
                    <a:pt x="2363184" y="2298514"/>
                  </a:lnTo>
                  <a:lnTo>
                    <a:pt x="2363370" y="2300049"/>
                  </a:lnTo>
                  <a:lnTo>
                    <a:pt x="2363581" y="2301520"/>
                  </a:lnTo>
                  <a:lnTo>
                    <a:pt x="2363816" y="2302929"/>
                  </a:lnTo>
                  <a:lnTo>
                    <a:pt x="2364088" y="2304279"/>
                  </a:lnTo>
                  <a:lnTo>
                    <a:pt x="2364382" y="2305575"/>
                  </a:lnTo>
                  <a:lnTo>
                    <a:pt x="2364698" y="2306819"/>
                  </a:lnTo>
                  <a:lnTo>
                    <a:pt x="2365037" y="2308009"/>
                  </a:lnTo>
                  <a:lnTo>
                    <a:pt x="2365398" y="2309145"/>
                  </a:lnTo>
                  <a:lnTo>
                    <a:pt x="2365781" y="2310229"/>
                  </a:lnTo>
                  <a:lnTo>
                    <a:pt x="2366186" y="2311259"/>
                  </a:lnTo>
                  <a:lnTo>
                    <a:pt x="2366614" y="2312235"/>
                  </a:lnTo>
                  <a:lnTo>
                    <a:pt x="2367065" y="2313159"/>
                  </a:lnTo>
                  <a:lnTo>
                    <a:pt x="2367537" y="2314029"/>
                  </a:lnTo>
                  <a:lnTo>
                    <a:pt x="2368044" y="2314837"/>
                  </a:lnTo>
                  <a:lnTo>
                    <a:pt x="2368571" y="2315599"/>
                  </a:lnTo>
                  <a:lnTo>
                    <a:pt x="2369120" y="2316315"/>
                  </a:lnTo>
                  <a:lnTo>
                    <a:pt x="2369690" y="2316986"/>
                  </a:lnTo>
                  <a:lnTo>
                    <a:pt x="2370281" y="2317610"/>
                  </a:lnTo>
                  <a:lnTo>
                    <a:pt x="2370893" y="2318189"/>
                  </a:lnTo>
                  <a:lnTo>
                    <a:pt x="2371526" y="2318721"/>
                  </a:lnTo>
                  <a:lnTo>
                    <a:pt x="2372181" y="2319208"/>
                  </a:lnTo>
                  <a:lnTo>
                    <a:pt x="2372856" y="2319649"/>
                  </a:lnTo>
                  <a:lnTo>
                    <a:pt x="2373552" y="2320044"/>
                  </a:lnTo>
                  <a:lnTo>
                    <a:pt x="2374269" y="2320386"/>
                  </a:lnTo>
                  <a:lnTo>
                    <a:pt x="2375006" y="2320691"/>
                  </a:lnTo>
                  <a:lnTo>
                    <a:pt x="2375762" y="2320961"/>
                  </a:lnTo>
                  <a:lnTo>
                    <a:pt x="2376539" y="2321195"/>
                  </a:lnTo>
                  <a:lnTo>
                    <a:pt x="2377335" y="2321393"/>
                  </a:lnTo>
                  <a:lnTo>
                    <a:pt x="2378151" y="2321555"/>
                  </a:lnTo>
                  <a:lnTo>
                    <a:pt x="2378987" y="2321680"/>
                  </a:lnTo>
                  <a:lnTo>
                    <a:pt x="2379843" y="2321770"/>
                  </a:lnTo>
                  <a:lnTo>
                    <a:pt x="2380718" y="2321824"/>
                  </a:lnTo>
                  <a:lnTo>
                    <a:pt x="2381614" y="2321842"/>
                  </a:lnTo>
                  <a:lnTo>
                    <a:pt x="2382486" y="2321824"/>
                  </a:lnTo>
                  <a:lnTo>
                    <a:pt x="2383340" y="2321770"/>
                  </a:lnTo>
                  <a:lnTo>
                    <a:pt x="2384177" y="2321680"/>
                  </a:lnTo>
                  <a:lnTo>
                    <a:pt x="2384997" y="2321555"/>
                  </a:lnTo>
                  <a:lnTo>
                    <a:pt x="2385800" y="2321393"/>
                  </a:lnTo>
                  <a:lnTo>
                    <a:pt x="2386585" y="2321195"/>
                  </a:lnTo>
                  <a:lnTo>
                    <a:pt x="2387352" y="2320961"/>
                  </a:lnTo>
                  <a:lnTo>
                    <a:pt x="2388103" y="2320691"/>
                  </a:lnTo>
                  <a:lnTo>
                    <a:pt x="2388836" y="2320386"/>
                  </a:lnTo>
                  <a:lnTo>
                    <a:pt x="2389551" y="2320044"/>
                  </a:lnTo>
                  <a:lnTo>
                    <a:pt x="2390247" y="2319649"/>
                  </a:lnTo>
                  <a:lnTo>
                    <a:pt x="2390920" y="2319208"/>
                  </a:lnTo>
                  <a:lnTo>
                    <a:pt x="2391572" y="2318721"/>
                  </a:lnTo>
                  <a:lnTo>
                    <a:pt x="2392200" y="2318189"/>
                  </a:lnTo>
                  <a:lnTo>
                    <a:pt x="2392807" y="2317610"/>
                  </a:lnTo>
                  <a:lnTo>
                    <a:pt x="2393391" y="2316986"/>
                  </a:lnTo>
                  <a:lnTo>
                    <a:pt x="2393953" y="2316315"/>
                  </a:lnTo>
                  <a:lnTo>
                    <a:pt x="2394492" y="2315599"/>
                  </a:lnTo>
                  <a:lnTo>
                    <a:pt x="2395010" y="2314837"/>
                  </a:lnTo>
                  <a:lnTo>
                    <a:pt x="2395504" y="2314029"/>
                  </a:lnTo>
                  <a:lnTo>
                    <a:pt x="2395989" y="2313159"/>
                  </a:lnTo>
                  <a:lnTo>
                    <a:pt x="2396449" y="2312235"/>
                  </a:lnTo>
                  <a:lnTo>
                    <a:pt x="2396887" y="2311259"/>
                  </a:lnTo>
                  <a:lnTo>
                    <a:pt x="2397300" y="2310229"/>
                  </a:lnTo>
                  <a:lnTo>
                    <a:pt x="2397690" y="2309145"/>
                  </a:lnTo>
                  <a:lnTo>
                    <a:pt x="2398057" y="2308009"/>
                  </a:lnTo>
                  <a:lnTo>
                    <a:pt x="2398400" y="2306819"/>
                  </a:lnTo>
                  <a:lnTo>
                    <a:pt x="2398719" y="2305575"/>
                  </a:lnTo>
                  <a:lnTo>
                    <a:pt x="2399015" y="2304279"/>
                  </a:lnTo>
                  <a:lnTo>
                    <a:pt x="2399287" y="2302929"/>
                  </a:lnTo>
                  <a:lnTo>
                    <a:pt x="2399546" y="2301520"/>
                  </a:lnTo>
                  <a:lnTo>
                    <a:pt x="2399778" y="2300049"/>
                  </a:lnTo>
                  <a:lnTo>
                    <a:pt x="2399983" y="2298514"/>
                  </a:lnTo>
                  <a:lnTo>
                    <a:pt x="2400160" y="2296916"/>
                  </a:lnTo>
                  <a:lnTo>
                    <a:pt x="2400310" y="2295255"/>
                  </a:lnTo>
                  <a:lnTo>
                    <a:pt x="2400433" y="2293530"/>
                  </a:lnTo>
                  <a:lnTo>
                    <a:pt x="2400529" y="2291742"/>
                  </a:lnTo>
                  <a:lnTo>
                    <a:pt x="2400597" y="2289891"/>
                  </a:lnTo>
                  <a:lnTo>
                    <a:pt x="2400638" y="2287977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" name="ph30"/>
            <p:cNvSpPr/>
            <p:nvPr/>
          </p:nvSpPr>
          <p:spPr>
            <a:xfrm>
              <a:off x="1018089" y="2174960"/>
              <a:ext cx="2412000" cy="2330958"/>
            </a:xfrm>
            <a:custGeom>
              <a:avLst/>
              <a:gdLst/>
              <a:ahLst/>
              <a:cxnLst/>
              <a:rect l="0" t="0" r="0" b="0"/>
              <a:pathLst>
                <a:path w="2412000" h="2330958">
                  <a:moveTo>
                    <a:pt x="2412000" y="2286000"/>
                  </a:moveTo>
                  <a:lnTo>
                    <a:pt x="2411975" y="2288477"/>
                  </a:lnTo>
                  <a:lnTo>
                    <a:pt x="2411903" y="2290876"/>
                  </a:lnTo>
                  <a:lnTo>
                    <a:pt x="2411782" y="2293195"/>
                  </a:lnTo>
                  <a:lnTo>
                    <a:pt x="2411613" y="2295435"/>
                  </a:lnTo>
                  <a:lnTo>
                    <a:pt x="2411395" y="2297596"/>
                  </a:lnTo>
                  <a:lnTo>
                    <a:pt x="2411129" y="2299677"/>
                  </a:lnTo>
                  <a:lnTo>
                    <a:pt x="2410814" y="2301679"/>
                  </a:lnTo>
                  <a:lnTo>
                    <a:pt x="2410452" y="2303601"/>
                  </a:lnTo>
                  <a:lnTo>
                    <a:pt x="2410041" y="2305444"/>
                  </a:lnTo>
                  <a:lnTo>
                    <a:pt x="2409581" y="2307208"/>
                  </a:lnTo>
                  <a:lnTo>
                    <a:pt x="2409092" y="2308887"/>
                  </a:lnTo>
                  <a:lnTo>
                    <a:pt x="2408567" y="2310502"/>
                  </a:lnTo>
                  <a:lnTo>
                    <a:pt x="2408005" y="2312052"/>
                  </a:lnTo>
                  <a:lnTo>
                    <a:pt x="2407408" y="2313538"/>
                  </a:lnTo>
                  <a:lnTo>
                    <a:pt x="2406775" y="2314959"/>
                  </a:lnTo>
                  <a:lnTo>
                    <a:pt x="2406106" y="2316316"/>
                  </a:lnTo>
                  <a:lnTo>
                    <a:pt x="2405401" y="2317608"/>
                  </a:lnTo>
                  <a:lnTo>
                    <a:pt x="2404660" y="2318836"/>
                  </a:lnTo>
                  <a:lnTo>
                    <a:pt x="2403883" y="2319999"/>
                  </a:lnTo>
                  <a:lnTo>
                    <a:pt x="2403070" y="2321098"/>
                  </a:lnTo>
                  <a:lnTo>
                    <a:pt x="2402236" y="2322123"/>
                  </a:lnTo>
                  <a:lnTo>
                    <a:pt x="2401373" y="2323087"/>
                  </a:lnTo>
                  <a:lnTo>
                    <a:pt x="2400480" y="2323993"/>
                  </a:lnTo>
                  <a:lnTo>
                    <a:pt x="2399557" y="2324839"/>
                  </a:lnTo>
                  <a:lnTo>
                    <a:pt x="2398605" y="2325625"/>
                  </a:lnTo>
                  <a:lnTo>
                    <a:pt x="2397623" y="2326352"/>
                  </a:lnTo>
                  <a:lnTo>
                    <a:pt x="2396611" y="2327019"/>
                  </a:lnTo>
                  <a:lnTo>
                    <a:pt x="2395569" y="2327627"/>
                  </a:lnTo>
                  <a:lnTo>
                    <a:pt x="2394497" y="2328175"/>
                  </a:lnTo>
                  <a:lnTo>
                    <a:pt x="2393396" y="2328664"/>
                  </a:lnTo>
                  <a:lnTo>
                    <a:pt x="2392272" y="2329100"/>
                  </a:lnTo>
                  <a:lnTo>
                    <a:pt x="2391134" y="2329490"/>
                  </a:lnTo>
                  <a:lnTo>
                    <a:pt x="2389980" y="2329834"/>
                  </a:lnTo>
                  <a:lnTo>
                    <a:pt x="2388812" y="2330132"/>
                  </a:lnTo>
                  <a:lnTo>
                    <a:pt x="2387629" y="2330384"/>
                  </a:lnTo>
                  <a:lnTo>
                    <a:pt x="2386431" y="2330591"/>
                  </a:lnTo>
                  <a:lnTo>
                    <a:pt x="2385218" y="2330751"/>
                  </a:lnTo>
                  <a:lnTo>
                    <a:pt x="2383990" y="2330866"/>
                  </a:lnTo>
                  <a:lnTo>
                    <a:pt x="2382747" y="2330935"/>
                  </a:lnTo>
                  <a:lnTo>
                    <a:pt x="2381490" y="2330958"/>
                  </a:lnTo>
                  <a:lnTo>
                    <a:pt x="2380221" y="2330935"/>
                  </a:lnTo>
                  <a:lnTo>
                    <a:pt x="2378970" y="2330866"/>
                  </a:lnTo>
                  <a:lnTo>
                    <a:pt x="2377736" y="2330751"/>
                  </a:lnTo>
                  <a:lnTo>
                    <a:pt x="2376519" y="2330591"/>
                  </a:lnTo>
                  <a:lnTo>
                    <a:pt x="2375320" y="2330384"/>
                  </a:lnTo>
                  <a:lnTo>
                    <a:pt x="2374138" y="2330132"/>
                  </a:lnTo>
                  <a:lnTo>
                    <a:pt x="2372973" y="2329834"/>
                  </a:lnTo>
                  <a:lnTo>
                    <a:pt x="2371826" y="2329490"/>
                  </a:lnTo>
                  <a:lnTo>
                    <a:pt x="2370696" y="2329100"/>
                  </a:lnTo>
                  <a:lnTo>
                    <a:pt x="2369583" y="2328664"/>
                  </a:lnTo>
                  <a:lnTo>
                    <a:pt x="2368494" y="2328175"/>
                  </a:lnTo>
                  <a:lnTo>
                    <a:pt x="2367433" y="2327627"/>
                  </a:lnTo>
                  <a:lnTo>
                    <a:pt x="2366400" y="2327019"/>
                  </a:lnTo>
                  <a:lnTo>
                    <a:pt x="2365396" y="2326352"/>
                  </a:lnTo>
                  <a:lnTo>
                    <a:pt x="2364421" y="2325625"/>
                  </a:lnTo>
                  <a:lnTo>
                    <a:pt x="2363474" y="2324839"/>
                  </a:lnTo>
                  <a:lnTo>
                    <a:pt x="2362556" y="2323993"/>
                  </a:lnTo>
                  <a:lnTo>
                    <a:pt x="2361666" y="2323087"/>
                  </a:lnTo>
                  <a:lnTo>
                    <a:pt x="2360804" y="2322123"/>
                  </a:lnTo>
                  <a:lnTo>
                    <a:pt x="2359972" y="2321098"/>
                  </a:lnTo>
                  <a:lnTo>
                    <a:pt x="2359182" y="2320011"/>
                  </a:lnTo>
                  <a:lnTo>
                    <a:pt x="2358426" y="2318858"/>
                  </a:lnTo>
                  <a:lnTo>
                    <a:pt x="2357704" y="2317640"/>
                  </a:lnTo>
                  <a:lnTo>
                    <a:pt x="2357015" y="2316355"/>
                  </a:lnTo>
                  <a:lnTo>
                    <a:pt x="2356359" y="2315005"/>
                  </a:lnTo>
                  <a:lnTo>
                    <a:pt x="2355738" y="2313590"/>
                  </a:lnTo>
                  <a:lnTo>
                    <a:pt x="2355149" y="2312108"/>
                  </a:lnTo>
                  <a:lnTo>
                    <a:pt x="2354594" y="2310561"/>
                  </a:lnTo>
                  <a:lnTo>
                    <a:pt x="2354072" y="2308948"/>
                  </a:lnTo>
                  <a:lnTo>
                    <a:pt x="2353584" y="2307270"/>
                  </a:lnTo>
                  <a:lnTo>
                    <a:pt x="2353149" y="2305505"/>
                  </a:lnTo>
                  <a:lnTo>
                    <a:pt x="2352758" y="2303660"/>
                  </a:lnTo>
                  <a:lnTo>
                    <a:pt x="2352414" y="2301735"/>
                  </a:lnTo>
                  <a:lnTo>
                    <a:pt x="2352116" y="2299729"/>
                  </a:lnTo>
                  <a:lnTo>
                    <a:pt x="2351864" y="2297642"/>
                  </a:lnTo>
                  <a:lnTo>
                    <a:pt x="2351657" y="2295475"/>
                  </a:lnTo>
                  <a:lnTo>
                    <a:pt x="2351497" y="2293227"/>
                  </a:lnTo>
                  <a:lnTo>
                    <a:pt x="2351382" y="2290898"/>
                  </a:lnTo>
                  <a:lnTo>
                    <a:pt x="2351313" y="2288489"/>
                  </a:lnTo>
                  <a:lnTo>
                    <a:pt x="2351290" y="2286000"/>
                  </a:lnTo>
                  <a:lnTo>
                    <a:pt x="2351313" y="2283404"/>
                  </a:lnTo>
                  <a:lnTo>
                    <a:pt x="2351382" y="2280900"/>
                  </a:lnTo>
                  <a:lnTo>
                    <a:pt x="2351497" y="2278487"/>
                  </a:lnTo>
                  <a:lnTo>
                    <a:pt x="2351657" y="2276167"/>
                  </a:lnTo>
                  <a:lnTo>
                    <a:pt x="2351864" y="2273938"/>
                  </a:lnTo>
                  <a:lnTo>
                    <a:pt x="2352116" y="2271801"/>
                  </a:lnTo>
                  <a:lnTo>
                    <a:pt x="2352414" y="2269756"/>
                  </a:lnTo>
                  <a:lnTo>
                    <a:pt x="2352758" y="2267803"/>
                  </a:lnTo>
                  <a:lnTo>
                    <a:pt x="2353149" y="2265941"/>
                  </a:lnTo>
                  <a:lnTo>
                    <a:pt x="2353584" y="2264171"/>
                  </a:lnTo>
                  <a:lnTo>
                    <a:pt x="2354073" y="2262470"/>
                  </a:lnTo>
                  <a:lnTo>
                    <a:pt x="2354596" y="2260840"/>
                  </a:lnTo>
                  <a:lnTo>
                    <a:pt x="2355155" y="2259281"/>
                  </a:lnTo>
                  <a:lnTo>
                    <a:pt x="2355747" y="2257792"/>
                  </a:lnTo>
                  <a:lnTo>
                    <a:pt x="2356375" y="2256373"/>
                  </a:lnTo>
                  <a:lnTo>
                    <a:pt x="2357037" y="2255026"/>
                  </a:lnTo>
                  <a:lnTo>
                    <a:pt x="2357734" y="2253749"/>
                  </a:lnTo>
                  <a:lnTo>
                    <a:pt x="2358466" y="2252543"/>
                  </a:lnTo>
                  <a:lnTo>
                    <a:pt x="2359232" y="2251408"/>
                  </a:lnTo>
                  <a:lnTo>
                    <a:pt x="2360034" y="2250343"/>
                  </a:lnTo>
                  <a:lnTo>
                    <a:pt x="2360867" y="2249344"/>
                  </a:lnTo>
                  <a:lnTo>
                    <a:pt x="2361730" y="2248408"/>
                  </a:lnTo>
                  <a:lnTo>
                    <a:pt x="2362623" y="2247534"/>
                  </a:lnTo>
                  <a:lnTo>
                    <a:pt x="2363546" y="2246721"/>
                  </a:lnTo>
                  <a:lnTo>
                    <a:pt x="2364499" y="2245971"/>
                  </a:lnTo>
                  <a:lnTo>
                    <a:pt x="2365481" y="2245283"/>
                  </a:lnTo>
                  <a:lnTo>
                    <a:pt x="2366493" y="2244656"/>
                  </a:lnTo>
                  <a:lnTo>
                    <a:pt x="2367535" y="2244092"/>
                  </a:lnTo>
                  <a:lnTo>
                    <a:pt x="2368606" y="2243590"/>
                  </a:lnTo>
                  <a:lnTo>
                    <a:pt x="2369708" y="2243149"/>
                  </a:lnTo>
                  <a:lnTo>
                    <a:pt x="2370834" y="2242749"/>
                  </a:lnTo>
                  <a:lnTo>
                    <a:pt x="2371980" y="2242390"/>
                  </a:lnTo>
                  <a:lnTo>
                    <a:pt x="2373145" y="2242074"/>
                  </a:lnTo>
                  <a:lnTo>
                    <a:pt x="2374331" y="2241800"/>
                  </a:lnTo>
                  <a:lnTo>
                    <a:pt x="2375537" y="2241568"/>
                  </a:lnTo>
                  <a:lnTo>
                    <a:pt x="2376762" y="2241378"/>
                  </a:lnTo>
                  <a:lnTo>
                    <a:pt x="2378007" y="2241231"/>
                  </a:lnTo>
                  <a:lnTo>
                    <a:pt x="2379272" y="2241125"/>
                  </a:lnTo>
                  <a:lnTo>
                    <a:pt x="2380557" y="2241062"/>
                  </a:lnTo>
                  <a:lnTo>
                    <a:pt x="2381862" y="2241041"/>
                  </a:lnTo>
                  <a:lnTo>
                    <a:pt x="2383106" y="2241062"/>
                  </a:lnTo>
                  <a:lnTo>
                    <a:pt x="2384335" y="2241125"/>
                  </a:lnTo>
                  <a:lnTo>
                    <a:pt x="2385547" y="2241231"/>
                  </a:lnTo>
                  <a:lnTo>
                    <a:pt x="2386743" y="2241378"/>
                  </a:lnTo>
                  <a:lnTo>
                    <a:pt x="2387923" y="2241568"/>
                  </a:lnTo>
                  <a:lnTo>
                    <a:pt x="2389087" y="2241800"/>
                  </a:lnTo>
                  <a:lnTo>
                    <a:pt x="2390235" y="2242074"/>
                  </a:lnTo>
                  <a:lnTo>
                    <a:pt x="2391367" y="2242390"/>
                  </a:lnTo>
                  <a:lnTo>
                    <a:pt x="2392483" y="2242749"/>
                  </a:lnTo>
                  <a:lnTo>
                    <a:pt x="2393582" y="2243149"/>
                  </a:lnTo>
                  <a:lnTo>
                    <a:pt x="2394672" y="2243590"/>
                  </a:lnTo>
                  <a:lnTo>
                    <a:pt x="2395733" y="2244092"/>
                  </a:lnTo>
                  <a:lnTo>
                    <a:pt x="2396765" y="2244656"/>
                  </a:lnTo>
                  <a:lnTo>
                    <a:pt x="2397769" y="2245283"/>
                  </a:lnTo>
                  <a:lnTo>
                    <a:pt x="2398744" y="2245971"/>
                  </a:lnTo>
                  <a:lnTo>
                    <a:pt x="2399691" y="2246721"/>
                  </a:lnTo>
                  <a:lnTo>
                    <a:pt x="2400610" y="2247534"/>
                  </a:lnTo>
                  <a:lnTo>
                    <a:pt x="2401500" y="2248408"/>
                  </a:lnTo>
                  <a:lnTo>
                    <a:pt x="2402361" y="2249344"/>
                  </a:lnTo>
                  <a:lnTo>
                    <a:pt x="2403194" y="2250343"/>
                  </a:lnTo>
                  <a:lnTo>
                    <a:pt x="2403995" y="2251408"/>
                  </a:lnTo>
                  <a:lnTo>
                    <a:pt x="2404761" y="2252543"/>
                  </a:lnTo>
                  <a:lnTo>
                    <a:pt x="2405493" y="2253749"/>
                  </a:lnTo>
                  <a:lnTo>
                    <a:pt x="2406190" y="2255026"/>
                  </a:lnTo>
                  <a:lnTo>
                    <a:pt x="2406853" y="2256373"/>
                  </a:lnTo>
                  <a:lnTo>
                    <a:pt x="2407480" y="2257792"/>
                  </a:lnTo>
                  <a:lnTo>
                    <a:pt x="2408073" y="2259281"/>
                  </a:lnTo>
                  <a:lnTo>
                    <a:pt x="2408631" y="2260840"/>
                  </a:lnTo>
                  <a:lnTo>
                    <a:pt x="2409154" y="2262470"/>
                  </a:lnTo>
                  <a:lnTo>
                    <a:pt x="2409643" y="2264171"/>
                  </a:lnTo>
                  <a:lnTo>
                    <a:pt x="2410091" y="2265941"/>
                  </a:lnTo>
                  <a:lnTo>
                    <a:pt x="2410491" y="2267803"/>
                  </a:lnTo>
                  <a:lnTo>
                    <a:pt x="2410845" y="2269756"/>
                  </a:lnTo>
                  <a:lnTo>
                    <a:pt x="2411151" y="2271801"/>
                  </a:lnTo>
                  <a:lnTo>
                    <a:pt x="2411410" y="2273938"/>
                  </a:lnTo>
                  <a:lnTo>
                    <a:pt x="2411622" y="2276167"/>
                  </a:lnTo>
                  <a:lnTo>
                    <a:pt x="2411787" y="2278487"/>
                  </a:lnTo>
                  <a:lnTo>
                    <a:pt x="2411905" y="2280900"/>
                  </a:lnTo>
                  <a:lnTo>
                    <a:pt x="2411976" y="2283404"/>
                  </a:lnTo>
                  <a:close/>
                  <a:moveTo>
                    <a:pt x="2400651" y="2286000"/>
                  </a:moveTo>
                  <a:lnTo>
                    <a:pt x="2400639" y="2283951"/>
                  </a:lnTo>
                  <a:lnTo>
                    <a:pt x="2400602" y="2281974"/>
                  </a:lnTo>
                  <a:lnTo>
                    <a:pt x="2400540" y="2280067"/>
                  </a:lnTo>
                  <a:lnTo>
                    <a:pt x="2400453" y="2278231"/>
                  </a:lnTo>
                  <a:lnTo>
                    <a:pt x="2400341" y="2276465"/>
                  </a:lnTo>
                  <a:lnTo>
                    <a:pt x="2400205" y="2274770"/>
                  </a:lnTo>
                  <a:lnTo>
                    <a:pt x="2400044" y="2273146"/>
                  </a:lnTo>
                  <a:lnTo>
                    <a:pt x="2399858" y="2271593"/>
                  </a:lnTo>
                  <a:lnTo>
                    <a:pt x="2399647" y="2270110"/>
                  </a:lnTo>
                  <a:lnTo>
                    <a:pt x="2399411" y="2268698"/>
                  </a:lnTo>
                  <a:lnTo>
                    <a:pt x="2399151" y="2267338"/>
                  </a:lnTo>
                  <a:lnTo>
                    <a:pt x="2398868" y="2266034"/>
                  </a:lnTo>
                  <a:lnTo>
                    <a:pt x="2398561" y="2264788"/>
                  </a:lnTo>
                  <a:lnTo>
                    <a:pt x="2398230" y="2263598"/>
                  </a:lnTo>
                  <a:lnTo>
                    <a:pt x="2397876" y="2262466"/>
                  </a:lnTo>
                  <a:lnTo>
                    <a:pt x="2397499" y="2261391"/>
                  </a:lnTo>
                  <a:lnTo>
                    <a:pt x="2397097" y="2260373"/>
                  </a:lnTo>
                  <a:lnTo>
                    <a:pt x="2396673" y="2259411"/>
                  </a:lnTo>
                  <a:lnTo>
                    <a:pt x="2396224" y="2258507"/>
                  </a:lnTo>
                  <a:lnTo>
                    <a:pt x="2395752" y="2257660"/>
                  </a:lnTo>
                  <a:lnTo>
                    <a:pt x="2395258" y="2256854"/>
                  </a:lnTo>
                  <a:lnTo>
                    <a:pt x="2394740" y="2256097"/>
                  </a:lnTo>
                  <a:lnTo>
                    <a:pt x="2394201" y="2255391"/>
                  </a:lnTo>
                  <a:lnTo>
                    <a:pt x="2393639" y="2254733"/>
                  </a:lnTo>
                  <a:lnTo>
                    <a:pt x="2393055" y="2254125"/>
                  </a:lnTo>
                  <a:lnTo>
                    <a:pt x="2392448" y="2253567"/>
                  </a:lnTo>
                  <a:lnTo>
                    <a:pt x="2391820" y="2253059"/>
                  </a:lnTo>
                  <a:lnTo>
                    <a:pt x="2391169" y="2252600"/>
                  </a:lnTo>
                  <a:lnTo>
                    <a:pt x="2390495" y="2252191"/>
                  </a:lnTo>
                  <a:lnTo>
                    <a:pt x="2389799" y="2251831"/>
                  </a:lnTo>
                  <a:lnTo>
                    <a:pt x="2389095" y="2251501"/>
                  </a:lnTo>
                  <a:lnTo>
                    <a:pt x="2388371" y="2251206"/>
                  </a:lnTo>
                  <a:lnTo>
                    <a:pt x="2387626" y="2250946"/>
                  </a:lnTo>
                  <a:lnTo>
                    <a:pt x="2386862" y="2250720"/>
                  </a:lnTo>
                  <a:lnTo>
                    <a:pt x="2386079" y="2250529"/>
                  </a:lnTo>
                  <a:lnTo>
                    <a:pt x="2385275" y="2250373"/>
                  </a:lnTo>
                  <a:lnTo>
                    <a:pt x="2384451" y="2250251"/>
                  </a:lnTo>
                  <a:lnTo>
                    <a:pt x="2383608" y="2250164"/>
                  </a:lnTo>
                  <a:lnTo>
                    <a:pt x="2382745" y="2250112"/>
                  </a:lnTo>
                  <a:lnTo>
                    <a:pt x="2381862" y="2250095"/>
                  </a:lnTo>
                  <a:lnTo>
                    <a:pt x="2380930" y="2250112"/>
                  </a:lnTo>
                  <a:lnTo>
                    <a:pt x="2380021" y="2250164"/>
                  </a:lnTo>
                  <a:lnTo>
                    <a:pt x="2379135" y="2250251"/>
                  </a:lnTo>
                  <a:lnTo>
                    <a:pt x="2378270" y="2250373"/>
                  </a:lnTo>
                  <a:lnTo>
                    <a:pt x="2377428" y="2250529"/>
                  </a:lnTo>
                  <a:lnTo>
                    <a:pt x="2376608" y="2250720"/>
                  </a:lnTo>
                  <a:lnTo>
                    <a:pt x="2375811" y="2250946"/>
                  </a:lnTo>
                  <a:lnTo>
                    <a:pt x="2375036" y="2251206"/>
                  </a:lnTo>
                  <a:lnTo>
                    <a:pt x="2374283" y="2251501"/>
                  </a:lnTo>
                  <a:lnTo>
                    <a:pt x="2373552" y="2251831"/>
                  </a:lnTo>
                  <a:lnTo>
                    <a:pt x="2372844" y="2252202"/>
                  </a:lnTo>
                  <a:lnTo>
                    <a:pt x="2372158" y="2252622"/>
                  </a:lnTo>
                  <a:lnTo>
                    <a:pt x="2371495" y="2253091"/>
                  </a:lnTo>
                  <a:lnTo>
                    <a:pt x="2370853" y="2253607"/>
                  </a:lnTo>
                  <a:lnTo>
                    <a:pt x="2370235" y="2254172"/>
                  </a:lnTo>
                  <a:lnTo>
                    <a:pt x="2369638" y="2254785"/>
                  </a:lnTo>
                  <a:lnTo>
                    <a:pt x="2369064" y="2255447"/>
                  </a:lnTo>
                  <a:lnTo>
                    <a:pt x="2368512" y="2256157"/>
                  </a:lnTo>
                  <a:lnTo>
                    <a:pt x="2367982" y="2256915"/>
                  </a:lnTo>
                  <a:lnTo>
                    <a:pt x="2367475" y="2257722"/>
                  </a:lnTo>
                  <a:lnTo>
                    <a:pt x="2367003" y="2258569"/>
                  </a:lnTo>
                  <a:lnTo>
                    <a:pt x="2366555" y="2259473"/>
                  </a:lnTo>
                  <a:lnTo>
                    <a:pt x="2366130" y="2260435"/>
                  </a:lnTo>
                  <a:lnTo>
                    <a:pt x="2365729" y="2261453"/>
                  </a:lnTo>
                  <a:lnTo>
                    <a:pt x="2365351" y="2262528"/>
                  </a:lnTo>
                  <a:lnTo>
                    <a:pt x="2364997" y="2263660"/>
                  </a:lnTo>
                  <a:lnTo>
                    <a:pt x="2364667" y="2264850"/>
                  </a:lnTo>
                  <a:lnTo>
                    <a:pt x="2364360" y="2266096"/>
                  </a:lnTo>
                  <a:lnTo>
                    <a:pt x="2364076" y="2267400"/>
                  </a:lnTo>
                  <a:lnTo>
                    <a:pt x="2363816" y="2268760"/>
                  </a:lnTo>
                  <a:lnTo>
                    <a:pt x="2363581" y="2270172"/>
                  </a:lnTo>
                  <a:lnTo>
                    <a:pt x="2363370" y="2271652"/>
                  </a:lnTo>
                  <a:lnTo>
                    <a:pt x="2363184" y="2273203"/>
                  </a:lnTo>
                  <a:lnTo>
                    <a:pt x="2363023" y="2274823"/>
                  </a:lnTo>
                  <a:lnTo>
                    <a:pt x="2362886" y="2276512"/>
                  </a:lnTo>
                  <a:lnTo>
                    <a:pt x="2362775" y="2278270"/>
                  </a:lnTo>
                  <a:lnTo>
                    <a:pt x="2362688" y="2280098"/>
                  </a:lnTo>
                  <a:lnTo>
                    <a:pt x="2362626" y="2281996"/>
                  </a:lnTo>
                  <a:lnTo>
                    <a:pt x="2362589" y="2283963"/>
                  </a:lnTo>
                  <a:lnTo>
                    <a:pt x="2362576" y="2286000"/>
                  </a:lnTo>
                  <a:lnTo>
                    <a:pt x="2362589" y="2287977"/>
                  </a:lnTo>
                  <a:lnTo>
                    <a:pt x="2362626" y="2289891"/>
                  </a:lnTo>
                  <a:lnTo>
                    <a:pt x="2362688" y="2291742"/>
                  </a:lnTo>
                  <a:lnTo>
                    <a:pt x="2362775" y="2293530"/>
                  </a:lnTo>
                  <a:lnTo>
                    <a:pt x="2362886" y="2295255"/>
                  </a:lnTo>
                  <a:lnTo>
                    <a:pt x="2363023" y="2296916"/>
                  </a:lnTo>
                  <a:lnTo>
                    <a:pt x="2363184" y="2298514"/>
                  </a:lnTo>
                  <a:lnTo>
                    <a:pt x="2363370" y="2300049"/>
                  </a:lnTo>
                  <a:lnTo>
                    <a:pt x="2363581" y="2301520"/>
                  </a:lnTo>
                  <a:lnTo>
                    <a:pt x="2363816" y="2302929"/>
                  </a:lnTo>
                  <a:lnTo>
                    <a:pt x="2364088" y="2304279"/>
                  </a:lnTo>
                  <a:lnTo>
                    <a:pt x="2364382" y="2305575"/>
                  </a:lnTo>
                  <a:lnTo>
                    <a:pt x="2364698" y="2306819"/>
                  </a:lnTo>
                  <a:lnTo>
                    <a:pt x="2365037" y="2308009"/>
                  </a:lnTo>
                  <a:lnTo>
                    <a:pt x="2365398" y="2309145"/>
                  </a:lnTo>
                  <a:lnTo>
                    <a:pt x="2365781" y="2310229"/>
                  </a:lnTo>
                  <a:lnTo>
                    <a:pt x="2366186" y="2311259"/>
                  </a:lnTo>
                  <a:lnTo>
                    <a:pt x="2366614" y="2312235"/>
                  </a:lnTo>
                  <a:lnTo>
                    <a:pt x="2367065" y="2313159"/>
                  </a:lnTo>
                  <a:lnTo>
                    <a:pt x="2367537" y="2314029"/>
                  </a:lnTo>
                  <a:lnTo>
                    <a:pt x="2368044" y="2314837"/>
                  </a:lnTo>
                  <a:lnTo>
                    <a:pt x="2368571" y="2315599"/>
                  </a:lnTo>
                  <a:lnTo>
                    <a:pt x="2369120" y="2316315"/>
                  </a:lnTo>
                  <a:lnTo>
                    <a:pt x="2369690" y="2316986"/>
                  </a:lnTo>
                  <a:lnTo>
                    <a:pt x="2370281" y="2317610"/>
                  </a:lnTo>
                  <a:lnTo>
                    <a:pt x="2370893" y="2318189"/>
                  </a:lnTo>
                  <a:lnTo>
                    <a:pt x="2371526" y="2318721"/>
                  </a:lnTo>
                  <a:lnTo>
                    <a:pt x="2372181" y="2319208"/>
                  </a:lnTo>
                  <a:lnTo>
                    <a:pt x="2372856" y="2319649"/>
                  </a:lnTo>
                  <a:lnTo>
                    <a:pt x="2373552" y="2320044"/>
                  </a:lnTo>
                  <a:lnTo>
                    <a:pt x="2374269" y="2320386"/>
                  </a:lnTo>
                  <a:lnTo>
                    <a:pt x="2375006" y="2320691"/>
                  </a:lnTo>
                  <a:lnTo>
                    <a:pt x="2375762" y="2320961"/>
                  </a:lnTo>
                  <a:lnTo>
                    <a:pt x="2376539" y="2321195"/>
                  </a:lnTo>
                  <a:lnTo>
                    <a:pt x="2377335" y="2321393"/>
                  </a:lnTo>
                  <a:lnTo>
                    <a:pt x="2378151" y="2321555"/>
                  </a:lnTo>
                  <a:lnTo>
                    <a:pt x="2378987" y="2321680"/>
                  </a:lnTo>
                  <a:lnTo>
                    <a:pt x="2379843" y="2321770"/>
                  </a:lnTo>
                  <a:lnTo>
                    <a:pt x="2380718" y="2321824"/>
                  </a:lnTo>
                  <a:lnTo>
                    <a:pt x="2381614" y="2321842"/>
                  </a:lnTo>
                  <a:lnTo>
                    <a:pt x="2382486" y="2321824"/>
                  </a:lnTo>
                  <a:lnTo>
                    <a:pt x="2383340" y="2321770"/>
                  </a:lnTo>
                  <a:lnTo>
                    <a:pt x="2384177" y="2321680"/>
                  </a:lnTo>
                  <a:lnTo>
                    <a:pt x="2384997" y="2321555"/>
                  </a:lnTo>
                  <a:lnTo>
                    <a:pt x="2385800" y="2321393"/>
                  </a:lnTo>
                  <a:lnTo>
                    <a:pt x="2386585" y="2321195"/>
                  </a:lnTo>
                  <a:lnTo>
                    <a:pt x="2387352" y="2320961"/>
                  </a:lnTo>
                  <a:lnTo>
                    <a:pt x="2388103" y="2320691"/>
                  </a:lnTo>
                  <a:lnTo>
                    <a:pt x="2388836" y="2320386"/>
                  </a:lnTo>
                  <a:lnTo>
                    <a:pt x="2389551" y="2320044"/>
                  </a:lnTo>
                  <a:lnTo>
                    <a:pt x="2390247" y="2319649"/>
                  </a:lnTo>
                  <a:lnTo>
                    <a:pt x="2390920" y="2319208"/>
                  </a:lnTo>
                  <a:lnTo>
                    <a:pt x="2391572" y="2318721"/>
                  </a:lnTo>
                  <a:lnTo>
                    <a:pt x="2392200" y="2318189"/>
                  </a:lnTo>
                  <a:lnTo>
                    <a:pt x="2392807" y="2317610"/>
                  </a:lnTo>
                  <a:lnTo>
                    <a:pt x="2393391" y="2316986"/>
                  </a:lnTo>
                  <a:lnTo>
                    <a:pt x="2393953" y="2316315"/>
                  </a:lnTo>
                  <a:lnTo>
                    <a:pt x="2394492" y="2315599"/>
                  </a:lnTo>
                  <a:lnTo>
                    <a:pt x="2395010" y="2314837"/>
                  </a:lnTo>
                  <a:lnTo>
                    <a:pt x="2395504" y="2314029"/>
                  </a:lnTo>
                  <a:lnTo>
                    <a:pt x="2395989" y="2313159"/>
                  </a:lnTo>
                  <a:lnTo>
                    <a:pt x="2396449" y="2312235"/>
                  </a:lnTo>
                  <a:lnTo>
                    <a:pt x="2396887" y="2311259"/>
                  </a:lnTo>
                  <a:lnTo>
                    <a:pt x="2397300" y="2310229"/>
                  </a:lnTo>
                  <a:lnTo>
                    <a:pt x="2397690" y="2309145"/>
                  </a:lnTo>
                  <a:lnTo>
                    <a:pt x="2398057" y="2308009"/>
                  </a:lnTo>
                  <a:lnTo>
                    <a:pt x="2398400" y="2306819"/>
                  </a:lnTo>
                  <a:lnTo>
                    <a:pt x="2398719" y="2305575"/>
                  </a:lnTo>
                  <a:lnTo>
                    <a:pt x="2399015" y="2304279"/>
                  </a:lnTo>
                  <a:lnTo>
                    <a:pt x="2399287" y="2302929"/>
                  </a:lnTo>
                  <a:lnTo>
                    <a:pt x="2399546" y="2301520"/>
                  </a:lnTo>
                  <a:lnTo>
                    <a:pt x="2399778" y="2300049"/>
                  </a:lnTo>
                  <a:lnTo>
                    <a:pt x="2399983" y="2298514"/>
                  </a:lnTo>
                  <a:lnTo>
                    <a:pt x="2400160" y="2296916"/>
                  </a:lnTo>
                  <a:lnTo>
                    <a:pt x="2400310" y="2295255"/>
                  </a:lnTo>
                  <a:lnTo>
                    <a:pt x="2400433" y="2293530"/>
                  </a:lnTo>
                  <a:lnTo>
                    <a:pt x="2400529" y="2291742"/>
                  </a:lnTo>
                  <a:lnTo>
                    <a:pt x="2400597" y="2289891"/>
                  </a:lnTo>
                  <a:lnTo>
                    <a:pt x="2400638" y="2287977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" name="ph31"/>
            <p:cNvSpPr/>
            <p:nvPr/>
          </p:nvSpPr>
          <p:spPr>
            <a:xfrm>
              <a:off x="1087667" y="2173224"/>
              <a:ext cx="2412000" cy="2332694"/>
            </a:xfrm>
            <a:custGeom>
              <a:avLst/>
              <a:gdLst/>
              <a:ahLst/>
              <a:cxnLst/>
              <a:rect l="0" t="0" r="0" b="0"/>
              <a:pathLst>
                <a:path w="2412000" h="2332694">
                  <a:moveTo>
                    <a:pt x="2412000" y="2286000"/>
                  </a:moveTo>
                  <a:lnTo>
                    <a:pt x="2411977" y="2288303"/>
                  </a:lnTo>
                  <a:lnTo>
                    <a:pt x="2411910" y="2290549"/>
                  </a:lnTo>
                  <a:lnTo>
                    <a:pt x="2411799" y="2292738"/>
                  </a:lnTo>
                  <a:lnTo>
                    <a:pt x="2411642" y="2294870"/>
                  </a:lnTo>
                  <a:lnTo>
                    <a:pt x="2411441" y="2296945"/>
                  </a:lnTo>
                  <a:lnTo>
                    <a:pt x="2411196" y="2298962"/>
                  </a:lnTo>
                  <a:lnTo>
                    <a:pt x="2410906" y="2300923"/>
                  </a:lnTo>
                  <a:lnTo>
                    <a:pt x="2410571" y="2302827"/>
                  </a:lnTo>
                  <a:lnTo>
                    <a:pt x="2410191" y="2304674"/>
                  </a:lnTo>
                  <a:lnTo>
                    <a:pt x="2409767" y="2306463"/>
                  </a:lnTo>
                  <a:lnTo>
                    <a:pt x="2409314" y="2308183"/>
                  </a:lnTo>
                  <a:lnTo>
                    <a:pt x="2408822" y="2309844"/>
                  </a:lnTo>
                  <a:lnTo>
                    <a:pt x="2408292" y="2311447"/>
                  </a:lnTo>
                  <a:lnTo>
                    <a:pt x="2407723" y="2312992"/>
                  </a:lnTo>
                  <a:lnTo>
                    <a:pt x="2407116" y="2314478"/>
                  </a:lnTo>
                  <a:lnTo>
                    <a:pt x="2406471" y="2315907"/>
                  </a:lnTo>
                  <a:lnTo>
                    <a:pt x="2405787" y="2317276"/>
                  </a:lnTo>
                  <a:lnTo>
                    <a:pt x="2405064" y="2318588"/>
                  </a:lnTo>
                  <a:lnTo>
                    <a:pt x="2404303" y="2319841"/>
                  </a:lnTo>
                  <a:lnTo>
                    <a:pt x="2403504" y="2321036"/>
                  </a:lnTo>
                  <a:lnTo>
                    <a:pt x="2402667" y="2322173"/>
                  </a:lnTo>
                  <a:lnTo>
                    <a:pt x="2401795" y="2323251"/>
                  </a:lnTo>
                  <a:lnTo>
                    <a:pt x="2400886" y="2324271"/>
                  </a:lnTo>
                  <a:lnTo>
                    <a:pt x="2399942" y="2325233"/>
                  </a:lnTo>
                  <a:lnTo>
                    <a:pt x="2398962" y="2326137"/>
                  </a:lnTo>
                  <a:lnTo>
                    <a:pt x="2397945" y="2326982"/>
                  </a:lnTo>
                  <a:lnTo>
                    <a:pt x="2396893" y="2327769"/>
                  </a:lnTo>
                  <a:lnTo>
                    <a:pt x="2395805" y="2328497"/>
                  </a:lnTo>
                  <a:lnTo>
                    <a:pt x="2394680" y="2329168"/>
                  </a:lnTo>
                  <a:lnTo>
                    <a:pt x="2393520" y="2329780"/>
                  </a:lnTo>
                  <a:lnTo>
                    <a:pt x="2392339" y="2330334"/>
                  </a:lnTo>
                  <a:lnTo>
                    <a:pt x="2391129" y="2330829"/>
                  </a:lnTo>
                  <a:lnTo>
                    <a:pt x="2389889" y="2331266"/>
                  </a:lnTo>
                  <a:lnTo>
                    <a:pt x="2388619" y="2331645"/>
                  </a:lnTo>
                  <a:lnTo>
                    <a:pt x="2387319" y="2331966"/>
                  </a:lnTo>
                  <a:lnTo>
                    <a:pt x="2385989" y="2332228"/>
                  </a:lnTo>
                  <a:lnTo>
                    <a:pt x="2384630" y="2332432"/>
                  </a:lnTo>
                  <a:lnTo>
                    <a:pt x="2383241" y="2332578"/>
                  </a:lnTo>
                  <a:lnTo>
                    <a:pt x="2381822" y="2332665"/>
                  </a:lnTo>
                  <a:lnTo>
                    <a:pt x="2380374" y="2332694"/>
                  </a:lnTo>
                  <a:lnTo>
                    <a:pt x="2379379" y="2332684"/>
                  </a:lnTo>
                  <a:lnTo>
                    <a:pt x="2378404" y="2332652"/>
                  </a:lnTo>
                  <a:lnTo>
                    <a:pt x="2377449" y="2332599"/>
                  </a:lnTo>
                  <a:lnTo>
                    <a:pt x="2376514" y="2332526"/>
                  </a:lnTo>
                  <a:lnTo>
                    <a:pt x="2375599" y="2332431"/>
                  </a:lnTo>
                  <a:lnTo>
                    <a:pt x="2374703" y="2332315"/>
                  </a:lnTo>
                  <a:lnTo>
                    <a:pt x="2373828" y="2332178"/>
                  </a:lnTo>
                  <a:lnTo>
                    <a:pt x="2372972" y="2332020"/>
                  </a:lnTo>
                  <a:lnTo>
                    <a:pt x="2372136" y="2331840"/>
                  </a:lnTo>
                  <a:lnTo>
                    <a:pt x="2371320" y="2331640"/>
                  </a:lnTo>
                  <a:lnTo>
                    <a:pt x="2370522" y="2331430"/>
                  </a:lnTo>
                  <a:lnTo>
                    <a:pt x="2369742" y="2331196"/>
                  </a:lnTo>
                  <a:lnTo>
                    <a:pt x="2368979" y="2330939"/>
                  </a:lnTo>
                  <a:lnTo>
                    <a:pt x="2368234" y="2330658"/>
                  </a:lnTo>
                  <a:lnTo>
                    <a:pt x="2367506" y="2330353"/>
                  </a:lnTo>
                  <a:lnTo>
                    <a:pt x="2366795" y="2330025"/>
                  </a:lnTo>
                  <a:lnTo>
                    <a:pt x="2366102" y="2329674"/>
                  </a:lnTo>
                  <a:lnTo>
                    <a:pt x="2365426" y="2329299"/>
                  </a:lnTo>
                  <a:lnTo>
                    <a:pt x="2364768" y="2328900"/>
                  </a:lnTo>
                  <a:lnTo>
                    <a:pt x="2364126" y="2328478"/>
                  </a:lnTo>
                  <a:lnTo>
                    <a:pt x="2363503" y="2328030"/>
                  </a:lnTo>
                  <a:lnTo>
                    <a:pt x="2362899" y="2327557"/>
                  </a:lnTo>
                  <a:lnTo>
                    <a:pt x="2362313" y="2327058"/>
                  </a:lnTo>
                  <a:lnTo>
                    <a:pt x="2361745" y="2326533"/>
                  </a:lnTo>
                  <a:lnTo>
                    <a:pt x="2361196" y="2325982"/>
                  </a:lnTo>
                  <a:lnTo>
                    <a:pt x="2360666" y="2325404"/>
                  </a:lnTo>
                  <a:lnTo>
                    <a:pt x="2360155" y="2324801"/>
                  </a:lnTo>
                  <a:lnTo>
                    <a:pt x="2359662" y="2324171"/>
                  </a:lnTo>
                  <a:lnTo>
                    <a:pt x="2359187" y="2323516"/>
                  </a:lnTo>
                  <a:lnTo>
                    <a:pt x="2358731" y="2322834"/>
                  </a:lnTo>
                  <a:lnTo>
                    <a:pt x="2358294" y="2322126"/>
                  </a:lnTo>
                  <a:lnTo>
                    <a:pt x="2357873" y="2321388"/>
                  </a:lnTo>
                  <a:lnTo>
                    <a:pt x="2357470" y="2320623"/>
                  </a:lnTo>
                  <a:lnTo>
                    <a:pt x="2357084" y="2319828"/>
                  </a:lnTo>
                  <a:lnTo>
                    <a:pt x="2356716" y="2319005"/>
                  </a:lnTo>
                  <a:lnTo>
                    <a:pt x="2356365" y="2318154"/>
                  </a:lnTo>
                  <a:lnTo>
                    <a:pt x="2356031" y="2317274"/>
                  </a:lnTo>
                  <a:lnTo>
                    <a:pt x="2355715" y="2316365"/>
                  </a:lnTo>
                  <a:lnTo>
                    <a:pt x="2355416" y="2315428"/>
                  </a:lnTo>
                  <a:lnTo>
                    <a:pt x="2355135" y="2314463"/>
                  </a:lnTo>
                  <a:lnTo>
                    <a:pt x="2365801" y="2312789"/>
                  </a:lnTo>
                  <a:lnTo>
                    <a:pt x="2366167" y="2313887"/>
                  </a:lnTo>
                  <a:lnTo>
                    <a:pt x="2366572" y="2314927"/>
                  </a:lnTo>
                  <a:lnTo>
                    <a:pt x="2367016" y="2315907"/>
                  </a:lnTo>
                  <a:lnTo>
                    <a:pt x="2367497" y="2316827"/>
                  </a:lnTo>
                  <a:lnTo>
                    <a:pt x="2368018" y="2317687"/>
                  </a:lnTo>
                  <a:lnTo>
                    <a:pt x="2368576" y="2318489"/>
                  </a:lnTo>
                  <a:lnTo>
                    <a:pt x="2369174" y="2319230"/>
                  </a:lnTo>
                  <a:lnTo>
                    <a:pt x="2369809" y="2319912"/>
                  </a:lnTo>
                  <a:lnTo>
                    <a:pt x="2370483" y="2320535"/>
                  </a:lnTo>
                  <a:lnTo>
                    <a:pt x="2371196" y="2321098"/>
                  </a:lnTo>
                  <a:lnTo>
                    <a:pt x="2371959" y="2321593"/>
                  </a:lnTo>
                  <a:lnTo>
                    <a:pt x="2372761" y="2322036"/>
                  </a:lnTo>
                  <a:lnTo>
                    <a:pt x="2373601" y="2322426"/>
                  </a:lnTo>
                  <a:lnTo>
                    <a:pt x="2374480" y="2322765"/>
                  </a:lnTo>
                  <a:lnTo>
                    <a:pt x="2375397" y="2323052"/>
                  </a:lnTo>
                  <a:lnTo>
                    <a:pt x="2376353" y="2323286"/>
                  </a:lnTo>
                  <a:lnTo>
                    <a:pt x="2377347" y="2323468"/>
                  </a:lnTo>
                  <a:lnTo>
                    <a:pt x="2378379" y="2323598"/>
                  </a:lnTo>
                  <a:lnTo>
                    <a:pt x="2379450" y="2323677"/>
                  </a:lnTo>
                  <a:lnTo>
                    <a:pt x="2380560" y="2323703"/>
                  </a:lnTo>
                  <a:lnTo>
                    <a:pt x="2381457" y="2323682"/>
                  </a:lnTo>
                  <a:lnTo>
                    <a:pt x="2382338" y="2323618"/>
                  </a:lnTo>
                  <a:lnTo>
                    <a:pt x="2383203" y="2323513"/>
                  </a:lnTo>
                  <a:lnTo>
                    <a:pt x="2384052" y="2323365"/>
                  </a:lnTo>
                  <a:lnTo>
                    <a:pt x="2384885" y="2323176"/>
                  </a:lnTo>
                  <a:lnTo>
                    <a:pt x="2385702" y="2322944"/>
                  </a:lnTo>
                  <a:lnTo>
                    <a:pt x="2386502" y="2322670"/>
                  </a:lnTo>
                  <a:lnTo>
                    <a:pt x="2387287" y="2322353"/>
                  </a:lnTo>
                  <a:lnTo>
                    <a:pt x="2388055" y="2321995"/>
                  </a:lnTo>
                  <a:lnTo>
                    <a:pt x="2388807" y="2321594"/>
                  </a:lnTo>
                  <a:lnTo>
                    <a:pt x="2389552" y="2321139"/>
                  </a:lnTo>
                  <a:lnTo>
                    <a:pt x="2390273" y="2320642"/>
                  </a:lnTo>
                  <a:lnTo>
                    <a:pt x="2390971" y="2320102"/>
                  </a:lnTo>
                  <a:lnTo>
                    <a:pt x="2391645" y="2319521"/>
                  </a:lnTo>
                  <a:lnTo>
                    <a:pt x="2392295" y="2318897"/>
                  </a:lnTo>
                  <a:lnTo>
                    <a:pt x="2392922" y="2318231"/>
                  </a:lnTo>
                  <a:lnTo>
                    <a:pt x="2393526" y="2317523"/>
                  </a:lnTo>
                  <a:lnTo>
                    <a:pt x="2394105" y="2316772"/>
                  </a:lnTo>
                  <a:lnTo>
                    <a:pt x="2394662" y="2315980"/>
                  </a:lnTo>
                  <a:lnTo>
                    <a:pt x="2395194" y="2315145"/>
                  </a:lnTo>
                  <a:lnTo>
                    <a:pt x="2395716" y="2314268"/>
                  </a:lnTo>
                  <a:lnTo>
                    <a:pt x="2396214" y="2313347"/>
                  </a:lnTo>
                  <a:lnTo>
                    <a:pt x="2396688" y="2312382"/>
                  </a:lnTo>
                  <a:lnTo>
                    <a:pt x="2397139" y="2311375"/>
                  </a:lnTo>
                  <a:lnTo>
                    <a:pt x="2397566" y="2310324"/>
                  </a:lnTo>
                  <a:lnTo>
                    <a:pt x="2397970" y="2309229"/>
                  </a:lnTo>
                  <a:lnTo>
                    <a:pt x="2398350" y="2308091"/>
                  </a:lnTo>
                  <a:lnTo>
                    <a:pt x="2398707" y="2306910"/>
                  </a:lnTo>
                  <a:lnTo>
                    <a:pt x="2399040" y="2305685"/>
                  </a:lnTo>
                  <a:lnTo>
                    <a:pt x="2399349" y="2304417"/>
                  </a:lnTo>
                  <a:lnTo>
                    <a:pt x="2399633" y="2303105"/>
                  </a:lnTo>
                  <a:lnTo>
                    <a:pt x="2399890" y="2301748"/>
                  </a:lnTo>
                  <a:lnTo>
                    <a:pt x="2400119" y="2300347"/>
                  </a:lnTo>
                  <a:lnTo>
                    <a:pt x="2400321" y="2298900"/>
                  </a:lnTo>
                  <a:lnTo>
                    <a:pt x="2400496" y="2297410"/>
                  </a:lnTo>
                  <a:lnTo>
                    <a:pt x="2400644" y="2295874"/>
                  </a:lnTo>
                  <a:lnTo>
                    <a:pt x="2400764" y="2294294"/>
                  </a:lnTo>
                  <a:lnTo>
                    <a:pt x="2400857" y="2292669"/>
                  </a:lnTo>
                  <a:lnTo>
                    <a:pt x="2400923" y="2291000"/>
                  </a:lnTo>
                  <a:lnTo>
                    <a:pt x="2400961" y="2289286"/>
                  </a:lnTo>
                  <a:lnTo>
                    <a:pt x="2400691" y="2289863"/>
                  </a:lnTo>
                  <a:lnTo>
                    <a:pt x="2400401" y="2290427"/>
                  </a:lnTo>
                  <a:lnTo>
                    <a:pt x="2400091" y="2290979"/>
                  </a:lnTo>
                  <a:lnTo>
                    <a:pt x="2399761" y="2291519"/>
                  </a:lnTo>
                  <a:lnTo>
                    <a:pt x="2399411" y="2292046"/>
                  </a:lnTo>
                  <a:lnTo>
                    <a:pt x="2399042" y="2292560"/>
                  </a:lnTo>
                  <a:lnTo>
                    <a:pt x="2398652" y="2293063"/>
                  </a:lnTo>
                  <a:lnTo>
                    <a:pt x="2398243" y="2293553"/>
                  </a:lnTo>
                  <a:lnTo>
                    <a:pt x="2397814" y="2294030"/>
                  </a:lnTo>
                  <a:lnTo>
                    <a:pt x="2397365" y="2294495"/>
                  </a:lnTo>
                  <a:lnTo>
                    <a:pt x="2396911" y="2294947"/>
                  </a:lnTo>
                  <a:lnTo>
                    <a:pt x="2396444" y="2295386"/>
                  </a:lnTo>
                  <a:lnTo>
                    <a:pt x="2395964" y="2295810"/>
                  </a:lnTo>
                  <a:lnTo>
                    <a:pt x="2395470" y="2296222"/>
                  </a:lnTo>
                  <a:lnTo>
                    <a:pt x="2394962" y="2296619"/>
                  </a:lnTo>
                  <a:lnTo>
                    <a:pt x="2394440" y="2297003"/>
                  </a:lnTo>
                  <a:lnTo>
                    <a:pt x="2393905" y="2297373"/>
                  </a:lnTo>
                  <a:lnTo>
                    <a:pt x="2393356" y="2297730"/>
                  </a:lnTo>
                  <a:lnTo>
                    <a:pt x="2392794" y="2298073"/>
                  </a:lnTo>
                  <a:lnTo>
                    <a:pt x="2392218" y="2298402"/>
                  </a:lnTo>
                  <a:lnTo>
                    <a:pt x="2391642" y="2298705"/>
                  </a:lnTo>
                  <a:lnTo>
                    <a:pt x="2391057" y="2298995"/>
                  </a:lnTo>
                  <a:lnTo>
                    <a:pt x="2390462" y="2299271"/>
                  </a:lnTo>
                  <a:lnTo>
                    <a:pt x="2389856" y="2299533"/>
                  </a:lnTo>
                  <a:lnTo>
                    <a:pt x="2389241" y="2299782"/>
                  </a:lnTo>
                  <a:lnTo>
                    <a:pt x="2388616" y="2300017"/>
                  </a:lnTo>
                  <a:lnTo>
                    <a:pt x="2387981" y="2300238"/>
                  </a:lnTo>
                  <a:lnTo>
                    <a:pt x="2387336" y="2300446"/>
                  </a:lnTo>
                  <a:lnTo>
                    <a:pt x="2386681" y="2300640"/>
                  </a:lnTo>
                  <a:lnTo>
                    <a:pt x="2386017" y="2300820"/>
                  </a:lnTo>
                  <a:lnTo>
                    <a:pt x="2385346" y="2300973"/>
                  </a:lnTo>
                  <a:lnTo>
                    <a:pt x="2384675" y="2301111"/>
                  </a:lnTo>
                  <a:lnTo>
                    <a:pt x="2384002" y="2301231"/>
                  </a:lnTo>
                  <a:lnTo>
                    <a:pt x="2383328" y="2301336"/>
                  </a:lnTo>
                  <a:lnTo>
                    <a:pt x="2382652" y="2301425"/>
                  </a:lnTo>
                  <a:lnTo>
                    <a:pt x="2381976" y="2301497"/>
                  </a:lnTo>
                  <a:lnTo>
                    <a:pt x="2381298" y="2301554"/>
                  </a:lnTo>
                  <a:lnTo>
                    <a:pt x="2380619" y="2301594"/>
                  </a:lnTo>
                  <a:lnTo>
                    <a:pt x="2379939" y="2301618"/>
                  </a:lnTo>
                  <a:lnTo>
                    <a:pt x="2379257" y="2301626"/>
                  </a:lnTo>
                  <a:lnTo>
                    <a:pt x="2378078" y="2301605"/>
                  </a:lnTo>
                  <a:lnTo>
                    <a:pt x="2376921" y="2301542"/>
                  </a:lnTo>
                  <a:lnTo>
                    <a:pt x="2375786" y="2301437"/>
                  </a:lnTo>
                  <a:lnTo>
                    <a:pt x="2374673" y="2301289"/>
                  </a:lnTo>
                  <a:lnTo>
                    <a:pt x="2373583" y="2301099"/>
                  </a:lnTo>
                  <a:lnTo>
                    <a:pt x="2372515" y="2300867"/>
                  </a:lnTo>
                  <a:lnTo>
                    <a:pt x="2371470" y="2300593"/>
                  </a:lnTo>
                  <a:lnTo>
                    <a:pt x="2370447" y="2300277"/>
                  </a:lnTo>
                  <a:lnTo>
                    <a:pt x="2369446" y="2299919"/>
                  </a:lnTo>
                  <a:lnTo>
                    <a:pt x="2368467" y="2299518"/>
                  </a:lnTo>
                  <a:lnTo>
                    <a:pt x="2367527" y="2299067"/>
                  </a:lnTo>
                  <a:lnTo>
                    <a:pt x="2366614" y="2298583"/>
                  </a:lnTo>
                  <a:lnTo>
                    <a:pt x="2365731" y="2298065"/>
                  </a:lnTo>
                  <a:lnTo>
                    <a:pt x="2364876" y="2297514"/>
                  </a:lnTo>
                  <a:lnTo>
                    <a:pt x="2364049" y="2296929"/>
                  </a:lnTo>
                  <a:lnTo>
                    <a:pt x="2363251" y="2296311"/>
                  </a:lnTo>
                  <a:lnTo>
                    <a:pt x="2362481" y="2295659"/>
                  </a:lnTo>
                  <a:lnTo>
                    <a:pt x="2361740" y="2294974"/>
                  </a:lnTo>
                  <a:lnTo>
                    <a:pt x="2361028" y="2294255"/>
                  </a:lnTo>
                  <a:lnTo>
                    <a:pt x="2360344" y="2293503"/>
                  </a:lnTo>
                  <a:lnTo>
                    <a:pt x="2359689" y="2292718"/>
                  </a:lnTo>
                  <a:lnTo>
                    <a:pt x="2359064" y="2291903"/>
                  </a:lnTo>
                  <a:lnTo>
                    <a:pt x="2358469" y="2291057"/>
                  </a:lnTo>
                  <a:lnTo>
                    <a:pt x="2357903" y="2290179"/>
                  </a:lnTo>
                  <a:lnTo>
                    <a:pt x="2357367" y="2289271"/>
                  </a:lnTo>
                  <a:lnTo>
                    <a:pt x="2356861" y="2288331"/>
                  </a:lnTo>
                  <a:lnTo>
                    <a:pt x="2356385" y="2287361"/>
                  </a:lnTo>
                  <a:lnTo>
                    <a:pt x="2355938" y="2286359"/>
                  </a:lnTo>
                  <a:lnTo>
                    <a:pt x="2355522" y="2285327"/>
                  </a:lnTo>
                  <a:lnTo>
                    <a:pt x="2355135" y="2284263"/>
                  </a:lnTo>
                  <a:lnTo>
                    <a:pt x="2354793" y="2283160"/>
                  </a:lnTo>
                  <a:lnTo>
                    <a:pt x="2354487" y="2282033"/>
                  </a:lnTo>
                  <a:lnTo>
                    <a:pt x="2354218" y="2280883"/>
                  </a:lnTo>
                  <a:lnTo>
                    <a:pt x="2353984" y="2279709"/>
                  </a:lnTo>
                  <a:lnTo>
                    <a:pt x="2353786" y="2278512"/>
                  </a:lnTo>
                  <a:lnTo>
                    <a:pt x="2353624" y="2277291"/>
                  </a:lnTo>
                  <a:lnTo>
                    <a:pt x="2353498" y="2276046"/>
                  </a:lnTo>
                  <a:lnTo>
                    <a:pt x="2353408" y="2274778"/>
                  </a:lnTo>
                  <a:lnTo>
                    <a:pt x="2353354" y="2273486"/>
                  </a:lnTo>
                  <a:lnTo>
                    <a:pt x="2353336" y="2272171"/>
                  </a:lnTo>
                  <a:lnTo>
                    <a:pt x="2353356" y="2270832"/>
                  </a:lnTo>
                  <a:lnTo>
                    <a:pt x="2353413" y="2269519"/>
                  </a:lnTo>
                  <a:lnTo>
                    <a:pt x="2353509" y="2268233"/>
                  </a:lnTo>
                  <a:lnTo>
                    <a:pt x="2353644" y="2266972"/>
                  </a:lnTo>
                  <a:lnTo>
                    <a:pt x="2353817" y="2265737"/>
                  </a:lnTo>
                  <a:lnTo>
                    <a:pt x="2354028" y="2264529"/>
                  </a:lnTo>
                  <a:lnTo>
                    <a:pt x="2354278" y="2263346"/>
                  </a:lnTo>
                  <a:lnTo>
                    <a:pt x="2354567" y="2262189"/>
                  </a:lnTo>
                  <a:lnTo>
                    <a:pt x="2354894" y="2261059"/>
                  </a:lnTo>
                  <a:lnTo>
                    <a:pt x="2355259" y="2259955"/>
                  </a:lnTo>
                  <a:lnTo>
                    <a:pt x="2355673" y="2258880"/>
                  </a:lnTo>
                  <a:lnTo>
                    <a:pt x="2356122" y="2257839"/>
                  </a:lnTo>
                  <a:lnTo>
                    <a:pt x="2356606" y="2256831"/>
                  </a:lnTo>
                  <a:lnTo>
                    <a:pt x="2357124" y="2255857"/>
                  </a:lnTo>
                  <a:lnTo>
                    <a:pt x="2357677" y="2254916"/>
                  </a:lnTo>
                  <a:lnTo>
                    <a:pt x="2358265" y="2254009"/>
                  </a:lnTo>
                  <a:lnTo>
                    <a:pt x="2358888" y="2253135"/>
                  </a:lnTo>
                  <a:lnTo>
                    <a:pt x="2359545" y="2252295"/>
                  </a:lnTo>
                  <a:lnTo>
                    <a:pt x="2360237" y="2251488"/>
                  </a:lnTo>
                  <a:lnTo>
                    <a:pt x="2360964" y="2250715"/>
                  </a:lnTo>
                  <a:lnTo>
                    <a:pt x="2361725" y="2249964"/>
                  </a:lnTo>
                  <a:lnTo>
                    <a:pt x="2362519" y="2249249"/>
                  </a:lnTo>
                  <a:lnTo>
                    <a:pt x="2363347" y="2248570"/>
                  </a:lnTo>
                  <a:lnTo>
                    <a:pt x="2364208" y="2247927"/>
                  </a:lnTo>
                  <a:lnTo>
                    <a:pt x="2365103" y="2247320"/>
                  </a:lnTo>
                  <a:lnTo>
                    <a:pt x="2366031" y="2246749"/>
                  </a:lnTo>
                  <a:lnTo>
                    <a:pt x="2366993" y="2246213"/>
                  </a:lnTo>
                  <a:lnTo>
                    <a:pt x="2367989" y="2245714"/>
                  </a:lnTo>
                  <a:lnTo>
                    <a:pt x="2369017" y="2245251"/>
                  </a:lnTo>
                  <a:lnTo>
                    <a:pt x="2370080" y="2244824"/>
                  </a:lnTo>
                  <a:lnTo>
                    <a:pt x="2371185" y="2244435"/>
                  </a:lnTo>
                  <a:lnTo>
                    <a:pt x="2372319" y="2244087"/>
                  </a:lnTo>
                  <a:lnTo>
                    <a:pt x="2373482" y="2243780"/>
                  </a:lnTo>
                  <a:lnTo>
                    <a:pt x="2374673" y="2243514"/>
                  </a:lnTo>
                  <a:lnTo>
                    <a:pt x="2375893" y="2243289"/>
                  </a:lnTo>
                  <a:lnTo>
                    <a:pt x="2377141" y="2243105"/>
                  </a:lnTo>
                  <a:lnTo>
                    <a:pt x="2378418" y="2242962"/>
                  </a:lnTo>
                  <a:lnTo>
                    <a:pt x="2379724" y="2242859"/>
                  </a:lnTo>
                  <a:lnTo>
                    <a:pt x="2381058" y="2242798"/>
                  </a:lnTo>
                  <a:lnTo>
                    <a:pt x="2382420" y="2242777"/>
                  </a:lnTo>
                  <a:lnTo>
                    <a:pt x="2385264" y="2242885"/>
                  </a:lnTo>
                  <a:lnTo>
                    <a:pt x="2387966" y="2243209"/>
                  </a:lnTo>
                  <a:lnTo>
                    <a:pt x="2390527" y="2243748"/>
                  </a:lnTo>
                  <a:lnTo>
                    <a:pt x="2392947" y="2244504"/>
                  </a:lnTo>
                  <a:lnTo>
                    <a:pt x="2395225" y="2245475"/>
                  </a:lnTo>
                  <a:lnTo>
                    <a:pt x="2397362" y="2246662"/>
                  </a:lnTo>
                  <a:lnTo>
                    <a:pt x="2399358" y="2248064"/>
                  </a:lnTo>
                  <a:lnTo>
                    <a:pt x="2401212" y="2249683"/>
                  </a:lnTo>
                  <a:lnTo>
                    <a:pt x="2402925" y="2251517"/>
                  </a:lnTo>
                  <a:lnTo>
                    <a:pt x="2404496" y="2253567"/>
                  </a:lnTo>
                  <a:lnTo>
                    <a:pt x="2405922" y="2255834"/>
                  </a:lnTo>
                  <a:lnTo>
                    <a:pt x="2407197" y="2258317"/>
                  </a:lnTo>
                  <a:lnTo>
                    <a:pt x="2408323" y="2261018"/>
                  </a:lnTo>
                  <a:lnTo>
                    <a:pt x="2409298" y="2263936"/>
                  </a:lnTo>
                  <a:lnTo>
                    <a:pt x="2410124" y="2267070"/>
                  </a:lnTo>
                  <a:lnTo>
                    <a:pt x="2410799" y="2270422"/>
                  </a:lnTo>
                  <a:lnTo>
                    <a:pt x="2411324" y="2273991"/>
                  </a:lnTo>
                  <a:lnTo>
                    <a:pt x="2411699" y="2277777"/>
                  </a:lnTo>
                  <a:lnTo>
                    <a:pt x="2411924" y="2281780"/>
                  </a:lnTo>
                  <a:close/>
                  <a:moveTo>
                    <a:pt x="2399845" y="2275209"/>
                  </a:moveTo>
                  <a:lnTo>
                    <a:pt x="2399833" y="2274248"/>
                  </a:lnTo>
                  <a:lnTo>
                    <a:pt x="2399798" y="2273297"/>
                  </a:lnTo>
                  <a:lnTo>
                    <a:pt x="2399739" y="2272358"/>
                  </a:lnTo>
                  <a:lnTo>
                    <a:pt x="2399657" y="2271429"/>
                  </a:lnTo>
                  <a:lnTo>
                    <a:pt x="2399551" y="2270512"/>
                  </a:lnTo>
                  <a:lnTo>
                    <a:pt x="2399421" y="2269606"/>
                  </a:lnTo>
                  <a:lnTo>
                    <a:pt x="2399268" y="2268711"/>
                  </a:lnTo>
                  <a:lnTo>
                    <a:pt x="2399091" y="2267828"/>
                  </a:lnTo>
                  <a:lnTo>
                    <a:pt x="2398891" y="2266955"/>
                  </a:lnTo>
                  <a:lnTo>
                    <a:pt x="2398667" y="2266094"/>
                  </a:lnTo>
                  <a:lnTo>
                    <a:pt x="2398432" y="2265249"/>
                  </a:lnTo>
                  <a:lnTo>
                    <a:pt x="2398173" y="2264427"/>
                  </a:lnTo>
                  <a:lnTo>
                    <a:pt x="2397891" y="2263627"/>
                  </a:lnTo>
                  <a:lnTo>
                    <a:pt x="2397585" y="2262849"/>
                  </a:lnTo>
                  <a:lnTo>
                    <a:pt x="2397256" y="2262094"/>
                  </a:lnTo>
                  <a:lnTo>
                    <a:pt x="2396903" y="2261361"/>
                  </a:lnTo>
                  <a:lnTo>
                    <a:pt x="2396527" y="2260650"/>
                  </a:lnTo>
                  <a:lnTo>
                    <a:pt x="2396127" y="2259962"/>
                  </a:lnTo>
                  <a:lnTo>
                    <a:pt x="2395703" y="2259296"/>
                  </a:lnTo>
                  <a:lnTo>
                    <a:pt x="2395256" y="2258652"/>
                  </a:lnTo>
                  <a:lnTo>
                    <a:pt x="2394799" y="2258033"/>
                  </a:lnTo>
                  <a:lnTo>
                    <a:pt x="2394319" y="2257442"/>
                  </a:lnTo>
                  <a:lnTo>
                    <a:pt x="2393816" y="2256878"/>
                  </a:lnTo>
                  <a:lnTo>
                    <a:pt x="2393292" y="2256341"/>
                  </a:lnTo>
                  <a:lnTo>
                    <a:pt x="2392745" y="2255831"/>
                  </a:lnTo>
                  <a:lnTo>
                    <a:pt x="2392176" y="2255348"/>
                  </a:lnTo>
                  <a:lnTo>
                    <a:pt x="2391584" y="2254893"/>
                  </a:lnTo>
                  <a:lnTo>
                    <a:pt x="2390970" y="2254465"/>
                  </a:lnTo>
                  <a:lnTo>
                    <a:pt x="2390334" y="2254065"/>
                  </a:lnTo>
                  <a:lnTo>
                    <a:pt x="2389675" y="2253691"/>
                  </a:lnTo>
                  <a:lnTo>
                    <a:pt x="2389007" y="2253338"/>
                  </a:lnTo>
                  <a:lnTo>
                    <a:pt x="2388318" y="2253022"/>
                  </a:lnTo>
                  <a:lnTo>
                    <a:pt x="2387608" y="2252743"/>
                  </a:lnTo>
                  <a:lnTo>
                    <a:pt x="2386877" y="2252501"/>
                  </a:lnTo>
                  <a:lnTo>
                    <a:pt x="2386125" y="2252296"/>
                  </a:lnTo>
                  <a:lnTo>
                    <a:pt x="2385352" y="2252129"/>
                  </a:lnTo>
                  <a:lnTo>
                    <a:pt x="2384557" y="2251998"/>
                  </a:lnTo>
                  <a:lnTo>
                    <a:pt x="2383742" y="2251905"/>
                  </a:lnTo>
                  <a:lnTo>
                    <a:pt x="2382905" y="2251850"/>
                  </a:lnTo>
                  <a:lnTo>
                    <a:pt x="2382048" y="2251831"/>
                  </a:lnTo>
                  <a:lnTo>
                    <a:pt x="2381250" y="2251845"/>
                  </a:lnTo>
                  <a:lnTo>
                    <a:pt x="2380468" y="2251888"/>
                  </a:lnTo>
                  <a:lnTo>
                    <a:pt x="2379702" y="2251959"/>
                  </a:lnTo>
                  <a:lnTo>
                    <a:pt x="2378952" y="2252059"/>
                  </a:lnTo>
                  <a:lnTo>
                    <a:pt x="2378219" y="2252188"/>
                  </a:lnTo>
                  <a:lnTo>
                    <a:pt x="2377501" y="2252345"/>
                  </a:lnTo>
                  <a:lnTo>
                    <a:pt x="2376800" y="2252530"/>
                  </a:lnTo>
                  <a:lnTo>
                    <a:pt x="2376115" y="2252744"/>
                  </a:lnTo>
                  <a:lnTo>
                    <a:pt x="2375445" y="2252986"/>
                  </a:lnTo>
                  <a:lnTo>
                    <a:pt x="2374792" y="2253257"/>
                  </a:lnTo>
                  <a:lnTo>
                    <a:pt x="2374157" y="2253555"/>
                  </a:lnTo>
                  <a:lnTo>
                    <a:pt x="2373542" y="2253877"/>
                  </a:lnTo>
                  <a:lnTo>
                    <a:pt x="2372947" y="2254225"/>
                  </a:lnTo>
                  <a:lnTo>
                    <a:pt x="2372372" y="2254597"/>
                  </a:lnTo>
                  <a:lnTo>
                    <a:pt x="2371816" y="2254994"/>
                  </a:lnTo>
                  <a:lnTo>
                    <a:pt x="2371280" y="2255415"/>
                  </a:lnTo>
                  <a:lnTo>
                    <a:pt x="2370764" y="2255862"/>
                  </a:lnTo>
                  <a:lnTo>
                    <a:pt x="2370268" y="2256333"/>
                  </a:lnTo>
                  <a:lnTo>
                    <a:pt x="2369792" y="2256829"/>
                  </a:lnTo>
                  <a:lnTo>
                    <a:pt x="2369335" y="2257350"/>
                  </a:lnTo>
                  <a:lnTo>
                    <a:pt x="2368899" y="2257883"/>
                  </a:lnTo>
                  <a:lnTo>
                    <a:pt x="2368482" y="2258439"/>
                  </a:lnTo>
                  <a:lnTo>
                    <a:pt x="2368085" y="2259019"/>
                  </a:lnTo>
                  <a:lnTo>
                    <a:pt x="2367708" y="2259622"/>
                  </a:lnTo>
                  <a:lnTo>
                    <a:pt x="2367351" y="2260249"/>
                  </a:lnTo>
                  <a:lnTo>
                    <a:pt x="2367014" y="2260900"/>
                  </a:lnTo>
                  <a:lnTo>
                    <a:pt x="2366696" y="2261574"/>
                  </a:lnTo>
                  <a:lnTo>
                    <a:pt x="2366399" y="2262271"/>
                  </a:lnTo>
                  <a:lnTo>
                    <a:pt x="2366121" y="2262993"/>
                  </a:lnTo>
                  <a:lnTo>
                    <a:pt x="2365863" y="2263737"/>
                  </a:lnTo>
                  <a:lnTo>
                    <a:pt x="2365639" y="2264503"/>
                  </a:lnTo>
                  <a:lnTo>
                    <a:pt x="2365439" y="2265285"/>
                  </a:lnTo>
                  <a:lnTo>
                    <a:pt x="2365262" y="2266085"/>
                  </a:lnTo>
                  <a:lnTo>
                    <a:pt x="2365109" y="2266902"/>
                  </a:lnTo>
                  <a:lnTo>
                    <a:pt x="2364979" y="2267737"/>
                  </a:lnTo>
                  <a:lnTo>
                    <a:pt x="2364873" y="2268589"/>
                  </a:lnTo>
                  <a:lnTo>
                    <a:pt x="2364791" y="2269458"/>
                  </a:lnTo>
                  <a:lnTo>
                    <a:pt x="2364732" y="2270345"/>
                  </a:lnTo>
                  <a:lnTo>
                    <a:pt x="2364696" y="2271249"/>
                  </a:lnTo>
                  <a:lnTo>
                    <a:pt x="2364685" y="2272171"/>
                  </a:lnTo>
                  <a:lnTo>
                    <a:pt x="2364695" y="2273045"/>
                  </a:lnTo>
                  <a:lnTo>
                    <a:pt x="2364727" y="2273907"/>
                  </a:lnTo>
                  <a:lnTo>
                    <a:pt x="2364779" y="2274757"/>
                  </a:lnTo>
                  <a:lnTo>
                    <a:pt x="2364853" y="2275594"/>
                  </a:lnTo>
                  <a:lnTo>
                    <a:pt x="2364948" y="2276419"/>
                  </a:lnTo>
                  <a:lnTo>
                    <a:pt x="2365064" y="2277231"/>
                  </a:lnTo>
                  <a:lnTo>
                    <a:pt x="2365201" y="2278031"/>
                  </a:lnTo>
                  <a:lnTo>
                    <a:pt x="2365359" y="2278819"/>
                  </a:lnTo>
                  <a:lnTo>
                    <a:pt x="2365538" y="2279594"/>
                  </a:lnTo>
                  <a:lnTo>
                    <a:pt x="2365739" y="2280356"/>
                  </a:lnTo>
                  <a:lnTo>
                    <a:pt x="2365973" y="2281103"/>
                  </a:lnTo>
                  <a:lnTo>
                    <a:pt x="2366227" y="2281830"/>
                  </a:lnTo>
                  <a:lnTo>
                    <a:pt x="2366503" y="2282537"/>
                  </a:lnTo>
                  <a:lnTo>
                    <a:pt x="2366800" y="2283224"/>
                  </a:lnTo>
                  <a:lnTo>
                    <a:pt x="2367119" y="2283891"/>
                  </a:lnTo>
                  <a:lnTo>
                    <a:pt x="2367458" y="2284539"/>
                  </a:lnTo>
                  <a:lnTo>
                    <a:pt x="2367818" y="2285166"/>
                  </a:lnTo>
                  <a:lnTo>
                    <a:pt x="2368199" y="2285774"/>
                  </a:lnTo>
                  <a:lnTo>
                    <a:pt x="2368602" y="2286362"/>
                  </a:lnTo>
                  <a:lnTo>
                    <a:pt x="2369025" y="2286930"/>
                  </a:lnTo>
                  <a:lnTo>
                    <a:pt x="2369470" y="2287464"/>
                  </a:lnTo>
                  <a:lnTo>
                    <a:pt x="2369936" y="2287976"/>
                  </a:lnTo>
                  <a:lnTo>
                    <a:pt x="2370423" y="2288466"/>
                  </a:lnTo>
                  <a:lnTo>
                    <a:pt x="2370930" y="2288934"/>
                  </a:lnTo>
                  <a:lnTo>
                    <a:pt x="2371459" y="2289379"/>
                  </a:lnTo>
                  <a:lnTo>
                    <a:pt x="2372009" y="2289802"/>
                  </a:lnTo>
                  <a:lnTo>
                    <a:pt x="2372581" y="2290203"/>
                  </a:lnTo>
                  <a:lnTo>
                    <a:pt x="2373173" y="2290581"/>
                  </a:lnTo>
                  <a:lnTo>
                    <a:pt x="2373786" y="2290937"/>
                  </a:lnTo>
                  <a:lnTo>
                    <a:pt x="2374420" y="2291270"/>
                  </a:lnTo>
                  <a:lnTo>
                    <a:pt x="2375076" y="2291565"/>
                  </a:lnTo>
                  <a:lnTo>
                    <a:pt x="2375752" y="2291829"/>
                  </a:lnTo>
                  <a:lnTo>
                    <a:pt x="2376450" y="2292061"/>
                  </a:lnTo>
                  <a:lnTo>
                    <a:pt x="2377169" y="2292263"/>
                  </a:lnTo>
                  <a:lnTo>
                    <a:pt x="2377909" y="2292433"/>
                  </a:lnTo>
                  <a:lnTo>
                    <a:pt x="2378669" y="2292573"/>
                  </a:lnTo>
                  <a:lnTo>
                    <a:pt x="2379451" y="2292681"/>
                  </a:lnTo>
                  <a:lnTo>
                    <a:pt x="2380254" y="2292759"/>
                  </a:lnTo>
                  <a:lnTo>
                    <a:pt x="2381079" y="2292805"/>
                  </a:lnTo>
                  <a:lnTo>
                    <a:pt x="2381924" y="2292821"/>
                  </a:lnTo>
                  <a:lnTo>
                    <a:pt x="2382545" y="2292810"/>
                  </a:lnTo>
                  <a:lnTo>
                    <a:pt x="2383167" y="2292779"/>
                  </a:lnTo>
                  <a:lnTo>
                    <a:pt x="2383790" y="2292726"/>
                  </a:lnTo>
                  <a:lnTo>
                    <a:pt x="2384414" y="2292652"/>
                  </a:lnTo>
                  <a:lnTo>
                    <a:pt x="2385040" y="2292557"/>
                  </a:lnTo>
                  <a:lnTo>
                    <a:pt x="2385667" y="2292441"/>
                  </a:lnTo>
                  <a:lnTo>
                    <a:pt x="2386295" y="2292304"/>
                  </a:lnTo>
                  <a:lnTo>
                    <a:pt x="2386924" y="2292146"/>
                  </a:lnTo>
                  <a:lnTo>
                    <a:pt x="2387555" y="2291967"/>
                  </a:lnTo>
                  <a:lnTo>
                    <a:pt x="2388187" y="2291767"/>
                  </a:lnTo>
                  <a:lnTo>
                    <a:pt x="2388825" y="2291545"/>
                  </a:lnTo>
                  <a:lnTo>
                    <a:pt x="2389450" y="2291300"/>
                  </a:lnTo>
                  <a:lnTo>
                    <a:pt x="2390060" y="2291034"/>
                  </a:lnTo>
                  <a:lnTo>
                    <a:pt x="2390658" y="2290745"/>
                  </a:lnTo>
                  <a:lnTo>
                    <a:pt x="2391241" y="2290433"/>
                  </a:lnTo>
                  <a:lnTo>
                    <a:pt x="2391811" y="2290100"/>
                  </a:lnTo>
                  <a:lnTo>
                    <a:pt x="2392367" y="2289744"/>
                  </a:lnTo>
                  <a:lnTo>
                    <a:pt x="2392910" y="2289365"/>
                  </a:lnTo>
                  <a:lnTo>
                    <a:pt x="2393439" y="2288965"/>
                  </a:lnTo>
                  <a:lnTo>
                    <a:pt x="2393954" y="2288542"/>
                  </a:lnTo>
                  <a:lnTo>
                    <a:pt x="2394465" y="2288097"/>
                  </a:lnTo>
                  <a:lnTo>
                    <a:pt x="2394956" y="2287629"/>
                  </a:lnTo>
                  <a:lnTo>
                    <a:pt x="2395427" y="2287139"/>
                  </a:lnTo>
                  <a:lnTo>
                    <a:pt x="2395879" y="2286627"/>
                  </a:lnTo>
                  <a:lnTo>
                    <a:pt x="2396311" y="2286093"/>
                  </a:lnTo>
                  <a:lnTo>
                    <a:pt x="2396722" y="2285536"/>
                  </a:lnTo>
                  <a:lnTo>
                    <a:pt x="2397114" y="2284956"/>
                  </a:lnTo>
                  <a:lnTo>
                    <a:pt x="2397486" y="2284355"/>
                  </a:lnTo>
                  <a:lnTo>
                    <a:pt x="2397839" y="2283731"/>
                  </a:lnTo>
                  <a:lnTo>
                    <a:pt x="2398171" y="2283085"/>
                  </a:lnTo>
                  <a:lnTo>
                    <a:pt x="2398489" y="2282403"/>
                  </a:lnTo>
                  <a:lnTo>
                    <a:pt x="2398774" y="2281698"/>
                  </a:lnTo>
                  <a:lnTo>
                    <a:pt x="2399025" y="2280970"/>
                  </a:lnTo>
                  <a:lnTo>
                    <a:pt x="2399242" y="2280218"/>
                  </a:lnTo>
                  <a:lnTo>
                    <a:pt x="2399427" y="2279442"/>
                  </a:lnTo>
                  <a:lnTo>
                    <a:pt x="2399577" y="2278642"/>
                  </a:lnTo>
                  <a:lnTo>
                    <a:pt x="2399695" y="2277820"/>
                  </a:lnTo>
                  <a:lnTo>
                    <a:pt x="2399778" y="2276973"/>
                  </a:lnTo>
                  <a:lnTo>
                    <a:pt x="2399828" y="2276103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" name="ph32"/>
            <p:cNvSpPr/>
            <p:nvPr/>
          </p:nvSpPr>
          <p:spPr>
            <a:xfrm>
              <a:off x="1569279" y="2218678"/>
              <a:ext cx="2469856" cy="2286000"/>
            </a:xfrm>
            <a:custGeom>
              <a:avLst/>
              <a:gdLst/>
              <a:ahLst/>
              <a:cxnLst/>
              <a:rect l="0" t="0" r="0" b="0"/>
              <a:pathLst>
                <a:path w="2469856" h="2286000">
                  <a:moveTo>
                    <a:pt x="2412000" y="2286000"/>
                  </a:moveTo>
                  <a:lnTo>
                    <a:pt x="2412000" y="2278124"/>
                  </a:lnTo>
                  <a:lnTo>
                    <a:pt x="2412646" y="2276690"/>
                  </a:lnTo>
                  <a:lnTo>
                    <a:pt x="2413319" y="2275291"/>
                  </a:lnTo>
                  <a:lnTo>
                    <a:pt x="2414020" y="2273927"/>
                  </a:lnTo>
                  <a:lnTo>
                    <a:pt x="2414748" y="2272598"/>
                  </a:lnTo>
                  <a:lnTo>
                    <a:pt x="2415503" y="2271303"/>
                  </a:lnTo>
                  <a:lnTo>
                    <a:pt x="2416286" y="2270043"/>
                  </a:lnTo>
                  <a:lnTo>
                    <a:pt x="2417096" y="2268817"/>
                  </a:lnTo>
                  <a:lnTo>
                    <a:pt x="2417933" y="2267627"/>
                  </a:lnTo>
                  <a:lnTo>
                    <a:pt x="2418797" y="2266471"/>
                  </a:lnTo>
                  <a:lnTo>
                    <a:pt x="2419689" y="2265350"/>
                  </a:lnTo>
                  <a:lnTo>
                    <a:pt x="2420611" y="2264245"/>
                  </a:lnTo>
                  <a:lnTo>
                    <a:pt x="2421542" y="2263162"/>
                  </a:lnTo>
                  <a:lnTo>
                    <a:pt x="2422481" y="2262101"/>
                  </a:lnTo>
                  <a:lnTo>
                    <a:pt x="2423430" y="2261063"/>
                  </a:lnTo>
                  <a:lnTo>
                    <a:pt x="2424386" y="2260048"/>
                  </a:lnTo>
                  <a:lnTo>
                    <a:pt x="2425352" y="2259054"/>
                  </a:lnTo>
                  <a:lnTo>
                    <a:pt x="2426326" y="2258083"/>
                  </a:lnTo>
                  <a:lnTo>
                    <a:pt x="2427309" y="2257134"/>
                  </a:lnTo>
                  <a:lnTo>
                    <a:pt x="2428301" y="2256208"/>
                  </a:lnTo>
                  <a:lnTo>
                    <a:pt x="2429301" y="2255304"/>
                  </a:lnTo>
                  <a:lnTo>
                    <a:pt x="2430304" y="2254405"/>
                  </a:lnTo>
                  <a:lnTo>
                    <a:pt x="2431305" y="2253520"/>
                  </a:lnTo>
                  <a:lnTo>
                    <a:pt x="2432303" y="2252649"/>
                  </a:lnTo>
                  <a:lnTo>
                    <a:pt x="2433299" y="2251791"/>
                  </a:lnTo>
                  <a:lnTo>
                    <a:pt x="2434293" y="2250947"/>
                  </a:lnTo>
                  <a:lnTo>
                    <a:pt x="2435284" y="2250117"/>
                  </a:lnTo>
                  <a:lnTo>
                    <a:pt x="2436272" y="2249300"/>
                  </a:lnTo>
                  <a:lnTo>
                    <a:pt x="2437258" y="2248497"/>
                  </a:lnTo>
                  <a:lnTo>
                    <a:pt x="2438242" y="2247708"/>
                  </a:lnTo>
                  <a:lnTo>
                    <a:pt x="2439223" y="2246932"/>
                  </a:lnTo>
                  <a:lnTo>
                    <a:pt x="2440205" y="2246163"/>
                  </a:lnTo>
                  <a:lnTo>
                    <a:pt x="2441167" y="2245394"/>
                  </a:lnTo>
                  <a:lnTo>
                    <a:pt x="2442110" y="2244625"/>
                  </a:lnTo>
                  <a:lnTo>
                    <a:pt x="2443033" y="2243856"/>
                  </a:lnTo>
                  <a:lnTo>
                    <a:pt x="2443936" y="2243087"/>
                  </a:lnTo>
                  <a:lnTo>
                    <a:pt x="2444819" y="2242318"/>
                  </a:lnTo>
                  <a:lnTo>
                    <a:pt x="2445682" y="2241550"/>
                  </a:lnTo>
                  <a:lnTo>
                    <a:pt x="2446525" y="2240781"/>
                  </a:lnTo>
                  <a:lnTo>
                    <a:pt x="2447349" y="2240012"/>
                  </a:lnTo>
                  <a:lnTo>
                    <a:pt x="2448152" y="2239243"/>
                  </a:lnTo>
                  <a:lnTo>
                    <a:pt x="2448931" y="2238470"/>
                  </a:lnTo>
                  <a:lnTo>
                    <a:pt x="2449678" y="2237690"/>
                  </a:lnTo>
                  <a:lnTo>
                    <a:pt x="2450394" y="2236902"/>
                  </a:lnTo>
                  <a:lnTo>
                    <a:pt x="2451079" y="2236107"/>
                  </a:lnTo>
                  <a:lnTo>
                    <a:pt x="2451734" y="2235305"/>
                  </a:lnTo>
                  <a:lnTo>
                    <a:pt x="2452357" y="2234495"/>
                  </a:lnTo>
                  <a:lnTo>
                    <a:pt x="2452949" y="2233678"/>
                  </a:lnTo>
                  <a:lnTo>
                    <a:pt x="2453510" y="2232853"/>
                  </a:lnTo>
                  <a:lnTo>
                    <a:pt x="2454040" y="2232021"/>
                  </a:lnTo>
                  <a:lnTo>
                    <a:pt x="2454540" y="2231181"/>
                  </a:lnTo>
                  <a:lnTo>
                    <a:pt x="2455011" y="2230327"/>
                  </a:lnTo>
                  <a:lnTo>
                    <a:pt x="2455433" y="2229450"/>
                  </a:lnTo>
                  <a:lnTo>
                    <a:pt x="2455805" y="2228551"/>
                  </a:lnTo>
                  <a:lnTo>
                    <a:pt x="2456127" y="2227629"/>
                  </a:lnTo>
                  <a:lnTo>
                    <a:pt x="2456400" y="2226685"/>
                  </a:lnTo>
                  <a:lnTo>
                    <a:pt x="2456623" y="2225719"/>
                  </a:lnTo>
                  <a:lnTo>
                    <a:pt x="2456797" y="2224731"/>
                  </a:lnTo>
                  <a:lnTo>
                    <a:pt x="2456921" y="2223720"/>
                  </a:lnTo>
                  <a:lnTo>
                    <a:pt x="2456995" y="2222687"/>
                  </a:lnTo>
                  <a:lnTo>
                    <a:pt x="2457020" y="2221631"/>
                  </a:lnTo>
                  <a:lnTo>
                    <a:pt x="2457009" y="2220896"/>
                  </a:lnTo>
                  <a:lnTo>
                    <a:pt x="2456975" y="2220180"/>
                  </a:lnTo>
                  <a:lnTo>
                    <a:pt x="2456920" y="2219483"/>
                  </a:lnTo>
                  <a:lnTo>
                    <a:pt x="2456841" y="2218804"/>
                  </a:lnTo>
                  <a:lnTo>
                    <a:pt x="2456741" y="2218143"/>
                  </a:lnTo>
                  <a:lnTo>
                    <a:pt x="2456618" y="2217501"/>
                  </a:lnTo>
                  <a:lnTo>
                    <a:pt x="2456473" y="2216878"/>
                  </a:lnTo>
                  <a:lnTo>
                    <a:pt x="2456306" y="2216274"/>
                  </a:lnTo>
                  <a:lnTo>
                    <a:pt x="2456116" y="2215688"/>
                  </a:lnTo>
                  <a:lnTo>
                    <a:pt x="2455904" y="2215120"/>
                  </a:lnTo>
                  <a:lnTo>
                    <a:pt x="2455671" y="2214559"/>
                  </a:lnTo>
                  <a:lnTo>
                    <a:pt x="2455418" y="2214016"/>
                  </a:lnTo>
                  <a:lnTo>
                    <a:pt x="2455145" y="2213492"/>
                  </a:lnTo>
                  <a:lnTo>
                    <a:pt x="2454852" y="2212987"/>
                  </a:lnTo>
                  <a:lnTo>
                    <a:pt x="2454540" y="2212500"/>
                  </a:lnTo>
                  <a:lnTo>
                    <a:pt x="2454207" y="2212032"/>
                  </a:lnTo>
                  <a:lnTo>
                    <a:pt x="2453855" y="2211582"/>
                  </a:lnTo>
                  <a:lnTo>
                    <a:pt x="2453483" y="2211151"/>
                  </a:lnTo>
                  <a:lnTo>
                    <a:pt x="2453091" y="2210739"/>
                  </a:lnTo>
                  <a:lnTo>
                    <a:pt x="2452679" y="2210345"/>
                  </a:lnTo>
                  <a:lnTo>
                    <a:pt x="2452249" y="2209971"/>
                  </a:lnTo>
                  <a:lnTo>
                    <a:pt x="2451801" y="2209616"/>
                  </a:lnTo>
                  <a:lnTo>
                    <a:pt x="2451336" y="2209281"/>
                  </a:lnTo>
                  <a:lnTo>
                    <a:pt x="2450854" y="2208966"/>
                  </a:lnTo>
                  <a:lnTo>
                    <a:pt x="2450354" y="2208671"/>
                  </a:lnTo>
                  <a:lnTo>
                    <a:pt x="2449837" y="2208396"/>
                  </a:lnTo>
                  <a:lnTo>
                    <a:pt x="2449302" y="2208140"/>
                  </a:lnTo>
                  <a:lnTo>
                    <a:pt x="2448750" y="2207904"/>
                  </a:lnTo>
                  <a:lnTo>
                    <a:pt x="2448181" y="2207689"/>
                  </a:lnTo>
                  <a:lnTo>
                    <a:pt x="2447594" y="2207493"/>
                  </a:lnTo>
                  <a:lnTo>
                    <a:pt x="2447004" y="2207304"/>
                  </a:lnTo>
                  <a:lnTo>
                    <a:pt x="2446401" y="2207135"/>
                  </a:lnTo>
                  <a:lnTo>
                    <a:pt x="2445784" y="2206987"/>
                  </a:lnTo>
                  <a:lnTo>
                    <a:pt x="2445153" y="2206858"/>
                  </a:lnTo>
                  <a:lnTo>
                    <a:pt x="2444509" y="2206749"/>
                  </a:lnTo>
                  <a:lnTo>
                    <a:pt x="2443851" y="2206659"/>
                  </a:lnTo>
                  <a:lnTo>
                    <a:pt x="2443180" y="2206590"/>
                  </a:lnTo>
                  <a:lnTo>
                    <a:pt x="2442494" y="2206540"/>
                  </a:lnTo>
                  <a:lnTo>
                    <a:pt x="2441796" y="2206510"/>
                  </a:lnTo>
                  <a:lnTo>
                    <a:pt x="2441083" y="2206500"/>
                  </a:lnTo>
                  <a:lnTo>
                    <a:pt x="2440417" y="2206510"/>
                  </a:lnTo>
                  <a:lnTo>
                    <a:pt x="2439758" y="2206538"/>
                  </a:lnTo>
                  <a:lnTo>
                    <a:pt x="2439107" y="2206584"/>
                  </a:lnTo>
                  <a:lnTo>
                    <a:pt x="2438464" y="2206649"/>
                  </a:lnTo>
                  <a:lnTo>
                    <a:pt x="2437827" y="2206733"/>
                  </a:lnTo>
                  <a:lnTo>
                    <a:pt x="2437199" y="2206835"/>
                  </a:lnTo>
                  <a:lnTo>
                    <a:pt x="2436577" y="2206956"/>
                  </a:lnTo>
                  <a:lnTo>
                    <a:pt x="2435963" y="2207096"/>
                  </a:lnTo>
                  <a:lnTo>
                    <a:pt x="2435357" y="2207254"/>
                  </a:lnTo>
                  <a:lnTo>
                    <a:pt x="2434758" y="2207431"/>
                  </a:lnTo>
                  <a:lnTo>
                    <a:pt x="2434181" y="2207626"/>
                  </a:lnTo>
                  <a:lnTo>
                    <a:pt x="2433617" y="2207840"/>
                  </a:lnTo>
                  <a:lnTo>
                    <a:pt x="2433065" y="2208072"/>
                  </a:lnTo>
                  <a:lnTo>
                    <a:pt x="2432525" y="2208324"/>
                  </a:lnTo>
                  <a:lnTo>
                    <a:pt x="2431998" y="2208593"/>
                  </a:lnTo>
                  <a:lnTo>
                    <a:pt x="2431484" y="2208882"/>
                  </a:lnTo>
                  <a:lnTo>
                    <a:pt x="2430981" y="2209189"/>
                  </a:lnTo>
                  <a:lnTo>
                    <a:pt x="2430491" y="2209514"/>
                  </a:lnTo>
                  <a:lnTo>
                    <a:pt x="2430014" y="2209858"/>
                  </a:lnTo>
                  <a:lnTo>
                    <a:pt x="2429549" y="2210221"/>
                  </a:lnTo>
                  <a:lnTo>
                    <a:pt x="2429098" y="2210603"/>
                  </a:lnTo>
                  <a:lnTo>
                    <a:pt x="2428663" y="2211003"/>
                  </a:lnTo>
                  <a:lnTo>
                    <a:pt x="2428245" y="2211421"/>
                  </a:lnTo>
                  <a:lnTo>
                    <a:pt x="2427842" y="2211858"/>
                  </a:lnTo>
                  <a:lnTo>
                    <a:pt x="2427456" y="2212314"/>
                  </a:lnTo>
                  <a:lnTo>
                    <a:pt x="2427086" y="2212788"/>
                  </a:lnTo>
                  <a:lnTo>
                    <a:pt x="2426732" y="2213281"/>
                  </a:lnTo>
                  <a:lnTo>
                    <a:pt x="2426394" y="2213793"/>
                  </a:lnTo>
                  <a:lnTo>
                    <a:pt x="2426072" y="2214323"/>
                  </a:lnTo>
                  <a:lnTo>
                    <a:pt x="2425766" y="2214872"/>
                  </a:lnTo>
                  <a:lnTo>
                    <a:pt x="2425491" y="2215427"/>
                  </a:lnTo>
                  <a:lnTo>
                    <a:pt x="2425235" y="2216001"/>
                  </a:lnTo>
                  <a:lnTo>
                    <a:pt x="2425000" y="2216593"/>
                  </a:lnTo>
                  <a:lnTo>
                    <a:pt x="2424784" y="2217204"/>
                  </a:lnTo>
                  <a:lnTo>
                    <a:pt x="2424588" y="2217833"/>
                  </a:lnTo>
                  <a:lnTo>
                    <a:pt x="2424412" y="2218481"/>
                  </a:lnTo>
                  <a:lnTo>
                    <a:pt x="2424255" y="2219148"/>
                  </a:lnTo>
                  <a:lnTo>
                    <a:pt x="2424119" y="2219833"/>
                  </a:lnTo>
                  <a:lnTo>
                    <a:pt x="2424002" y="2220537"/>
                  </a:lnTo>
                  <a:lnTo>
                    <a:pt x="2423906" y="2221259"/>
                  </a:lnTo>
                  <a:lnTo>
                    <a:pt x="2412496" y="2220205"/>
                  </a:lnTo>
                  <a:lnTo>
                    <a:pt x="2412622" y="2219268"/>
                  </a:lnTo>
                  <a:lnTo>
                    <a:pt x="2412778" y="2218342"/>
                  </a:lnTo>
                  <a:lnTo>
                    <a:pt x="2412964" y="2217428"/>
                  </a:lnTo>
                  <a:lnTo>
                    <a:pt x="2413180" y="2216524"/>
                  </a:lnTo>
                  <a:lnTo>
                    <a:pt x="2413426" y="2215632"/>
                  </a:lnTo>
                  <a:lnTo>
                    <a:pt x="2413701" y="2214751"/>
                  </a:lnTo>
                  <a:lnTo>
                    <a:pt x="2414006" y="2213880"/>
                  </a:lnTo>
                  <a:lnTo>
                    <a:pt x="2414341" y="2213022"/>
                  </a:lnTo>
                  <a:lnTo>
                    <a:pt x="2414706" y="2212174"/>
                  </a:lnTo>
                  <a:lnTo>
                    <a:pt x="2415100" y="2211337"/>
                  </a:lnTo>
                  <a:lnTo>
                    <a:pt x="2415525" y="2210517"/>
                  </a:lnTo>
                  <a:lnTo>
                    <a:pt x="2415981" y="2209718"/>
                  </a:lnTo>
                  <a:lnTo>
                    <a:pt x="2416467" y="2208939"/>
                  </a:lnTo>
                  <a:lnTo>
                    <a:pt x="2416985" y="2208182"/>
                  </a:lnTo>
                  <a:lnTo>
                    <a:pt x="2417534" y="2207446"/>
                  </a:lnTo>
                  <a:lnTo>
                    <a:pt x="2418114" y="2206731"/>
                  </a:lnTo>
                  <a:lnTo>
                    <a:pt x="2418725" y="2206037"/>
                  </a:lnTo>
                  <a:lnTo>
                    <a:pt x="2419366" y="2205364"/>
                  </a:lnTo>
                  <a:lnTo>
                    <a:pt x="2420039" y="2204713"/>
                  </a:lnTo>
                  <a:lnTo>
                    <a:pt x="2420743" y="2204082"/>
                  </a:lnTo>
                  <a:lnTo>
                    <a:pt x="2421477" y="2203463"/>
                  </a:lnTo>
                  <a:lnTo>
                    <a:pt x="2422239" y="2202872"/>
                  </a:lnTo>
                  <a:lnTo>
                    <a:pt x="2423030" y="2202307"/>
                  </a:lnTo>
                  <a:lnTo>
                    <a:pt x="2423849" y="2201770"/>
                  </a:lnTo>
                  <a:lnTo>
                    <a:pt x="2424696" y="2201260"/>
                  </a:lnTo>
                  <a:lnTo>
                    <a:pt x="2425573" y="2200778"/>
                  </a:lnTo>
                  <a:lnTo>
                    <a:pt x="2426477" y="2200323"/>
                  </a:lnTo>
                  <a:lnTo>
                    <a:pt x="2427411" y="2199895"/>
                  </a:lnTo>
                  <a:lnTo>
                    <a:pt x="2428372" y="2199494"/>
                  </a:lnTo>
                  <a:lnTo>
                    <a:pt x="2429363" y="2199121"/>
                  </a:lnTo>
                  <a:lnTo>
                    <a:pt x="2430395" y="2198779"/>
                  </a:lnTo>
                  <a:lnTo>
                    <a:pt x="2431459" y="2198474"/>
                  </a:lnTo>
                  <a:lnTo>
                    <a:pt x="2432553" y="2198204"/>
                  </a:lnTo>
                  <a:lnTo>
                    <a:pt x="2433679" y="2197970"/>
                  </a:lnTo>
                  <a:lnTo>
                    <a:pt x="2434835" y="2197772"/>
                  </a:lnTo>
                  <a:lnTo>
                    <a:pt x="2436023" y="2197610"/>
                  </a:lnTo>
                  <a:lnTo>
                    <a:pt x="2437241" y="2197485"/>
                  </a:lnTo>
                  <a:lnTo>
                    <a:pt x="2438491" y="2197395"/>
                  </a:lnTo>
                  <a:lnTo>
                    <a:pt x="2439771" y="2197341"/>
                  </a:lnTo>
                  <a:lnTo>
                    <a:pt x="2441083" y="2197323"/>
                  </a:lnTo>
                  <a:lnTo>
                    <a:pt x="2442371" y="2197338"/>
                  </a:lnTo>
                  <a:lnTo>
                    <a:pt x="2443630" y="2197385"/>
                  </a:lnTo>
                  <a:lnTo>
                    <a:pt x="2444861" y="2197462"/>
                  </a:lnTo>
                  <a:lnTo>
                    <a:pt x="2446064" y="2197571"/>
                  </a:lnTo>
                  <a:lnTo>
                    <a:pt x="2447238" y="2197710"/>
                  </a:lnTo>
                  <a:lnTo>
                    <a:pt x="2448383" y="2197881"/>
                  </a:lnTo>
                  <a:lnTo>
                    <a:pt x="2449500" y="2198082"/>
                  </a:lnTo>
                  <a:lnTo>
                    <a:pt x="2450588" y="2198315"/>
                  </a:lnTo>
                  <a:lnTo>
                    <a:pt x="2451648" y="2198578"/>
                  </a:lnTo>
                  <a:lnTo>
                    <a:pt x="2452679" y="2198873"/>
                  </a:lnTo>
                  <a:lnTo>
                    <a:pt x="2453680" y="2199198"/>
                  </a:lnTo>
                  <a:lnTo>
                    <a:pt x="2454649" y="2199553"/>
                  </a:lnTo>
                  <a:lnTo>
                    <a:pt x="2455585" y="2199937"/>
                  </a:lnTo>
                  <a:lnTo>
                    <a:pt x="2456489" y="2200351"/>
                  </a:lnTo>
                  <a:lnTo>
                    <a:pt x="2457361" y="2200795"/>
                  </a:lnTo>
                  <a:lnTo>
                    <a:pt x="2458201" y="2201269"/>
                  </a:lnTo>
                  <a:lnTo>
                    <a:pt x="2459008" y="2201773"/>
                  </a:lnTo>
                  <a:lnTo>
                    <a:pt x="2459783" y="2202306"/>
                  </a:lnTo>
                  <a:lnTo>
                    <a:pt x="2460526" y="2202869"/>
                  </a:lnTo>
                  <a:lnTo>
                    <a:pt x="2461237" y="2203462"/>
                  </a:lnTo>
                  <a:lnTo>
                    <a:pt x="2461927" y="2204084"/>
                  </a:lnTo>
                  <a:lnTo>
                    <a:pt x="2462584" y="2204734"/>
                  </a:lnTo>
                  <a:lnTo>
                    <a:pt x="2463207" y="2205413"/>
                  </a:lnTo>
                  <a:lnTo>
                    <a:pt x="2463797" y="2206121"/>
                  </a:lnTo>
                  <a:lnTo>
                    <a:pt x="2464353" y="2206857"/>
                  </a:lnTo>
                  <a:lnTo>
                    <a:pt x="2464876" y="2207622"/>
                  </a:lnTo>
                  <a:lnTo>
                    <a:pt x="2465365" y="2208415"/>
                  </a:lnTo>
                  <a:lnTo>
                    <a:pt x="2465821" y="2209236"/>
                  </a:lnTo>
                  <a:lnTo>
                    <a:pt x="2466243" y="2210087"/>
                  </a:lnTo>
                  <a:lnTo>
                    <a:pt x="2466632" y="2210965"/>
                  </a:lnTo>
                  <a:lnTo>
                    <a:pt x="2466985" y="2211872"/>
                  </a:lnTo>
                  <a:lnTo>
                    <a:pt x="2467302" y="2212806"/>
                  </a:lnTo>
                  <a:lnTo>
                    <a:pt x="2467581" y="2213767"/>
                  </a:lnTo>
                  <a:lnTo>
                    <a:pt x="2467822" y="2214755"/>
                  </a:lnTo>
                  <a:lnTo>
                    <a:pt x="2468027" y="2215771"/>
                  </a:lnTo>
                  <a:lnTo>
                    <a:pt x="2468195" y="2216814"/>
                  </a:lnTo>
                  <a:lnTo>
                    <a:pt x="2468325" y="2217885"/>
                  </a:lnTo>
                  <a:lnTo>
                    <a:pt x="2468418" y="2218982"/>
                  </a:lnTo>
                  <a:lnTo>
                    <a:pt x="2468474" y="2220107"/>
                  </a:lnTo>
                  <a:lnTo>
                    <a:pt x="2468492" y="2221259"/>
                  </a:lnTo>
                  <a:lnTo>
                    <a:pt x="2468476" y="2222135"/>
                  </a:lnTo>
                  <a:lnTo>
                    <a:pt x="2468428" y="2223003"/>
                  </a:lnTo>
                  <a:lnTo>
                    <a:pt x="2468347" y="2223862"/>
                  </a:lnTo>
                  <a:lnTo>
                    <a:pt x="2468234" y="2224712"/>
                  </a:lnTo>
                  <a:lnTo>
                    <a:pt x="2468089" y="2225554"/>
                  </a:lnTo>
                  <a:lnTo>
                    <a:pt x="2467912" y="2226386"/>
                  </a:lnTo>
                  <a:lnTo>
                    <a:pt x="2467702" y="2227211"/>
                  </a:lnTo>
                  <a:lnTo>
                    <a:pt x="2467460" y="2228026"/>
                  </a:lnTo>
                  <a:lnTo>
                    <a:pt x="2467186" y="2228833"/>
                  </a:lnTo>
                  <a:lnTo>
                    <a:pt x="2466880" y="2229631"/>
                  </a:lnTo>
                  <a:lnTo>
                    <a:pt x="2466559" y="2230421"/>
                  </a:lnTo>
                  <a:lnTo>
                    <a:pt x="2466215" y="2231203"/>
                  </a:lnTo>
                  <a:lnTo>
                    <a:pt x="2465849" y="2231979"/>
                  </a:lnTo>
                  <a:lnTo>
                    <a:pt x="2465461" y="2232746"/>
                  </a:lnTo>
                  <a:lnTo>
                    <a:pt x="2465051" y="2233507"/>
                  </a:lnTo>
                  <a:lnTo>
                    <a:pt x="2464618" y="2234259"/>
                  </a:lnTo>
                  <a:lnTo>
                    <a:pt x="2464163" y="2235005"/>
                  </a:lnTo>
                  <a:lnTo>
                    <a:pt x="2463685" y="2235743"/>
                  </a:lnTo>
                  <a:lnTo>
                    <a:pt x="2463185" y="2236473"/>
                  </a:lnTo>
                  <a:lnTo>
                    <a:pt x="2462663" y="2237196"/>
                  </a:lnTo>
                  <a:lnTo>
                    <a:pt x="2462133" y="2237913"/>
                  </a:lnTo>
                  <a:lnTo>
                    <a:pt x="2461587" y="2238625"/>
                  </a:lnTo>
                  <a:lnTo>
                    <a:pt x="2461022" y="2239332"/>
                  </a:lnTo>
                  <a:lnTo>
                    <a:pt x="2460441" y="2240034"/>
                  </a:lnTo>
                  <a:lnTo>
                    <a:pt x="2459842" y="2240731"/>
                  </a:lnTo>
                  <a:lnTo>
                    <a:pt x="2459225" y="2241423"/>
                  </a:lnTo>
                  <a:lnTo>
                    <a:pt x="2458591" y="2242110"/>
                  </a:lnTo>
                  <a:lnTo>
                    <a:pt x="2457940" y="2242792"/>
                  </a:lnTo>
                  <a:lnTo>
                    <a:pt x="2457272" y="2243469"/>
                  </a:lnTo>
                  <a:lnTo>
                    <a:pt x="2456586" y="2244142"/>
                  </a:lnTo>
                  <a:lnTo>
                    <a:pt x="2455888" y="2244810"/>
                  </a:lnTo>
                  <a:lnTo>
                    <a:pt x="2455184" y="2245476"/>
                  </a:lnTo>
                  <a:lnTo>
                    <a:pt x="2454474" y="2246140"/>
                  </a:lnTo>
                  <a:lnTo>
                    <a:pt x="2453758" y="2246801"/>
                  </a:lnTo>
                  <a:lnTo>
                    <a:pt x="2453036" y="2247459"/>
                  </a:lnTo>
                  <a:lnTo>
                    <a:pt x="2452307" y="2248115"/>
                  </a:lnTo>
                  <a:lnTo>
                    <a:pt x="2451572" y="2248769"/>
                  </a:lnTo>
                  <a:lnTo>
                    <a:pt x="2450831" y="2249420"/>
                  </a:lnTo>
                  <a:lnTo>
                    <a:pt x="2450084" y="2250069"/>
                  </a:lnTo>
                  <a:lnTo>
                    <a:pt x="2449331" y="2250715"/>
                  </a:lnTo>
                  <a:lnTo>
                    <a:pt x="2448573" y="2251347"/>
                  </a:lnTo>
                  <a:lnTo>
                    <a:pt x="2447815" y="2251980"/>
                  </a:lnTo>
                  <a:lnTo>
                    <a:pt x="2447055" y="2252612"/>
                  </a:lnTo>
                  <a:lnTo>
                    <a:pt x="2446294" y="2253245"/>
                  </a:lnTo>
                  <a:lnTo>
                    <a:pt x="2445532" y="2253877"/>
                  </a:lnTo>
                  <a:lnTo>
                    <a:pt x="2444769" y="2254510"/>
                  </a:lnTo>
                  <a:lnTo>
                    <a:pt x="2444004" y="2255142"/>
                  </a:lnTo>
                  <a:lnTo>
                    <a:pt x="2443239" y="2255775"/>
                  </a:lnTo>
                  <a:lnTo>
                    <a:pt x="2442471" y="2256408"/>
                  </a:lnTo>
                  <a:lnTo>
                    <a:pt x="2441703" y="2257040"/>
                  </a:lnTo>
                  <a:lnTo>
                    <a:pt x="2440939" y="2257661"/>
                  </a:lnTo>
                  <a:lnTo>
                    <a:pt x="2440183" y="2258283"/>
                  </a:lnTo>
                  <a:lnTo>
                    <a:pt x="2439435" y="2258906"/>
                  </a:lnTo>
                  <a:lnTo>
                    <a:pt x="2438697" y="2259530"/>
                  </a:lnTo>
                  <a:lnTo>
                    <a:pt x="2437967" y="2260156"/>
                  </a:lnTo>
                  <a:lnTo>
                    <a:pt x="2437246" y="2260783"/>
                  </a:lnTo>
                  <a:lnTo>
                    <a:pt x="2436533" y="2261411"/>
                  </a:lnTo>
                  <a:lnTo>
                    <a:pt x="2435829" y="2262041"/>
                  </a:lnTo>
                  <a:lnTo>
                    <a:pt x="2435134" y="2262671"/>
                  </a:lnTo>
                  <a:lnTo>
                    <a:pt x="2434448" y="2263303"/>
                  </a:lnTo>
                  <a:lnTo>
                    <a:pt x="2433785" y="2263937"/>
                  </a:lnTo>
                  <a:lnTo>
                    <a:pt x="2433136" y="2264573"/>
                  </a:lnTo>
                  <a:lnTo>
                    <a:pt x="2432500" y="2265212"/>
                  </a:lnTo>
                  <a:lnTo>
                    <a:pt x="2431878" y="2265853"/>
                  </a:lnTo>
                  <a:lnTo>
                    <a:pt x="2431270" y="2266497"/>
                  </a:lnTo>
                  <a:lnTo>
                    <a:pt x="2430675" y="2267143"/>
                  </a:lnTo>
                  <a:lnTo>
                    <a:pt x="2430094" y="2267792"/>
                  </a:lnTo>
                  <a:lnTo>
                    <a:pt x="2429526" y="2268443"/>
                  </a:lnTo>
                  <a:lnTo>
                    <a:pt x="2428973" y="2269096"/>
                  </a:lnTo>
                  <a:lnTo>
                    <a:pt x="2428433" y="2269752"/>
                  </a:lnTo>
                  <a:lnTo>
                    <a:pt x="2427911" y="2270400"/>
                  </a:lnTo>
                  <a:lnTo>
                    <a:pt x="2427413" y="2271055"/>
                  </a:lnTo>
                  <a:lnTo>
                    <a:pt x="2426939" y="2271715"/>
                  </a:lnTo>
                  <a:lnTo>
                    <a:pt x="2426488" y="2272382"/>
                  </a:lnTo>
                  <a:lnTo>
                    <a:pt x="2426061" y="2273055"/>
                  </a:lnTo>
                  <a:lnTo>
                    <a:pt x="2425657" y="2273734"/>
                  </a:lnTo>
                  <a:lnTo>
                    <a:pt x="2425277" y="2274419"/>
                  </a:lnTo>
                  <a:lnTo>
                    <a:pt x="2424920" y="2275110"/>
                  </a:lnTo>
                  <a:lnTo>
                    <a:pt x="2424587" y="2275808"/>
                  </a:lnTo>
                  <a:lnTo>
                    <a:pt x="2424278" y="2276512"/>
                  </a:lnTo>
                  <a:lnTo>
                    <a:pt x="2469856" y="2276512"/>
                  </a:lnTo>
                  <a:lnTo>
                    <a:pt x="2469856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" name="ph33"/>
            <p:cNvSpPr/>
            <p:nvPr/>
          </p:nvSpPr>
          <p:spPr>
            <a:xfrm>
              <a:off x="1699193" y="2174960"/>
              <a:ext cx="2412000" cy="2330958"/>
            </a:xfrm>
            <a:custGeom>
              <a:avLst/>
              <a:gdLst/>
              <a:ahLst/>
              <a:cxnLst/>
              <a:rect l="0" t="0" r="0" b="0"/>
              <a:pathLst>
                <a:path w="2412000" h="2330958">
                  <a:moveTo>
                    <a:pt x="2412000" y="2286000"/>
                  </a:moveTo>
                  <a:lnTo>
                    <a:pt x="2411975" y="2288477"/>
                  </a:lnTo>
                  <a:lnTo>
                    <a:pt x="2411903" y="2290876"/>
                  </a:lnTo>
                  <a:lnTo>
                    <a:pt x="2411782" y="2293195"/>
                  </a:lnTo>
                  <a:lnTo>
                    <a:pt x="2411613" y="2295435"/>
                  </a:lnTo>
                  <a:lnTo>
                    <a:pt x="2411395" y="2297596"/>
                  </a:lnTo>
                  <a:lnTo>
                    <a:pt x="2411129" y="2299677"/>
                  </a:lnTo>
                  <a:lnTo>
                    <a:pt x="2410814" y="2301679"/>
                  </a:lnTo>
                  <a:lnTo>
                    <a:pt x="2410452" y="2303601"/>
                  </a:lnTo>
                  <a:lnTo>
                    <a:pt x="2410041" y="2305444"/>
                  </a:lnTo>
                  <a:lnTo>
                    <a:pt x="2409581" y="2307208"/>
                  </a:lnTo>
                  <a:lnTo>
                    <a:pt x="2409092" y="2308887"/>
                  </a:lnTo>
                  <a:lnTo>
                    <a:pt x="2408567" y="2310502"/>
                  </a:lnTo>
                  <a:lnTo>
                    <a:pt x="2408005" y="2312052"/>
                  </a:lnTo>
                  <a:lnTo>
                    <a:pt x="2407408" y="2313538"/>
                  </a:lnTo>
                  <a:lnTo>
                    <a:pt x="2406775" y="2314959"/>
                  </a:lnTo>
                  <a:lnTo>
                    <a:pt x="2406106" y="2316316"/>
                  </a:lnTo>
                  <a:lnTo>
                    <a:pt x="2405401" y="2317608"/>
                  </a:lnTo>
                  <a:lnTo>
                    <a:pt x="2404660" y="2318836"/>
                  </a:lnTo>
                  <a:lnTo>
                    <a:pt x="2403883" y="2319999"/>
                  </a:lnTo>
                  <a:lnTo>
                    <a:pt x="2403070" y="2321098"/>
                  </a:lnTo>
                  <a:lnTo>
                    <a:pt x="2402236" y="2322123"/>
                  </a:lnTo>
                  <a:lnTo>
                    <a:pt x="2401373" y="2323087"/>
                  </a:lnTo>
                  <a:lnTo>
                    <a:pt x="2400480" y="2323993"/>
                  </a:lnTo>
                  <a:lnTo>
                    <a:pt x="2399557" y="2324839"/>
                  </a:lnTo>
                  <a:lnTo>
                    <a:pt x="2398605" y="2325625"/>
                  </a:lnTo>
                  <a:lnTo>
                    <a:pt x="2397623" y="2326352"/>
                  </a:lnTo>
                  <a:lnTo>
                    <a:pt x="2396611" y="2327019"/>
                  </a:lnTo>
                  <a:lnTo>
                    <a:pt x="2395569" y="2327627"/>
                  </a:lnTo>
                  <a:lnTo>
                    <a:pt x="2394497" y="2328175"/>
                  </a:lnTo>
                  <a:lnTo>
                    <a:pt x="2393396" y="2328664"/>
                  </a:lnTo>
                  <a:lnTo>
                    <a:pt x="2392272" y="2329100"/>
                  </a:lnTo>
                  <a:lnTo>
                    <a:pt x="2391134" y="2329490"/>
                  </a:lnTo>
                  <a:lnTo>
                    <a:pt x="2389980" y="2329834"/>
                  </a:lnTo>
                  <a:lnTo>
                    <a:pt x="2388812" y="2330132"/>
                  </a:lnTo>
                  <a:lnTo>
                    <a:pt x="2387629" y="2330384"/>
                  </a:lnTo>
                  <a:lnTo>
                    <a:pt x="2386431" y="2330591"/>
                  </a:lnTo>
                  <a:lnTo>
                    <a:pt x="2385218" y="2330751"/>
                  </a:lnTo>
                  <a:lnTo>
                    <a:pt x="2383990" y="2330866"/>
                  </a:lnTo>
                  <a:lnTo>
                    <a:pt x="2382747" y="2330935"/>
                  </a:lnTo>
                  <a:lnTo>
                    <a:pt x="2381490" y="2330958"/>
                  </a:lnTo>
                  <a:lnTo>
                    <a:pt x="2380221" y="2330935"/>
                  </a:lnTo>
                  <a:lnTo>
                    <a:pt x="2378970" y="2330866"/>
                  </a:lnTo>
                  <a:lnTo>
                    <a:pt x="2377736" y="2330751"/>
                  </a:lnTo>
                  <a:lnTo>
                    <a:pt x="2376519" y="2330591"/>
                  </a:lnTo>
                  <a:lnTo>
                    <a:pt x="2375320" y="2330384"/>
                  </a:lnTo>
                  <a:lnTo>
                    <a:pt x="2374138" y="2330132"/>
                  </a:lnTo>
                  <a:lnTo>
                    <a:pt x="2372973" y="2329834"/>
                  </a:lnTo>
                  <a:lnTo>
                    <a:pt x="2371826" y="2329490"/>
                  </a:lnTo>
                  <a:lnTo>
                    <a:pt x="2370696" y="2329100"/>
                  </a:lnTo>
                  <a:lnTo>
                    <a:pt x="2369583" y="2328664"/>
                  </a:lnTo>
                  <a:lnTo>
                    <a:pt x="2368494" y="2328175"/>
                  </a:lnTo>
                  <a:lnTo>
                    <a:pt x="2367433" y="2327627"/>
                  </a:lnTo>
                  <a:lnTo>
                    <a:pt x="2366400" y="2327019"/>
                  </a:lnTo>
                  <a:lnTo>
                    <a:pt x="2365396" y="2326352"/>
                  </a:lnTo>
                  <a:lnTo>
                    <a:pt x="2364421" y="2325625"/>
                  </a:lnTo>
                  <a:lnTo>
                    <a:pt x="2363474" y="2324839"/>
                  </a:lnTo>
                  <a:lnTo>
                    <a:pt x="2362556" y="2323993"/>
                  </a:lnTo>
                  <a:lnTo>
                    <a:pt x="2361666" y="2323087"/>
                  </a:lnTo>
                  <a:lnTo>
                    <a:pt x="2360804" y="2322123"/>
                  </a:lnTo>
                  <a:lnTo>
                    <a:pt x="2359972" y="2321098"/>
                  </a:lnTo>
                  <a:lnTo>
                    <a:pt x="2359182" y="2320011"/>
                  </a:lnTo>
                  <a:lnTo>
                    <a:pt x="2358426" y="2318858"/>
                  </a:lnTo>
                  <a:lnTo>
                    <a:pt x="2357704" y="2317640"/>
                  </a:lnTo>
                  <a:lnTo>
                    <a:pt x="2357015" y="2316355"/>
                  </a:lnTo>
                  <a:lnTo>
                    <a:pt x="2356359" y="2315005"/>
                  </a:lnTo>
                  <a:lnTo>
                    <a:pt x="2355738" y="2313590"/>
                  </a:lnTo>
                  <a:lnTo>
                    <a:pt x="2355149" y="2312108"/>
                  </a:lnTo>
                  <a:lnTo>
                    <a:pt x="2354594" y="2310561"/>
                  </a:lnTo>
                  <a:lnTo>
                    <a:pt x="2354072" y="2308948"/>
                  </a:lnTo>
                  <a:lnTo>
                    <a:pt x="2353584" y="2307270"/>
                  </a:lnTo>
                  <a:lnTo>
                    <a:pt x="2353149" y="2305505"/>
                  </a:lnTo>
                  <a:lnTo>
                    <a:pt x="2352758" y="2303660"/>
                  </a:lnTo>
                  <a:lnTo>
                    <a:pt x="2352414" y="2301735"/>
                  </a:lnTo>
                  <a:lnTo>
                    <a:pt x="2352116" y="2299729"/>
                  </a:lnTo>
                  <a:lnTo>
                    <a:pt x="2351864" y="2297642"/>
                  </a:lnTo>
                  <a:lnTo>
                    <a:pt x="2351657" y="2295475"/>
                  </a:lnTo>
                  <a:lnTo>
                    <a:pt x="2351497" y="2293227"/>
                  </a:lnTo>
                  <a:lnTo>
                    <a:pt x="2351382" y="2290898"/>
                  </a:lnTo>
                  <a:lnTo>
                    <a:pt x="2351313" y="2288489"/>
                  </a:lnTo>
                  <a:lnTo>
                    <a:pt x="2351290" y="2286000"/>
                  </a:lnTo>
                  <a:lnTo>
                    <a:pt x="2351313" y="2283404"/>
                  </a:lnTo>
                  <a:lnTo>
                    <a:pt x="2351382" y="2280900"/>
                  </a:lnTo>
                  <a:lnTo>
                    <a:pt x="2351497" y="2278487"/>
                  </a:lnTo>
                  <a:lnTo>
                    <a:pt x="2351657" y="2276167"/>
                  </a:lnTo>
                  <a:lnTo>
                    <a:pt x="2351864" y="2273938"/>
                  </a:lnTo>
                  <a:lnTo>
                    <a:pt x="2352116" y="2271801"/>
                  </a:lnTo>
                  <a:lnTo>
                    <a:pt x="2352414" y="2269756"/>
                  </a:lnTo>
                  <a:lnTo>
                    <a:pt x="2352758" y="2267803"/>
                  </a:lnTo>
                  <a:lnTo>
                    <a:pt x="2353149" y="2265941"/>
                  </a:lnTo>
                  <a:lnTo>
                    <a:pt x="2353584" y="2264171"/>
                  </a:lnTo>
                  <a:lnTo>
                    <a:pt x="2354073" y="2262470"/>
                  </a:lnTo>
                  <a:lnTo>
                    <a:pt x="2354596" y="2260840"/>
                  </a:lnTo>
                  <a:lnTo>
                    <a:pt x="2355155" y="2259281"/>
                  </a:lnTo>
                  <a:lnTo>
                    <a:pt x="2355747" y="2257792"/>
                  </a:lnTo>
                  <a:lnTo>
                    <a:pt x="2356375" y="2256373"/>
                  </a:lnTo>
                  <a:lnTo>
                    <a:pt x="2357037" y="2255026"/>
                  </a:lnTo>
                  <a:lnTo>
                    <a:pt x="2357734" y="2253749"/>
                  </a:lnTo>
                  <a:lnTo>
                    <a:pt x="2358466" y="2252543"/>
                  </a:lnTo>
                  <a:lnTo>
                    <a:pt x="2359232" y="2251408"/>
                  </a:lnTo>
                  <a:lnTo>
                    <a:pt x="2360034" y="2250343"/>
                  </a:lnTo>
                  <a:lnTo>
                    <a:pt x="2360867" y="2249344"/>
                  </a:lnTo>
                  <a:lnTo>
                    <a:pt x="2361730" y="2248408"/>
                  </a:lnTo>
                  <a:lnTo>
                    <a:pt x="2362623" y="2247534"/>
                  </a:lnTo>
                  <a:lnTo>
                    <a:pt x="2363546" y="2246721"/>
                  </a:lnTo>
                  <a:lnTo>
                    <a:pt x="2364499" y="2245971"/>
                  </a:lnTo>
                  <a:lnTo>
                    <a:pt x="2365481" y="2245283"/>
                  </a:lnTo>
                  <a:lnTo>
                    <a:pt x="2366493" y="2244656"/>
                  </a:lnTo>
                  <a:lnTo>
                    <a:pt x="2367535" y="2244092"/>
                  </a:lnTo>
                  <a:lnTo>
                    <a:pt x="2368606" y="2243590"/>
                  </a:lnTo>
                  <a:lnTo>
                    <a:pt x="2369708" y="2243149"/>
                  </a:lnTo>
                  <a:lnTo>
                    <a:pt x="2370834" y="2242749"/>
                  </a:lnTo>
                  <a:lnTo>
                    <a:pt x="2371980" y="2242390"/>
                  </a:lnTo>
                  <a:lnTo>
                    <a:pt x="2373145" y="2242074"/>
                  </a:lnTo>
                  <a:lnTo>
                    <a:pt x="2374331" y="2241800"/>
                  </a:lnTo>
                  <a:lnTo>
                    <a:pt x="2375537" y="2241568"/>
                  </a:lnTo>
                  <a:lnTo>
                    <a:pt x="2376762" y="2241378"/>
                  </a:lnTo>
                  <a:lnTo>
                    <a:pt x="2378007" y="2241231"/>
                  </a:lnTo>
                  <a:lnTo>
                    <a:pt x="2379272" y="2241125"/>
                  </a:lnTo>
                  <a:lnTo>
                    <a:pt x="2380557" y="2241062"/>
                  </a:lnTo>
                  <a:lnTo>
                    <a:pt x="2381862" y="2241041"/>
                  </a:lnTo>
                  <a:lnTo>
                    <a:pt x="2383106" y="2241062"/>
                  </a:lnTo>
                  <a:lnTo>
                    <a:pt x="2384335" y="2241125"/>
                  </a:lnTo>
                  <a:lnTo>
                    <a:pt x="2385547" y="2241231"/>
                  </a:lnTo>
                  <a:lnTo>
                    <a:pt x="2386743" y="2241378"/>
                  </a:lnTo>
                  <a:lnTo>
                    <a:pt x="2387923" y="2241568"/>
                  </a:lnTo>
                  <a:lnTo>
                    <a:pt x="2389087" y="2241800"/>
                  </a:lnTo>
                  <a:lnTo>
                    <a:pt x="2390235" y="2242074"/>
                  </a:lnTo>
                  <a:lnTo>
                    <a:pt x="2391367" y="2242390"/>
                  </a:lnTo>
                  <a:lnTo>
                    <a:pt x="2392483" y="2242749"/>
                  </a:lnTo>
                  <a:lnTo>
                    <a:pt x="2393582" y="2243149"/>
                  </a:lnTo>
                  <a:lnTo>
                    <a:pt x="2394672" y="2243590"/>
                  </a:lnTo>
                  <a:lnTo>
                    <a:pt x="2395733" y="2244092"/>
                  </a:lnTo>
                  <a:lnTo>
                    <a:pt x="2396765" y="2244656"/>
                  </a:lnTo>
                  <a:lnTo>
                    <a:pt x="2397769" y="2245283"/>
                  </a:lnTo>
                  <a:lnTo>
                    <a:pt x="2398744" y="2245971"/>
                  </a:lnTo>
                  <a:lnTo>
                    <a:pt x="2399691" y="2246721"/>
                  </a:lnTo>
                  <a:lnTo>
                    <a:pt x="2400610" y="2247534"/>
                  </a:lnTo>
                  <a:lnTo>
                    <a:pt x="2401500" y="2248408"/>
                  </a:lnTo>
                  <a:lnTo>
                    <a:pt x="2402361" y="2249344"/>
                  </a:lnTo>
                  <a:lnTo>
                    <a:pt x="2403194" y="2250343"/>
                  </a:lnTo>
                  <a:lnTo>
                    <a:pt x="2403995" y="2251408"/>
                  </a:lnTo>
                  <a:lnTo>
                    <a:pt x="2404761" y="2252543"/>
                  </a:lnTo>
                  <a:lnTo>
                    <a:pt x="2405493" y="2253749"/>
                  </a:lnTo>
                  <a:lnTo>
                    <a:pt x="2406190" y="2255026"/>
                  </a:lnTo>
                  <a:lnTo>
                    <a:pt x="2406853" y="2256373"/>
                  </a:lnTo>
                  <a:lnTo>
                    <a:pt x="2407480" y="2257792"/>
                  </a:lnTo>
                  <a:lnTo>
                    <a:pt x="2408073" y="2259281"/>
                  </a:lnTo>
                  <a:lnTo>
                    <a:pt x="2408631" y="2260840"/>
                  </a:lnTo>
                  <a:lnTo>
                    <a:pt x="2409154" y="2262470"/>
                  </a:lnTo>
                  <a:lnTo>
                    <a:pt x="2409643" y="2264171"/>
                  </a:lnTo>
                  <a:lnTo>
                    <a:pt x="2410091" y="2265941"/>
                  </a:lnTo>
                  <a:lnTo>
                    <a:pt x="2410491" y="2267803"/>
                  </a:lnTo>
                  <a:lnTo>
                    <a:pt x="2410845" y="2269756"/>
                  </a:lnTo>
                  <a:lnTo>
                    <a:pt x="2411151" y="2271801"/>
                  </a:lnTo>
                  <a:lnTo>
                    <a:pt x="2411410" y="2273938"/>
                  </a:lnTo>
                  <a:lnTo>
                    <a:pt x="2411622" y="2276167"/>
                  </a:lnTo>
                  <a:lnTo>
                    <a:pt x="2411787" y="2278487"/>
                  </a:lnTo>
                  <a:lnTo>
                    <a:pt x="2411905" y="2280900"/>
                  </a:lnTo>
                  <a:lnTo>
                    <a:pt x="2411976" y="2283404"/>
                  </a:lnTo>
                  <a:close/>
                  <a:moveTo>
                    <a:pt x="2400651" y="2286000"/>
                  </a:moveTo>
                  <a:lnTo>
                    <a:pt x="2400639" y="2283951"/>
                  </a:lnTo>
                  <a:lnTo>
                    <a:pt x="2400602" y="2281974"/>
                  </a:lnTo>
                  <a:lnTo>
                    <a:pt x="2400540" y="2280067"/>
                  </a:lnTo>
                  <a:lnTo>
                    <a:pt x="2400453" y="2278231"/>
                  </a:lnTo>
                  <a:lnTo>
                    <a:pt x="2400341" y="2276465"/>
                  </a:lnTo>
                  <a:lnTo>
                    <a:pt x="2400205" y="2274770"/>
                  </a:lnTo>
                  <a:lnTo>
                    <a:pt x="2400044" y="2273146"/>
                  </a:lnTo>
                  <a:lnTo>
                    <a:pt x="2399858" y="2271593"/>
                  </a:lnTo>
                  <a:lnTo>
                    <a:pt x="2399647" y="2270110"/>
                  </a:lnTo>
                  <a:lnTo>
                    <a:pt x="2399411" y="2268698"/>
                  </a:lnTo>
                  <a:lnTo>
                    <a:pt x="2399151" y="2267338"/>
                  </a:lnTo>
                  <a:lnTo>
                    <a:pt x="2398868" y="2266034"/>
                  </a:lnTo>
                  <a:lnTo>
                    <a:pt x="2398561" y="2264788"/>
                  </a:lnTo>
                  <a:lnTo>
                    <a:pt x="2398230" y="2263598"/>
                  </a:lnTo>
                  <a:lnTo>
                    <a:pt x="2397876" y="2262466"/>
                  </a:lnTo>
                  <a:lnTo>
                    <a:pt x="2397499" y="2261391"/>
                  </a:lnTo>
                  <a:lnTo>
                    <a:pt x="2397097" y="2260373"/>
                  </a:lnTo>
                  <a:lnTo>
                    <a:pt x="2396673" y="2259411"/>
                  </a:lnTo>
                  <a:lnTo>
                    <a:pt x="2396224" y="2258507"/>
                  </a:lnTo>
                  <a:lnTo>
                    <a:pt x="2395752" y="2257660"/>
                  </a:lnTo>
                  <a:lnTo>
                    <a:pt x="2395258" y="2256854"/>
                  </a:lnTo>
                  <a:lnTo>
                    <a:pt x="2394740" y="2256097"/>
                  </a:lnTo>
                  <a:lnTo>
                    <a:pt x="2394201" y="2255391"/>
                  </a:lnTo>
                  <a:lnTo>
                    <a:pt x="2393639" y="2254733"/>
                  </a:lnTo>
                  <a:lnTo>
                    <a:pt x="2393055" y="2254125"/>
                  </a:lnTo>
                  <a:lnTo>
                    <a:pt x="2392448" y="2253567"/>
                  </a:lnTo>
                  <a:lnTo>
                    <a:pt x="2391820" y="2253059"/>
                  </a:lnTo>
                  <a:lnTo>
                    <a:pt x="2391169" y="2252600"/>
                  </a:lnTo>
                  <a:lnTo>
                    <a:pt x="2390495" y="2252191"/>
                  </a:lnTo>
                  <a:lnTo>
                    <a:pt x="2389799" y="2251831"/>
                  </a:lnTo>
                  <a:lnTo>
                    <a:pt x="2389095" y="2251501"/>
                  </a:lnTo>
                  <a:lnTo>
                    <a:pt x="2388371" y="2251206"/>
                  </a:lnTo>
                  <a:lnTo>
                    <a:pt x="2387626" y="2250946"/>
                  </a:lnTo>
                  <a:lnTo>
                    <a:pt x="2386862" y="2250720"/>
                  </a:lnTo>
                  <a:lnTo>
                    <a:pt x="2386079" y="2250529"/>
                  </a:lnTo>
                  <a:lnTo>
                    <a:pt x="2385275" y="2250373"/>
                  </a:lnTo>
                  <a:lnTo>
                    <a:pt x="2384451" y="2250251"/>
                  </a:lnTo>
                  <a:lnTo>
                    <a:pt x="2383608" y="2250164"/>
                  </a:lnTo>
                  <a:lnTo>
                    <a:pt x="2382745" y="2250112"/>
                  </a:lnTo>
                  <a:lnTo>
                    <a:pt x="2381862" y="2250095"/>
                  </a:lnTo>
                  <a:lnTo>
                    <a:pt x="2380930" y="2250112"/>
                  </a:lnTo>
                  <a:lnTo>
                    <a:pt x="2380021" y="2250164"/>
                  </a:lnTo>
                  <a:lnTo>
                    <a:pt x="2379135" y="2250251"/>
                  </a:lnTo>
                  <a:lnTo>
                    <a:pt x="2378270" y="2250373"/>
                  </a:lnTo>
                  <a:lnTo>
                    <a:pt x="2377428" y="2250529"/>
                  </a:lnTo>
                  <a:lnTo>
                    <a:pt x="2376608" y="2250720"/>
                  </a:lnTo>
                  <a:lnTo>
                    <a:pt x="2375811" y="2250946"/>
                  </a:lnTo>
                  <a:lnTo>
                    <a:pt x="2375036" y="2251206"/>
                  </a:lnTo>
                  <a:lnTo>
                    <a:pt x="2374283" y="2251501"/>
                  </a:lnTo>
                  <a:lnTo>
                    <a:pt x="2373552" y="2251831"/>
                  </a:lnTo>
                  <a:lnTo>
                    <a:pt x="2372844" y="2252202"/>
                  </a:lnTo>
                  <a:lnTo>
                    <a:pt x="2372158" y="2252622"/>
                  </a:lnTo>
                  <a:lnTo>
                    <a:pt x="2371495" y="2253091"/>
                  </a:lnTo>
                  <a:lnTo>
                    <a:pt x="2370853" y="2253607"/>
                  </a:lnTo>
                  <a:lnTo>
                    <a:pt x="2370235" y="2254172"/>
                  </a:lnTo>
                  <a:lnTo>
                    <a:pt x="2369638" y="2254785"/>
                  </a:lnTo>
                  <a:lnTo>
                    <a:pt x="2369064" y="2255447"/>
                  </a:lnTo>
                  <a:lnTo>
                    <a:pt x="2368512" y="2256157"/>
                  </a:lnTo>
                  <a:lnTo>
                    <a:pt x="2367982" y="2256915"/>
                  </a:lnTo>
                  <a:lnTo>
                    <a:pt x="2367475" y="2257722"/>
                  </a:lnTo>
                  <a:lnTo>
                    <a:pt x="2367003" y="2258569"/>
                  </a:lnTo>
                  <a:lnTo>
                    <a:pt x="2366555" y="2259473"/>
                  </a:lnTo>
                  <a:lnTo>
                    <a:pt x="2366130" y="2260435"/>
                  </a:lnTo>
                  <a:lnTo>
                    <a:pt x="2365729" y="2261453"/>
                  </a:lnTo>
                  <a:lnTo>
                    <a:pt x="2365351" y="2262528"/>
                  </a:lnTo>
                  <a:lnTo>
                    <a:pt x="2364997" y="2263660"/>
                  </a:lnTo>
                  <a:lnTo>
                    <a:pt x="2364667" y="2264850"/>
                  </a:lnTo>
                  <a:lnTo>
                    <a:pt x="2364360" y="2266096"/>
                  </a:lnTo>
                  <a:lnTo>
                    <a:pt x="2364076" y="2267400"/>
                  </a:lnTo>
                  <a:lnTo>
                    <a:pt x="2363816" y="2268760"/>
                  </a:lnTo>
                  <a:lnTo>
                    <a:pt x="2363581" y="2270172"/>
                  </a:lnTo>
                  <a:lnTo>
                    <a:pt x="2363370" y="2271652"/>
                  </a:lnTo>
                  <a:lnTo>
                    <a:pt x="2363184" y="2273203"/>
                  </a:lnTo>
                  <a:lnTo>
                    <a:pt x="2363023" y="2274823"/>
                  </a:lnTo>
                  <a:lnTo>
                    <a:pt x="2362886" y="2276512"/>
                  </a:lnTo>
                  <a:lnTo>
                    <a:pt x="2362775" y="2278270"/>
                  </a:lnTo>
                  <a:lnTo>
                    <a:pt x="2362688" y="2280098"/>
                  </a:lnTo>
                  <a:lnTo>
                    <a:pt x="2362626" y="2281996"/>
                  </a:lnTo>
                  <a:lnTo>
                    <a:pt x="2362589" y="2283963"/>
                  </a:lnTo>
                  <a:lnTo>
                    <a:pt x="2362576" y="2286000"/>
                  </a:lnTo>
                  <a:lnTo>
                    <a:pt x="2362589" y="2287977"/>
                  </a:lnTo>
                  <a:lnTo>
                    <a:pt x="2362626" y="2289891"/>
                  </a:lnTo>
                  <a:lnTo>
                    <a:pt x="2362688" y="2291742"/>
                  </a:lnTo>
                  <a:lnTo>
                    <a:pt x="2362775" y="2293530"/>
                  </a:lnTo>
                  <a:lnTo>
                    <a:pt x="2362886" y="2295255"/>
                  </a:lnTo>
                  <a:lnTo>
                    <a:pt x="2363023" y="2296916"/>
                  </a:lnTo>
                  <a:lnTo>
                    <a:pt x="2363184" y="2298514"/>
                  </a:lnTo>
                  <a:lnTo>
                    <a:pt x="2363370" y="2300049"/>
                  </a:lnTo>
                  <a:lnTo>
                    <a:pt x="2363581" y="2301520"/>
                  </a:lnTo>
                  <a:lnTo>
                    <a:pt x="2363816" y="2302929"/>
                  </a:lnTo>
                  <a:lnTo>
                    <a:pt x="2364088" y="2304279"/>
                  </a:lnTo>
                  <a:lnTo>
                    <a:pt x="2364382" y="2305575"/>
                  </a:lnTo>
                  <a:lnTo>
                    <a:pt x="2364698" y="2306819"/>
                  </a:lnTo>
                  <a:lnTo>
                    <a:pt x="2365037" y="2308009"/>
                  </a:lnTo>
                  <a:lnTo>
                    <a:pt x="2365398" y="2309145"/>
                  </a:lnTo>
                  <a:lnTo>
                    <a:pt x="2365781" y="2310229"/>
                  </a:lnTo>
                  <a:lnTo>
                    <a:pt x="2366186" y="2311259"/>
                  </a:lnTo>
                  <a:lnTo>
                    <a:pt x="2366614" y="2312235"/>
                  </a:lnTo>
                  <a:lnTo>
                    <a:pt x="2367065" y="2313159"/>
                  </a:lnTo>
                  <a:lnTo>
                    <a:pt x="2367537" y="2314029"/>
                  </a:lnTo>
                  <a:lnTo>
                    <a:pt x="2368044" y="2314837"/>
                  </a:lnTo>
                  <a:lnTo>
                    <a:pt x="2368571" y="2315599"/>
                  </a:lnTo>
                  <a:lnTo>
                    <a:pt x="2369120" y="2316315"/>
                  </a:lnTo>
                  <a:lnTo>
                    <a:pt x="2369690" y="2316986"/>
                  </a:lnTo>
                  <a:lnTo>
                    <a:pt x="2370281" y="2317610"/>
                  </a:lnTo>
                  <a:lnTo>
                    <a:pt x="2370893" y="2318189"/>
                  </a:lnTo>
                  <a:lnTo>
                    <a:pt x="2371526" y="2318721"/>
                  </a:lnTo>
                  <a:lnTo>
                    <a:pt x="2372181" y="2319208"/>
                  </a:lnTo>
                  <a:lnTo>
                    <a:pt x="2372856" y="2319649"/>
                  </a:lnTo>
                  <a:lnTo>
                    <a:pt x="2373552" y="2320044"/>
                  </a:lnTo>
                  <a:lnTo>
                    <a:pt x="2374269" y="2320386"/>
                  </a:lnTo>
                  <a:lnTo>
                    <a:pt x="2375006" y="2320691"/>
                  </a:lnTo>
                  <a:lnTo>
                    <a:pt x="2375762" y="2320961"/>
                  </a:lnTo>
                  <a:lnTo>
                    <a:pt x="2376539" y="2321195"/>
                  </a:lnTo>
                  <a:lnTo>
                    <a:pt x="2377335" y="2321393"/>
                  </a:lnTo>
                  <a:lnTo>
                    <a:pt x="2378151" y="2321555"/>
                  </a:lnTo>
                  <a:lnTo>
                    <a:pt x="2378987" y="2321680"/>
                  </a:lnTo>
                  <a:lnTo>
                    <a:pt x="2379843" y="2321770"/>
                  </a:lnTo>
                  <a:lnTo>
                    <a:pt x="2380718" y="2321824"/>
                  </a:lnTo>
                  <a:lnTo>
                    <a:pt x="2381614" y="2321842"/>
                  </a:lnTo>
                  <a:lnTo>
                    <a:pt x="2382486" y="2321824"/>
                  </a:lnTo>
                  <a:lnTo>
                    <a:pt x="2383340" y="2321770"/>
                  </a:lnTo>
                  <a:lnTo>
                    <a:pt x="2384177" y="2321680"/>
                  </a:lnTo>
                  <a:lnTo>
                    <a:pt x="2384997" y="2321555"/>
                  </a:lnTo>
                  <a:lnTo>
                    <a:pt x="2385800" y="2321393"/>
                  </a:lnTo>
                  <a:lnTo>
                    <a:pt x="2386585" y="2321195"/>
                  </a:lnTo>
                  <a:lnTo>
                    <a:pt x="2387352" y="2320961"/>
                  </a:lnTo>
                  <a:lnTo>
                    <a:pt x="2388103" y="2320691"/>
                  </a:lnTo>
                  <a:lnTo>
                    <a:pt x="2388836" y="2320386"/>
                  </a:lnTo>
                  <a:lnTo>
                    <a:pt x="2389551" y="2320044"/>
                  </a:lnTo>
                  <a:lnTo>
                    <a:pt x="2390247" y="2319649"/>
                  </a:lnTo>
                  <a:lnTo>
                    <a:pt x="2390920" y="2319208"/>
                  </a:lnTo>
                  <a:lnTo>
                    <a:pt x="2391572" y="2318721"/>
                  </a:lnTo>
                  <a:lnTo>
                    <a:pt x="2392200" y="2318189"/>
                  </a:lnTo>
                  <a:lnTo>
                    <a:pt x="2392807" y="2317610"/>
                  </a:lnTo>
                  <a:lnTo>
                    <a:pt x="2393391" y="2316986"/>
                  </a:lnTo>
                  <a:lnTo>
                    <a:pt x="2393953" y="2316315"/>
                  </a:lnTo>
                  <a:lnTo>
                    <a:pt x="2394492" y="2315599"/>
                  </a:lnTo>
                  <a:lnTo>
                    <a:pt x="2395010" y="2314837"/>
                  </a:lnTo>
                  <a:lnTo>
                    <a:pt x="2395504" y="2314029"/>
                  </a:lnTo>
                  <a:lnTo>
                    <a:pt x="2395989" y="2313159"/>
                  </a:lnTo>
                  <a:lnTo>
                    <a:pt x="2396449" y="2312235"/>
                  </a:lnTo>
                  <a:lnTo>
                    <a:pt x="2396887" y="2311259"/>
                  </a:lnTo>
                  <a:lnTo>
                    <a:pt x="2397300" y="2310229"/>
                  </a:lnTo>
                  <a:lnTo>
                    <a:pt x="2397690" y="2309145"/>
                  </a:lnTo>
                  <a:lnTo>
                    <a:pt x="2398057" y="2308009"/>
                  </a:lnTo>
                  <a:lnTo>
                    <a:pt x="2398400" y="2306819"/>
                  </a:lnTo>
                  <a:lnTo>
                    <a:pt x="2398719" y="2305575"/>
                  </a:lnTo>
                  <a:lnTo>
                    <a:pt x="2399015" y="2304279"/>
                  </a:lnTo>
                  <a:lnTo>
                    <a:pt x="2399287" y="2302929"/>
                  </a:lnTo>
                  <a:lnTo>
                    <a:pt x="2399546" y="2301520"/>
                  </a:lnTo>
                  <a:lnTo>
                    <a:pt x="2399778" y="2300049"/>
                  </a:lnTo>
                  <a:lnTo>
                    <a:pt x="2399983" y="2298514"/>
                  </a:lnTo>
                  <a:lnTo>
                    <a:pt x="2400160" y="2296916"/>
                  </a:lnTo>
                  <a:lnTo>
                    <a:pt x="2400310" y="2295255"/>
                  </a:lnTo>
                  <a:lnTo>
                    <a:pt x="2400433" y="2293530"/>
                  </a:lnTo>
                  <a:lnTo>
                    <a:pt x="2400529" y="2291742"/>
                  </a:lnTo>
                  <a:lnTo>
                    <a:pt x="2400597" y="2289891"/>
                  </a:lnTo>
                  <a:lnTo>
                    <a:pt x="2400638" y="2287977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" name="ph34"/>
            <p:cNvSpPr/>
            <p:nvPr/>
          </p:nvSpPr>
          <p:spPr>
            <a:xfrm>
              <a:off x="1713828" y="2218678"/>
              <a:ext cx="2466756" cy="2286000"/>
            </a:xfrm>
            <a:custGeom>
              <a:avLst/>
              <a:gdLst/>
              <a:ahLst/>
              <a:cxnLst/>
              <a:rect l="0" t="0" r="0" b="0"/>
              <a:pathLst>
                <a:path w="2466756" h="2286000">
                  <a:moveTo>
                    <a:pt x="2412000" y="2286000"/>
                  </a:moveTo>
                  <a:lnTo>
                    <a:pt x="2412000" y="2276512"/>
                  </a:lnTo>
                  <a:lnTo>
                    <a:pt x="2434262" y="2276512"/>
                  </a:lnTo>
                  <a:lnTo>
                    <a:pt x="2434262" y="2209291"/>
                  </a:lnTo>
                  <a:lnTo>
                    <a:pt x="2414542" y="2223368"/>
                  </a:lnTo>
                  <a:lnTo>
                    <a:pt x="2414542" y="2212826"/>
                  </a:lnTo>
                  <a:lnTo>
                    <a:pt x="2435192" y="2198625"/>
                  </a:lnTo>
                  <a:lnTo>
                    <a:pt x="2445486" y="2198625"/>
                  </a:lnTo>
                  <a:lnTo>
                    <a:pt x="2445486" y="2276512"/>
                  </a:lnTo>
                  <a:lnTo>
                    <a:pt x="2466756" y="2276512"/>
                  </a:lnTo>
                  <a:lnTo>
                    <a:pt x="2466756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" name="ph35"/>
            <p:cNvSpPr/>
            <p:nvPr/>
          </p:nvSpPr>
          <p:spPr>
            <a:xfrm>
              <a:off x="1839836" y="2194556"/>
              <a:ext cx="2412000" cy="2311362"/>
            </a:xfrm>
            <a:custGeom>
              <a:avLst/>
              <a:gdLst/>
              <a:ahLst/>
              <a:cxnLst/>
              <a:rect l="0" t="0" r="0" b="0"/>
              <a:pathLst>
                <a:path w="2412000" h="2311362">
                  <a:moveTo>
                    <a:pt x="2412000" y="2286000"/>
                  </a:moveTo>
                  <a:lnTo>
                    <a:pt x="2411980" y="2287190"/>
                  </a:lnTo>
                  <a:lnTo>
                    <a:pt x="2411920" y="2288353"/>
                  </a:lnTo>
                  <a:lnTo>
                    <a:pt x="2411821" y="2289491"/>
                  </a:lnTo>
                  <a:lnTo>
                    <a:pt x="2411682" y="2290603"/>
                  </a:lnTo>
                  <a:lnTo>
                    <a:pt x="2411503" y="2291689"/>
                  </a:lnTo>
                  <a:lnTo>
                    <a:pt x="2411285" y="2292749"/>
                  </a:lnTo>
                  <a:lnTo>
                    <a:pt x="2411027" y="2293783"/>
                  </a:lnTo>
                  <a:lnTo>
                    <a:pt x="2410730" y="2294790"/>
                  </a:lnTo>
                  <a:lnTo>
                    <a:pt x="2410392" y="2295772"/>
                  </a:lnTo>
                  <a:lnTo>
                    <a:pt x="2410015" y="2296728"/>
                  </a:lnTo>
                  <a:lnTo>
                    <a:pt x="2409612" y="2297656"/>
                  </a:lnTo>
                  <a:lnTo>
                    <a:pt x="2409172" y="2298556"/>
                  </a:lnTo>
                  <a:lnTo>
                    <a:pt x="2408694" y="2299427"/>
                  </a:lnTo>
                  <a:lnTo>
                    <a:pt x="2408180" y="2300270"/>
                  </a:lnTo>
                  <a:lnTo>
                    <a:pt x="2407628" y="2301084"/>
                  </a:lnTo>
                  <a:lnTo>
                    <a:pt x="2407039" y="2301870"/>
                  </a:lnTo>
                  <a:lnTo>
                    <a:pt x="2406412" y="2302627"/>
                  </a:lnTo>
                  <a:lnTo>
                    <a:pt x="2405749" y="2303355"/>
                  </a:lnTo>
                  <a:lnTo>
                    <a:pt x="2405048" y="2304055"/>
                  </a:lnTo>
                  <a:lnTo>
                    <a:pt x="2404310" y="2304727"/>
                  </a:lnTo>
                  <a:lnTo>
                    <a:pt x="2403547" y="2305357"/>
                  </a:lnTo>
                  <a:lnTo>
                    <a:pt x="2402747" y="2305957"/>
                  </a:lnTo>
                  <a:lnTo>
                    <a:pt x="2401910" y="2306528"/>
                  </a:lnTo>
                  <a:lnTo>
                    <a:pt x="2401036" y="2307069"/>
                  </a:lnTo>
                  <a:lnTo>
                    <a:pt x="2400124" y="2307580"/>
                  </a:lnTo>
                  <a:lnTo>
                    <a:pt x="2399175" y="2308061"/>
                  </a:lnTo>
                  <a:lnTo>
                    <a:pt x="2398189" y="2308512"/>
                  </a:lnTo>
                  <a:lnTo>
                    <a:pt x="2397166" y="2308934"/>
                  </a:lnTo>
                  <a:lnTo>
                    <a:pt x="2396106" y="2309326"/>
                  </a:lnTo>
                  <a:lnTo>
                    <a:pt x="2395008" y="2309688"/>
                  </a:lnTo>
                  <a:lnTo>
                    <a:pt x="2393888" y="2310006"/>
                  </a:lnTo>
                  <a:lnTo>
                    <a:pt x="2392736" y="2310291"/>
                  </a:lnTo>
                  <a:lnTo>
                    <a:pt x="2391552" y="2310542"/>
                  </a:lnTo>
                  <a:lnTo>
                    <a:pt x="2390335" y="2310760"/>
                  </a:lnTo>
                  <a:lnTo>
                    <a:pt x="2389086" y="2310944"/>
                  </a:lnTo>
                  <a:lnTo>
                    <a:pt x="2387805" y="2311094"/>
                  </a:lnTo>
                  <a:lnTo>
                    <a:pt x="2386492" y="2311212"/>
                  </a:lnTo>
                  <a:lnTo>
                    <a:pt x="2385146" y="2311295"/>
                  </a:lnTo>
                  <a:lnTo>
                    <a:pt x="2383768" y="2311346"/>
                  </a:lnTo>
                  <a:lnTo>
                    <a:pt x="2382358" y="2311362"/>
                  </a:lnTo>
                  <a:lnTo>
                    <a:pt x="2380759" y="2311342"/>
                  </a:lnTo>
                  <a:lnTo>
                    <a:pt x="2379210" y="2311283"/>
                  </a:lnTo>
                  <a:lnTo>
                    <a:pt x="2377713" y="2311184"/>
                  </a:lnTo>
                  <a:lnTo>
                    <a:pt x="2376266" y="2311045"/>
                  </a:lnTo>
                  <a:lnTo>
                    <a:pt x="2374870" y="2310866"/>
                  </a:lnTo>
                  <a:lnTo>
                    <a:pt x="2373525" y="2310648"/>
                  </a:lnTo>
                  <a:lnTo>
                    <a:pt x="2372231" y="2310390"/>
                  </a:lnTo>
                  <a:lnTo>
                    <a:pt x="2370987" y="2310092"/>
                  </a:lnTo>
                  <a:lnTo>
                    <a:pt x="2369795" y="2309755"/>
                  </a:lnTo>
                  <a:lnTo>
                    <a:pt x="2368653" y="2309378"/>
                  </a:lnTo>
                  <a:lnTo>
                    <a:pt x="2367569" y="2308956"/>
                  </a:lnTo>
                  <a:lnTo>
                    <a:pt x="2366523" y="2308510"/>
                  </a:lnTo>
                  <a:lnTo>
                    <a:pt x="2365515" y="2308038"/>
                  </a:lnTo>
                  <a:lnTo>
                    <a:pt x="2364546" y="2307542"/>
                  </a:lnTo>
                  <a:lnTo>
                    <a:pt x="2363615" y="2307021"/>
                  </a:lnTo>
                  <a:lnTo>
                    <a:pt x="2362723" y="2306476"/>
                  </a:lnTo>
                  <a:lnTo>
                    <a:pt x="2361869" y="2305905"/>
                  </a:lnTo>
                  <a:lnTo>
                    <a:pt x="2361053" y="2305310"/>
                  </a:lnTo>
                  <a:lnTo>
                    <a:pt x="2360276" y="2304690"/>
                  </a:lnTo>
                  <a:lnTo>
                    <a:pt x="2359538" y="2304045"/>
                  </a:lnTo>
                  <a:lnTo>
                    <a:pt x="2358836" y="2303367"/>
                  </a:lnTo>
                  <a:lnTo>
                    <a:pt x="2358171" y="2302671"/>
                  </a:lnTo>
                  <a:lnTo>
                    <a:pt x="2357541" y="2301958"/>
                  </a:lnTo>
                  <a:lnTo>
                    <a:pt x="2356948" y="2301227"/>
                  </a:lnTo>
                  <a:lnTo>
                    <a:pt x="2356390" y="2300479"/>
                  </a:lnTo>
                  <a:lnTo>
                    <a:pt x="2355869" y="2299714"/>
                  </a:lnTo>
                  <a:lnTo>
                    <a:pt x="2355383" y="2298931"/>
                  </a:lnTo>
                  <a:lnTo>
                    <a:pt x="2354934" y="2298131"/>
                  </a:lnTo>
                  <a:lnTo>
                    <a:pt x="2354520" y="2297314"/>
                  </a:lnTo>
                  <a:lnTo>
                    <a:pt x="2354143" y="2296479"/>
                  </a:lnTo>
                  <a:lnTo>
                    <a:pt x="2353795" y="2295621"/>
                  </a:lnTo>
                  <a:lnTo>
                    <a:pt x="2353473" y="2294758"/>
                  </a:lnTo>
                  <a:lnTo>
                    <a:pt x="2353175" y="2293890"/>
                  </a:lnTo>
                  <a:lnTo>
                    <a:pt x="2352902" y="2293017"/>
                  </a:lnTo>
                  <a:lnTo>
                    <a:pt x="2352654" y="2292139"/>
                  </a:lnTo>
                  <a:lnTo>
                    <a:pt x="2352431" y="2291256"/>
                  </a:lnTo>
                  <a:lnTo>
                    <a:pt x="2352233" y="2290368"/>
                  </a:lnTo>
                  <a:lnTo>
                    <a:pt x="2352059" y="2289475"/>
                  </a:lnTo>
                  <a:lnTo>
                    <a:pt x="2351910" y="2288577"/>
                  </a:lnTo>
                  <a:lnTo>
                    <a:pt x="2351786" y="2287674"/>
                  </a:lnTo>
                  <a:lnTo>
                    <a:pt x="2363320" y="2286620"/>
                  </a:lnTo>
                  <a:lnTo>
                    <a:pt x="2363428" y="2287308"/>
                  </a:lnTo>
                  <a:lnTo>
                    <a:pt x="2363551" y="2287984"/>
                  </a:lnTo>
                  <a:lnTo>
                    <a:pt x="2363691" y="2288647"/>
                  </a:lnTo>
                  <a:lnTo>
                    <a:pt x="2363846" y="2289299"/>
                  </a:lnTo>
                  <a:lnTo>
                    <a:pt x="2364018" y="2289937"/>
                  </a:lnTo>
                  <a:lnTo>
                    <a:pt x="2364206" y="2290564"/>
                  </a:lnTo>
                  <a:lnTo>
                    <a:pt x="2364410" y="2291177"/>
                  </a:lnTo>
                  <a:lnTo>
                    <a:pt x="2364630" y="2291779"/>
                  </a:lnTo>
                  <a:lnTo>
                    <a:pt x="2364866" y="2292368"/>
                  </a:lnTo>
                  <a:lnTo>
                    <a:pt x="2365119" y="2292945"/>
                  </a:lnTo>
                  <a:lnTo>
                    <a:pt x="2365401" y="2293507"/>
                  </a:lnTo>
                  <a:lnTo>
                    <a:pt x="2365702" y="2294054"/>
                  </a:lnTo>
                  <a:lnTo>
                    <a:pt x="2366021" y="2294584"/>
                  </a:lnTo>
                  <a:lnTo>
                    <a:pt x="2366359" y="2295098"/>
                  </a:lnTo>
                  <a:lnTo>
                    <a:pt x="2366715" y="2295596"/>
                  </a:lnTo>
                  <a:lnTo>
                    <a:pt x="2367091" y="2296078"/>
                  </a:lnTo>
                  <a:lnTo>
                    <a:pt x="2367484" y="2296543"/>
                  </a:lnTo>
                  <a:lnTo>
                    <a:pt x="2367897" y="2296993"/>
                  </a:lnTo>
                  <a:lnTo>
                    <a:pt x="2368328" y="2297426"/>
                  </a:lnTo>
                  <a:lnTo>
                    <a:pt x="2368777" y="2297844"/>
                  </a:lnTo>
                  <a:lnTo>
                    <a:pt x="2369247" y="2298244"/>
                  </a:lnTo>
                  <a:lnTo>
                    <a:pt x="2369737" y="2298625"/>
                  </a:lnTo>
                  <a:lnTo>
                    <a:pt x="2370249" y="2298988"/>
                  </a:lnTo>
                  <a:lnTo>
                    <a:pt x="2370782" y="2299332"/>
                  </a:lnTo>
                  <a:lnTo>
                    <a:pt x="2371335" y="2299658"/>
                  </a:lnTo>
                  <a:lnTo>
                    <a:pt x="2371910" y="2299965"/>
                  </a:lnTo>
                  <a:lnTo>
                    <a:pt x="2372506" y="2300253"/>
                  </a:lnTo>
                  <a:lnTo>
                    <a:pt x="2373123" y="2300523"/>
                  </a:lnTo>
                  <a:lnTo>
                    <a:pt x="2373761" y="2300774"/>
                  </a:lnTo>
                  <a:lnTo>
                    <a:pt x="2374420" y="2301006"/>
                  </a:lnTo>
                  <a:lnTo>
                    <a:pt x="2375103" y="2301218"/>
                  </a:lnTo>
                  <a:lnTo>
                    <a:pt x="2375809" y="2301408"/>
                  </a:lnTo>
                  <a:lnTo>
                    <a:pt x="2376541" y="2301576"/>
                  </a:lnTo>
                  <a:lnTo>
                    <a:pt x="2377298" y="2301721"/>
                  </a:lnTo>
                  <a:lnTo>
                    <a:pt x="2378079" y="2301843"/>
                  </a:lnTo>
                  <a:lnTo>
                    <a:pt x="2378885" y="2301944"/>
                  </a:lnTo>
                  <a:lnTo>
                    <a:pt x="2379716" y="2302022"/>
                  </a:lnTo>
                  <a:lnTo>
                    <a:pt x="2380572" y="2302078"/>
                  </a:lnTo>
                  <a:lnTo>
                    <a:pt x="2381453" y="2302111"/>
                  </a:lnTo>
                  <a:lnTo>
                    <a:pt x="2382358" y="2302123"/>
                  </a:lnTo>
                  <a:lnTo>
                    <a:pt x="2384008" y="2302081"/>
                  </a:lnTo>
                  <a:lnTo>
                    <a:pt x="2385585" y="2301956"/>
                  </a:lnTo>
                  <a:lnTo>
                    <a:pt x="2387089" y="2301749"/>
                  </a:lnTo>
                  <a:lnTo>
                    <a:pt x="2388519" y="2301458"/>
                  </a:lnTo>
                  <a:lnTo>
                    <a:pt x="2389877" y="2301084"/>
                  </a:lnTo>
                  <a:lnTo>
                    <a:pt x="2391161" y="2300627"/>
                  </a:lnTo>
                  <a:lnTo>
                    <a:pt x="2392372" y="2300087"/>
                  </a:lnTo>
                  <a:lnTo>
                    <a:pt x="2393510" y="2299463"/>
                  </a:lnTo>
                  <a:lnTo>
                    <a:pt x="2394575" y="2298757"/>
                  </a:lnTo>
                  <a:lnTo>
                    <a:pt x="2395566" y="2297968"/>
                  </a:lnTo>
                  <a:lnTo>
                    <a:pt x="2396485" y="2297096"/>
                  </a:lnTo>
                  <a:lnTo>
                    <a:pt x="2397308" y="2296145"/>
                  </a:lnTo>
                  <a:lnTo>
                    <a:pt x="2398033" y="2295112"/>
                  </a:lnTo>
                  <a:lnTo>
                    <a:pt x="2398662" y="2293999"/>
                  </a:lnTo>
                  <a:lnTo>
                    <a:pt x="2399194" y="2292805"/>
                  </a:lnTo>
                  <a:lnTo>
                    <a:pt x="2399629" y="2291531"/>
                  </a:lnTo>
                  <a:lnTo>
                    <a:pt x="2399968" y="2290176"/>
                  </a:lnTo>
                  <a:lnTo>
                    <a:pt x="2400210" y="2288740"/>
                  </a:lnTo>
                  <a:lnTo>
                    <a:pt x="2400355" y="2287224"/>
                  </a:lnTo>
                  <a:lnTo>
                    <a:pt x="2400403" y="2285627"/>
                  </a:lnTo>
                  <a:lnTo>
                    <a:pt x="2400382" y="2284679"/>
                  </a:lnTo>
                  <a:lnTo>
                    <a:pt x="2400316" y="2283770"/>
                  </a:lnTo>
                  <a:lnTo>
                    <a:pt x="2400208" y="2282898"/>
                  </a:lnTo>
                  <a:lnTo>
                    <a:pt x="2400056" y="2282065"/>
                  </a:lnTo>
                  <a:lnTo>
                    <a:pt x="2399861" y="2281271"/>
                  </a:lnTo>
                  <a:lnTo>
                    <a:pt x="2399622" y="2280515"/>
                  </a:lnTo>
                  <a:lnTo>
                    <a:pt x="2399340" y="2279798"/>
                  </a:lnTo>
                  <a:lnTo>
                    <a:pt x="2399014" y="2279119"/>
                  </a:lnTo>
                  <a:lnTo>
                    <a:pt x="2398645" y="2278478"/>
                  </a:lnTo>
                  <a:lnTo>
                    <a:pt x="2398233" y="2277876"/>
                  </a:lnTo>
                  <a:lnTo>
                    <a:pt x="2397800" y="2277294"/>
                  </a:lnTo>
                  <a:lnTo>
                    <a:pt x="2397345" y="2276740"/>
                  </a:lnTo>
                  <a:lnTo>
                    <a:pt x="2396867" y="2276213"/>
                  </a:lnTo>
                  <a:lnTo>
                    <a:pt x="2396368" y="2275713"/>
                  </a:lnTo>
                  <a:lnTo>
                    <a:pt x="2395845" y="2275240"/>
                  </a:lnTo>
                  <a:lnTo>
                    <a:pt x="2395301" y="2274795"/>
                  </a:lnTo>
                  <a:lnTo>
                    <a:pt x="2394734" y="2274377"/>
                  </a:lnTo>
                  <a:lnTo>
                    <a:pt x="2394145" y="2273987"/>
                  </a:lnTo>
                  <a:lnTo>
                    <a:pt x="2393534" y="2273623"/>
                  </a:lnTo>
                  <a:lnTo>
                    <a:pt x="2392900" y="2273287"/>
                  </a:lnTo>
                  <a:lnTo>
                    <a:pt x="2392261" y="2272963"/>
                  </a:lnTo>
                  <a:lnTo>
                    <a:pt x="2391610" y="2272662"/>
                  </a:lnTo>
                  <a:lnTo>
                    <a:pt x="2390947" y="2272383"/>
                  </a:lnTo>
                  <a:lnTo>
                    <a:pt x="2390271" y="2272126"/>
                  </a:lnTo>
                  <a:lnTo>
                    <a:pt x="2389582" y="2271892"/>
                  </a:lnTo>
                  <a:lnTo>
                    <a:pt x="2388882" y="2271680"/>
                  </a:lnTo>
                  <a:lnTo>
                    <a:pt x="2388168" y="2271490"/>
                  </a:lnTo>
                  <a:lnTo>
                    <a:pt x="2387443" y="2271323"/>
                  </a:lnTo>
                  <a:lnTo>
                    <a:pt x="2386705" y="2271177"/>
                  </a:lnTo>
                  <a:lnTo>
                    <a:pt x="2385955" y="2271055"/>
                  </a:lnTo>
                  <a:lnTo>
                    <a:pt x="2385216" y="2270949"/>
                  </a:lnTo>
                  <a:lnTo>
                    <a:pt x="2384489" y="2270854"/>
                  </a:lnTo>
                  <a:lnTo>
                    <a:pt x="2383772" y="2270770"/>
                  </a:lnTo>
                  <a:lnTo>
                    <a:pt x="2383067" y="2270697"/>
                  </a:lnTo>
                  <a:lnTo>
                    <a:pt x="2382373" y="2270636"/>
                  </a:lnTo>
                  <a:lnTo>
                    <a:pt x="2381691" y="2270586"/>
                  </a:lnTo>
                  <a:lnTo>
                    <a:pt x="2381019" y="2270547"/>
                  </a:lnTo>
                  <a:lnTo>
                    <a:pt x="2380359" y="2270519"/>
                  </a:lnTo>
                  <a:lnTo>
                    <a:pt x="2379709" y="2270502"/>
                  </a:lnTo>
                  <a:lnTo>
                    <a:pt x="2379071" y="2270497"/>
                  </a:lnTo>
                  <a:lnTo>
                    <a:pt x="2372746" y="2270497"/>
                  </a:lnTo>
                  <a:lnTo>
                    <a:pt x="2372746" y="2260823"/>
                  </a:lnTo>
                  <a:lnTo>
                    <a:pt x="2378823" y="2260823"/>
                  </a:lnTo>
                  <a:lnTo>
                    <a:pt x="2379458" y="2260817"/>
                  </a:lnTo>
                  <a:lnTo>
                    <a:pt x="2380098" y="2260798"/>
                  </a:lnTo>
                  <a:lnTo>
                    <a:pt x="2380743" y="2260767"/>
                  </a:lnTo>
                  <a:lnTo>
                    <a:pt x="2381393" y="2260724"/>
                  </a:lnTo>
                  <a:lnTo>
                    <a:pt x="2382048" y="2260668"/>
                  </a:lnTo>
                  <a:lnTo>
                    <a:pt x="2382708" y="2260600"/>
                  </a:lnTo>
                  <a:lnTo>
                    <a:pt x="2383372" y="2260519"/>
                  </a:lnTo>
                  <a:lnTo>
                    <a:pt x="2384042" y="2260426"/>
                  </a:lnTo>
                  <a:lnTo>
                    <a:pt x="2384717" y="2260320"/>
                  </a:lnTo>
                  <a:lnTo>
                    <a:pt x="2385396" y="2260203"/>
                  </a:lnTo>
                  <a:lnTo>
                    <a:pt x="2386072" y="2260056"/>
                  </a:lnTo>
                  <a:lnTo>
                    <a:pt x="2386736" y="2259890"/>
                  </a:lnTo>
                  <a:lnTo>
                    <a:pt x="2387387" y="2259704"/>
                  </a:lnTo>
                  <a:lnTo>
                    <a:pt x="2388026" y="2259498"/>
                  </a:lnTo>
                  <a:lnTo>
                    <a:pt x="2388652" y="2259272"/>
                  </a:lnTo>
                  <a:lnTo>
                    <a:pt x="2389266" y="2259027"/>
                  </a:lnTo>
                  <a:lnTo>
                    <a:pt x="2389868" y="2258761"/>
                  </a:lnTo>
                  <a:lnTo>
                    <a:pt x="2390457" y="2258476"/>
                  </a:lnTo>
                  <a:lnTo>
                    <a:pt x="2391033" y="2258171"/>
                  </a:lnTo>
                  <a:lnTo>
                    <a:pt x="2391598" y="2257846"/>
                  </a:lnTo>
                  <a:lnTo>
                    <a:pt x="2392158" y="2257487"/>
                  </a:lnTo>
                  <a:lnTo>
                    <a:pt x="2392696" y="2257105"/>
                  </a:lnTo>
                  <a:lnTo>
                    <a:pt x="2393214" y="2256698"/>
                  </a:lnTo>
                  <a:lnTo>
                    <a:pt x="2393711" y="2256269"/>
                  </a:lnTo>
                  <a:lnTo>
                    <a:pt x="2394187" y="2255815"/>
                  </a:lnTo>
                  <a:lnTo>
                    <a:pt x="2394641" y="2255338"/>
                  </a:lnTo>
                  <a:lnTo>
                    <a:pt x="2395075" y="2254838"/>
                  </a:lnTo>
                  <a:lnTo>
                    <a:pt x="2395487" y="2254314"/>
                  </a:lnTo>
                  <a:lnTo>
                    <a:pt x="2395878" y="2253766"/>
                  </a:lnTo>
                  <a:lnTo>
                    <a:pt x="2396249" y="2253195"/>
                  </a:lnTo>
                  <a:lnTo>
                    <a:pt x="2396602" y="2252596"/>
                  </a:lnTo>
                  <a:lnTo>
                    <a:pt x="2396918" y="2251965"/>
                  </a:lnTo>
                  <a:lnTo>
                    <a:pt x="2397197" y="2251301"/>
                  </a:lnTo>
                  <a:lnTo>
                    <a:pt x="2397439" y="2250606"/>
                  </a:lnTo>
                  <a:lnTo>
                    <a:pt x="2397644" y="2249878"/>
                  </a:lnTo>
                  <a:lnTo>
                    <a:pt x="2397811" y="2249117"/>
                  </a:lnTo>
                  <a:lnTo>
                    <a:pt x="2397941" y="2248325"/>
                  </a:lnTo>
                  <a:lnTo>
                    <a:pt x="2398034" y="2247500"/>
                  </a:lnTo>
                  <a:lnTo>
                    <a:pt x="2398090" y="2246643"/>
                  </a:lnTo>
                  <a:lnTo>
                    <a:pt x="2398109" y="2245754"/>
                  </a:lnTo>
                  <a:lnTo>
                    <a:pt x="2398067" y="2244382"/>
                  </a:lnTo>
                  <a:lnTo>
                    <a:pt x="2397943" y="2243070"/>
                  </a:lnTo>
                  <a:lnTo>
                    <a:pt x="2397735" y="2241817"/>
                  </a:lnTo>
                  <a:lnTo>
                    <a:pt x="2397444" y="2240624"/>
                  </a:lnTo>
                  <a:lnTo>
                    <a:pt x="2397070" y="2239491"/>
                  </a:lnTo>
                  <a:lnTo>
                    <a:pt x="2396613" y="2238417"/>
                  </a:lnTo>
                  <a:lnTo>
                    <a:pt x="2396073" y="2237402"/>
                  </a:lnTo>
                  <a:lnTo>
                    <a:pt x="2395450" y="2236447"/>
                  </a:lnTo>
                  <a:lnTo>
                    <a:pt x="2394743" y="2235552"/>
                  </a:lnTo>
                  <a:lnTo>
                    <a:pt x="2393954" y="2234716"/>
                  </a:lnTo>
                  <a:lnTo>
                    <a:pt x="2393095" y="2233938"/>
                  </a:lnTo>
                  <a:lnTo>
                    <a:pt x="2392156" y="2233242"/>
                  </a:lnTo>
                  <a:lnTo>
                    <a:pt x="2391136" y="2232628"/>
                  </a:lnTo>
                  <a:lnTo>
                    <a:pt x="2390035" y="2232096"/>
                  </a:lnTo>
                  <a:lnTo>
                    <a:pt x="2388854" y="2231646"/>
                  </a:lnTo>
                  <a:lnTo>
                    <a:pt x="2387592" y="2231278"/>
                  </a:lnTo>
                  <a:lnTo>
                    <a:pt x="2386249" y="2230991"/>
                  </a:lnTo>
                  <a:lnTo>
                    <a:pt x="2384826" y="2230787"/>
                  </a:lnTo>
                  <a:lnTo>
                    <a:pt x="2383322" y="2230664"/>
                  </a:lnTo>
                  <a:lnTo>
                    <a:pt x="2381738" y="2230623"/>
                  </a:lnTo>
                  <a:lnTo>
                    <a:pt x="2380290" y="2230661"/>
                  </a:lnTo>
                  <a:lnTo>
                    <a:pt x="2378898" y="2230774"/>
                  </a:lnTo>
                  <a:lnTo>
                    <a:pt x="2377561" y="2230963"/>
                  </a:lnTo>
                  <a:lnTo>
                    <a:pt x="2376281" y="2231228"/>
                  </a:lnTo>
                  <a:lnTo>
                    <a:pt x="2375056" y="2231569"/>
                  </a:lnTo>
                  <a:lnTo>
                    <a:pt x="2373887" y="2231985"/>
                  </a:lnTo>
                  <a:lnTo>
                    <a:pt x="2372774" y="2232477"/>
                  </a:lnTo>
                  <a:lnTo>
                    <a:pt x="2371717" y="2233044"/>
                  </a:lnTo>
                  <a:lnTo>
                    <a:pt x="2370715" y="2233687"/>
                  </a:lnTo>
                  <a:lnTo>
                    <a:pt x="2369770" y="2234406"/>
                  </a:lnTo>
                  <a:lnTo>
                    <a:pt x="2368902" y="2235193"/>
                  </a:lnTo>
                  <a:lnTo>
                    <a:pt x="2368110" y="2236043"/>
                  </a:lnTo>
                  <a:lnTo>
                    <a:pt x="2367394" y="2236954"/>
                  </a:lnTo>
                  <a:lnTo>
                    <a:pt x="2366753" y="2237928"/>
                  </a:lnTo>
                  <a:lnTo>
                    <a:pt x="2366188" y="2238964"/>
                  </a:lnTo>
                  <a:lnTo>
                    <a:pt x="2365699" y="2240061"/>
                  </a:lnTo>
                  <a:lnTo>
                    <a:pt x="2365285" y="2241221"/>
                  </a:lnTo>
                  <a:lnTo>
                    <a:pt x="2364947" y="2242442"/>
                  </a:lnTo>
                  <a:lnTo>
                    <a:pt x="2364685" y="2243726"/>
                  </a:lnTo>
                  <a:lnTo>
                    <a:pt x="2364499" y="2245072"/>
                  </a:lnTo>
                  <a:lnTo>
                    <a:pt x="2353274" y="2244204"/>
                  </a:lnTo>
                  <a:lnTo>
                    <a:pt x="2353429" y="2243065"/>
                  </a:lnTo>
                  <a:lnTo>
                    <a:pt x="2353619" y="2241956"/>
                  </a:lnTo>
                  <a:lnTo>
                    <a:pt x="2353846" y="2240877"/>
                  </a:lnTo>
                  <a:lnTo>
                    <a:pt x="2354108" y="2239828"/>
                  </a:lnTo>
                  <a:lnTo>
                    <a:pt x="2354406" y="2238809"/>
                  </a:lnTo>
                  <a:lnTo>
                    <a:pt x="2354740" y="2237819"/>
                  </a:lnTo>
                  <a:lnTo>
                    <a:pt x="2355111" y="2236859"/>
                  </a:lnTo>
                  <a:lnTo>
                    <a:pt x="2355517" y="2235929"/>
                  </a:lnTo>
                  <a:lnTo>
                    <a:pt x="2355959" y="2235028"/>
                  </a:lnTo>
                  <a:lnTo>
                    <a:pt x="2356437" y="2234158"/>
                  </a:lnTo>
                  <a:lnTo>
                    <a:pt x="2356946" y="2233317"/>
                  </a:lnTo>
                  <a:lnTo>
                    <a:pt x="2357481" y="2232506"/>
                  </a:lnTo>
                  <a:lnTo>
                    <a:pt x="2358042" y="2231724"/>
                  </a:lnTo>
                  <a:lnTo>
                    <a:pt x="2358630" y="2230973"/>
                  </a:lnTo>
                  <a:lnTo>
                    <a:pt x="2359243" y="2230251"/>
                  </a:lnTo>
                  <a:lnTo>
                    <a:pt x="2359882" y="2229559"/>
                  </a:lnTo>
                  <a:lnTo>
                    <a:pt x="2360548" y="2228897"/>
                  </a:lnTo>
                  <a:lnTo>
                    <a:pt x="2361239" y="2228264"/>
                  </a:lnTo>
                  <a:lnTo>
                    <a:pt x="2361957" y="2227661"/>
                  </a:lnTo>
                  <a:lnTo>
                    <a:pt x="2362700" y="2227088"/>
                  </a:lnTo>
                  <a:lnTo>
                    <a:pt x="2363480" y="2226533"/>
                  </a:lnTo>
                  <a:lnTo>
                    <a:pt x="2364280" y="2226007"/>
                  </a:lnTo>
                  <a:lnTo>
                    <a:pt x="2365102" y="2225511"/>
                  </a:lnTo>
                  <a:lnTo>
                    <a:pt x="2365945" y="2225044"/>
                  </a:lnTo>
                  <a:lnTo>
                    <a:pt x="2366808" y="2224608"/>
                  </a:lnTo>
                  <a:lnTo>
                    <a:pt x="2367693" y="2224201"/>
                  </a:lnTo>
                  <a:lnTo>
                    <a:pt x="2368599" y="2223824"/>
                  </a:lnTo>
                  <a:lnTo>
                    <a:pt x="2369526" y="2223477"/>
                  </a:lnTo>
                  <a:lnTo>
                    <a:pt x="2370475" y="2223159"/>
                  </a:lnTo>
                  <a:lnTo>
                    <a:pt x="2371444" y="2222872"/>
                  </a:lnTo>
                  <a:lnTo>
                    <a:pt x="2372430" y="2222601"/>
                  </a:lnTo>
                  <a:lnTo>
                    <a:pt x="2373428" y="2222358"/>
                  </a:lnTo>
                  <a:lnTo>
                    <a:pt x="2374439" y="2222144"/>
                  </a:lnTo>
                  <a:lnTo>
                    <a:pt x="2375462" y="2221959"/>
                  </a:lnTo>
                  <a:lnTo>
                    <a:pt x="2376498" y="2221802"/>
                  </a:lnTo>
                  <a:lnTo>
                    <a:pt x="2377546" y="2221674"/>
                  </a:lnTo>
                  <a:lnTo>
                    <a:pt x="2378606" y="2221574"/>
                  </a:lnTo>
                  <a:lnTo>
                    <a:pt x="2379679" y="2221502"/>
                  </a:lnTo>
                  <a:lnTo>
                    <a:pt x="2380764" y="2221460"/>
                  </a:lnTo>
                  <a:lnTo>
                    <a:pt x="2381862" y="2221445"/>
                  </a:lnTo>
                  <a:lnTo>
                    <a:pt x="2383305" y="2221464"/>
                  </a:lnTo>
                  <a:lnTo>
                    <a:pt x="2384707" y="2221520"/>
                  </a:lnTo>
                  <a:lnTo>
                    <a:pt x="2386068" y="2221613"/>
                  </a:lnTo>
                  <a:lnTo>
                    <a:pt x="2387388" y="2221743"/>
                  </a:lnTo>
                  <a:lnTo>
                    <a:pt x="2388668" y="2221910"/>
                  </a:lnTo>
                  <a:lnTo>
                    <a:pt x="2389906" y="2222115"/>
                  </a:lnTo>
                  <a:lnTo>
                    <a:pt x="2391103" y="2222357"/>
                  </a:lnTo>
                  <a:lnTo>
                    <a:pt x="2392260" y="2222636"/>
                  </a:lnTo>
                  <a:lnTo>
                    <a:pt x="2393376" y="2222952"/>
                  </a:lnTo>
                  <a:lnTo>
                    <a:pt x="2394450" y="2223306"/>
                  </a:lnTo>
                  <a:lnTo>
                    <a:pt x="2395485" y="2223679"/>
                  </a:lnTo>
                  <a:lnTo>
                    <a:pt x="2396482" y="2224080"/>
                  </a:lnTo>
                  <a:lnTo>
                    <a:pt x="2397440" y="2224507"/>
                  </a:lnTo>
                  <a:lnTo>
                    <a:pt x="2398359" y="2224963"/>
                  </a:lnTo>
                  <a:lnTo>
                    <a:pt x="2399241" y="2225445"/>
                  </a:lnTo>
                  <a:lnTo>
                    <a:pt x="2400083" y="2225955"/>
                  </a:lnTo>
                  <a:lnTo>
                    <a:pt x="2400888" y="2226492"/>
                  </a:lnTo>
                  <a:lnTo>
                    <a:pt x="2401653" y="2227056"/>
                  </a:lnTo>
                  <a:lnTo>
                    <a:pt x="2402381" y="2227648"/>
                  </a:lnTo>
                  <a:lnTo>
                    <a:pt x="2403070" y="2228267"/>
                  </a:lnTo>
                  <a:lnTo>
                    <a:pt x="2403722" y="2228898"/>
                  </a:lnTo>
                  <a:lnTo>
                    <a:pt x="2404337" y="2229551"/>
                  </a:lnTo>
                  <a:lnTo>
                    <a:pt x="2404917" y="2230227"/>
                  </a:lnTo>
                  <a:lnTo>
                    <a:pt x="2405461" y="2230926"/>
                  </a:lnTo>
                  <a:lnTo>
                    <a:pt x="2405969" y="2231646"/>
                  </a:lnTo>
                  <a:lnTo>
                    <a:pt x="2406441" y="2232389"/>
                  </a:lnTo>
                  <a:lnTo>
                    <a:pt x="2406877" y="2233154"/>
                  </a:lnTo>
                  <a:lnTo>
                    <a:pt x="2407277" y="2233942"/>
                  </a:lnTo>
                  <a:lnTo>
                    <a:pt x="2407641" y="2234752"/>
                  </a:lnTo>
                  <a:lnTo>
                    <a:pt x="2407969" y="2235584"/>
                  </a:lnTo>
                  <a:lnTo>
                    <a:pt x="2408275" y="2236433"/>
                  </a:lnTo>
                  <a:lnTo>
                    <a:pt x="2408549" y="2237293"/>
                  </a:lnTo>
                  <a:lnTo>
                    <a:pt x="2408791" y="2238164"/>
                  </a:lnTo>
                  <a:lnTo>
                    <a:pt x="2409001" y="2239047"/>
                  </a:lnTo>
                  <a:lnTo>
                    <a:pt x="2409178" y="2239940"/>
                  </a:lnTo>
                  <a:lnTo>
                    <a:pt x="2409323" y="2240845"/>
                  </a:lnTo>
                  <a:lnTo>
                    <a:pt x="2409436" y="2241761"/>
                  </a:lnTo>
                  <a:lnTo>
                    <a:pt x="2409517" y="2242688"/>
                  </a:lnTo>
                  <a:lnTo>
                    <a:pt x="2409565" y="2243626"/>
                  </a:lnTo>
                  <a:lnTo>
                    <a:pt x="2409581" y="2244576"/>
                  </a:lnTo>
                  <a:lnTo>
                    <a:pt x="2409571" y="2245340"/>
                  </a:lnTo>
                  <a:lnTo>
                    <a:pt x="2409539" y="2246094"/>
                  </a:lnTo>
                  <a:lnTo>
                    <a:pt x="2409486" y="2246838"/>
                  </a:lnTo>
                  <a:lnTo>
                    <a:pt x="2409412" y="2247572"/>
                  </a:lnTo>
                  <a:lnTo>
                    <a:pt x="2409317" y="2248296"/>
                  </a:lnTo>
                  <a:lnTo>
                    <a:pt x="2409202" y="2249011"/>
                  </a:lnTo>
                  <a:lnTo>
                    <a:pt x="2409064" y="2249715"/>
                  </a:lnTo>
                  <a:lnTo>
                    <a:pt x="2408906" y="2250410"/>
                  </a:lnTo>
                  <a:lnTo>
                    <a:pt x="2408727" y="2251094"/>
                  </a:lnTo>
                  <a:lnTo>
                    <a:pt x="2408527" y="2251769"/>
                  </a:lnTo>
                  <a:lnTo>
                    <a:pt x="2408304" y="2252432"/>
                  </a:lnTo>
                  <a:lnTo>
                    <a:pt x="2408058" y="2253081"/>
                  </a:lnTo>
                  <a:lnTo>
                    <a:pt x="2407788" y="2253717"/>
                  </a:lnTo>
                  <a:lnTo>
                    <a:pt x="2407495" y="2254339"/>
                  </a:lnTo>
                  <a:lnTo>
                    <a:pt x="2407178" y="2254947"/>
                  </a:lnTo>
                  <a:lnTo>
                    <a:pt x="2406838" y="2255542"/>
                  </a:lnTo>
                  <a:lnTo>
                    <a:pt x="2406474" y="2256123"/>
                  </a:lnTo>
                  <a:lnTo>
                    <a:pt x="2406086" y="2256690"/>
                  </a:lnTo>
                  <a:lnTo>
                    <a:pt x="2405675" y="2257244"/>
                  </a:lnTo>
                  <a:lnTo>
                    <a:pt x="2405240" y="2257784"/>
                  </a:lnTo>
                  <a:lnTo>
                    <a:pt x="2404781" y="2258310"/>
                  </a:lnTo>
                  <a:lnTo>
                    <a:pt x="2404298" y="2258821"/>
                  </a:lnTo>
                  <a:lnTo>
                    <a:pt x="2403789" y="2259317"/>
                  </a:lnTo>
                  <a:lnTo>
                    <a:pt x="2403256" y="2259798"/>
                  </a:lnTo>
                  <a:lnTo>
                    <a:pt x="2402698" y="2260265"/>
                  </a:lnTo>
                  <a:lnTo>
                    <a:pt x="2402115" y="2260716"/>
                  </a:lnTo>
                  <a:lnTo>
                    <a:pt x="2401507" y="2261153"/>
                  </a:lnTo>
                  <a:lnTo>
                    <a:pt x="2400875" y="2261574"/>
                  </a:lnTo>
                  <a:lnTo>
                    <a:pt x="2400217" y="2261981"/>
                  </a:lnTo>
                  <a:lnTo>
                    <a:pt x="2399535" y="2262373"/>
                  </a:lnTo>
                  <a:lnTo>
                    <a:pt x="2398839" y="2262748"/>
                  </a:lnTo>
                  <a:lnTo>
                    <a:pt x="2398114" y="2263105"/>
                  </a:lnTo>
                  <a:lnTo>
                    <a:pt x="2397360" y="2263443"/>
                  </a:lnTo>
                  <a:lnTo>
                    <a:pt x="2396578" y="2263762"/>
                  </a:lnTo>
                  <a:lnTo>
                    <a:pt x="2395768" y="2264063"/>
                  </a:lnTo>
                  <a:lnTo>
                    <a:pt x="2394929" y="2264345"/>
                  </a:lnTo>
                  <a:lnTo>
                    <a:pt x="2394061" y="2264609"/>
                  </a:lnTo>
                  <a:lnTo>
                    <a:pt x="2393165" y="2264854"/>
                  </a:lnTo>
                  <a:lnTo>
                    <a:pt x="2392241" y="2265080"/>
                  </a:lnTo>
                  <a:lnTo>
                    <a:pt x="2391288" y="2265288"/>
                  </a:lnTo>
                  <a:lnTo>
                    <a:pt x="2391288" y="2265536"/>
                  </a:lnTo>
                  <a:lnTo>
                    <a:pt x="2392328" y="2265660"/>
                  </a:lnTo>
                  <a:lnTo>
                    <a:pt x="2393341" y="2265811"/>
                  </a:lnTo>
                  <a:lnTo>
                    <a:pt x="2394327" y="2265988"/>
                  </a:lnTo>
                  <a:lnTo>
                    <a:pt x="2395286" y="2266190"/>
                  </a:lnTo>
                  <a:lnTo>
                    <a:pt x="2396218" y="2266419"/>
                  </a:lnTo>
                  <a:lnTo>
                    <a:pt x="2397122" y="2266674"/>
                  </a:lnTo>
                  <a:lnTo>
                    <a:pt x="2397998" y="2266955"/>
                  </a:lnTo>
                  <a:lnTo>
                    <a:pt x="2398848" y="2267262"/>
                  </a:lnTo>
                  <a:lnTo>
                    <a:pt x="2399670" y="2267595"/>
                  </a:lnTo>
                  <a:lnTo>
                    <a:pt x="2400465" y="2267954"/>
                  </a:lnTo>
                  <a:lnTo>
                    <a:pt x="2401233" y="2268323"/>
                  </a:lnTo>
                  <a:lnTo>
                    <a:pt x="2401973" y="2268711"/>
                  </a:lnTo>
                  <a:lnTo>
                    <a:pt x="2402687" y="2269117"/>
                  </a:lnTo>
                  <a:lnTo>
                    <a:pt x="2403372" y="2269542"/>
                  </a:lnTo>
                  <a:lnTo>
                    <a:pt x="2404031" y="2269985"/>
                  </a:lnTo>
                  <a:lnTo>
                    <a:pt x="2404662" y="2270447"/>
                  </a:lnTo>
                  <a:lnTo>
                    <a:pt x="2405266" y="2270928"/>
                  </a:lnTo>
                  <a:lnTo>
                    <a:pt x="2405843" y="2271427"/>
                  </a:lnTo>
                  <a:lnTo>
                    <a:pt x="2406392" y="2271945"/>
                  </a:lnTo>
                  <a:lnTo>
                    <a:pt x="2406915" y="2272481"/>
                  </a:lnTo>
                  <a:lnTo>
                    <a:pt x="2407410" y="2273034"/>
                  </a:lnTo>
                  <a:lnTo>
                    <a:pt x="2407879" y="2273602"/>
                  </a:lnTo>
                  <a:lnTo>
                    <a:pt x="2408323" y="2274185"/>
                  </a:lnTo>
                  <a:lnTo>
                    <a:pt x="2408740" y="2274783"/>
                  </a:lnTo>
                  <a:lnTo>
                    <a:pt x="2409131" y="2275395"/>
                  </a:lnTo>
                  <a:lnTo>
                    <a:pt x="2409497" y="2276023"/>
                  </a:lnTo>
                  <a:lnTo>
                    <a:pt x="2409836" y="2276665"/>
                  </a:lnTo>
                  <a:lnTo>
                    <a:pt x="2410149" y="2277323"/>
                  </a:lnTo>
                  <a:lnTo>
                    <a:pt x="2410436" y="2277995"/>
                  </a:lnTo>
                  <a:lnTo>
                    <a:pt x="2410697" y="2278682"/>
                  </a:lnTo>
                  <a:lnTo>
                    <a:pt x="2410945" y="2279380"/>
                  </a:lnTo>
                  <a:lnTo>
                    <a:pt x="2411166" y="2280086"/>
                  </a:lnTo>
                  <a:lnTo>
                    <a:pt x="2411361" y="2280799"/>
                  </a:lnTo>
                  <a:lnTo>
                    <a:pt x="2411531" y="2281520"/>
                  </a:lnTo>
                  <a:lnTo>
                    <a:pt x="2411674" y="2282248"/>
                  </a:lnTo>
                  <a:lnTo>
                    <a:pt x="2411791" y="2282983"/>
                  </a:lnTo>
                  <a:lnTo>
                    <a:pt x="2411882" y="2283726"/>
                  </a:lnTo>
                  <a:lnTo>
                    <a:pt x="2411947" y="2284476"/>
                  </a:lnTo>
                  <a:lnTo>
                    <a:pt x="2411986" y="2285234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" name="ph36"/>
            <p:cNvSpPr/>
            <p:nvPr/>
          </p:nvSpPr>
          <p:spPr>
            <a:xfrm>
              <a:off x="2321014" y="2218678"/>
              <a:ext cx="2469856" cy="2286000"/>
            </a:xfrm>
            <a:custGeom>
              <a:avLst/>
              <a:gdLst/>
              <a:ahLst/>
              <a:cxnLst/>
              <a:rect l="0" t="0" r="0" b="0"/>
              <a:pathLst>
                <a:path w="2469856" h="2286000">
                  <a:moveTo>
                    <a:pt x="2412000" y="2286000"/>
                  </a:moveTo>
                  <a:lnTo>
                    <a:pt x="2412000" y="2278124"/>
                  </a:lnTo>
                  <a:lnTo>
                    <a:pt x="2412646" y="2276690"/>
                  </a:lnTo>
                  <a:lnTo>
                    <a:pt x="2413319" y="2275291"/>
                  </a:lnTo>
                  <a:lnTo>
                    <a:pt x="2414020" y="2273927"/>
                  </a:lnTo>
                  <a:lnTo>
                    <a:pt x="2414748" y="2272598"/>
                  </a:lnTo>
                  <a:lnTo>
                    <a:pt x="2415503" y="2271303"/>
                  </a:lnTo>
                  <a:lnTo>
                    <a:pt x="2416286" y="2270043"/>
                  </a:lnTo>
                  <a:lnTo>
                    <a:pt x="2417096" y="2268817"/>
                  </a:lnTo>
                  <a:lnTo>
                    <a:pt x="2417933" y="2267627"/>
                  </a:lnTo>
                  <a:lnTo>
                    <a:pt x="2418797" y="2266471"/>
                  </a:lnTo>
                  <a:lnTo>
                    <a:pt x="2419689" y="2265350"/>
                  </a:lnTo>
                  <a:lnTo>
                    <a:pt x="2420611" y="2264245"/>
                  </a:lnTo>
                  <a:lnTo>
                    <a:pt x="2421542" y="2263162"/>
                  </a:lnTo>
                  <a:lnTo>
                    <a:pt x="2422481" y="2262101"/>
                  </a:lnTo>
                  <a:lnTo>
                    <a:pt x="2423430" y="2261063"/>
                  </a:lnTo>
                  <a:lnTo>
                    <a:pt x="2424386" y="2260048"/>
                  </a:lnTo>
                  <a:lnTo>
                    <a:pt x="2425352" y="2259054"/>
                  </a:lnTo>
                  <a:lnTo>
                    <a:pt x="2426326" y="2258083"/>
                  </a:lnTo>
                  <a:lnTo>
                    <a:pt x="2427309" y="2257134"/>
                  </a:lnTo>
                  <a:lnTo>
                    <a:pt x="2428301" y="2256208"/>
                  </a:lnTo>
                  <a:lnTo>
                    <a:pt x="2429301" y="2255304"/>
                  </a:lnTo>
                  <a:lnTo>
                    <a:pt x="2430304" y="2254405"/>
                  </a:lnTo>
                  <a:lnTo>
                    <a:pt x="2431305" y="2253520"/>
                  </a:lnTo>
                  <a:lnTo>
                    <a:pt x="2432303" y="2252649"/>
                  </a:lnTo>
                  <a:lnTo>
                    <a:pt x="2433299" y="2251791"/>
                  </a:lnTo>
                  <a:lnTo>
                    <a:pt x="2434293" y="2250947"/>
                  </a:lnTo>
                  <a:lnTo>
                    <a:pt x="2435284" y="2250117"/>
                  </a:lnTo>
                  <a:lnTo>
                    <a:pt x="2436272" y="2249300"/>
                  </a:lnTo>
                  <a:lnTo>
                    <a:pt x="2437258" y="2248497"/>
                  </a:lnTo>
                  <a:lnTo>
                    <a:pt x="2438242" y="2247708"/>
                  </a:lnTo>
                  <a:lnTo>
                    <a:pt x="2439223" y="2246932"/>
                  </a:lnTo>
                  <a:lnTo>
                    <a:pt x="2440205" y="2246163"/>
                  </a:lnTo>
                  <a:lnTo>
                    <a:pt x="2441167" y="2245394"/>
                  </a:lnTo>
                  <a:lnTo>
                    <a:pt x="2442110" y="2244625"/>
                  </a:lnTo>
                  <a:lnTo>
                    <a:pt x="2443033" y="2243856"/>
                  </a:lnTo>
                  <a:lnTo>
                    <a:pt x="2443936" y="2243087"/>
                  </a:lnTo>
                  <a:lnTo>
                    <a:pt x="2444819" y="2242318"/>
                  </a:lnTo>
                  <a:lnTo>
                    <a:pt x="2445682" y="2241550"/>
                  </a:lnTo>
                  <a:lnTo>
                    <a:pt x="2446525" y="2240781"/>
                  </a:lnTo>
                  <a:lnTo>
                    <a:pt x="2447349" y="2240012"/>
                  </a:lnTo>
                  <a:lnTo>
                    <a:pt x="2448152" y="2239243"/>
                  </a:lnTo>
                  <a:lnTo>
                    <a:pt x="2448931" y="2238470"/>
                  </a:lnTo>
                  <a:lnTo>
                    <a:pt x="2449678" y="2237690"/>
                  </a:lnTo>
                  <a:lnTo>
                    <a:pt x="2450394" y="2236902"/>
                  </a:lnTo>
                  <a:lnTo>
                    <a:pt x="2451079" y="2236107"/>
                  </a:lnTo>
                  <a:lnTo>
                    <a:pt x="2451734" y="2235305"/>
                  </a:lnTo>
                  <a:lnTo>
                    <a:pt x="2452357" y="2234495"/>
                  </a:lnTo>
                  <a:lnTo>
                    <a:pt x="2452949" y="2233678"/>
                  </a:lnTo>
                  <a:lnTo>
                    <a:pt x="2453510" y="2232853"/>
                  </a:lnTo>
                  <a:lnTo>
                    <a:pt x="2454040" y="2232021"/>
                  </a:lnTo>
                  <a:lnTo>
                    <a:pt x="2454540" y="2231181"/>
                  </a:lnTo>
                  <a:lnTo>
                    <a:pt x="2455011" y="2230327"/>
                  </a:lnTo>
                  <a:lnTo>
                    <a:pt x="2455433" y="2229450"/>
                  </a:lnTo>
                  <a:lnTo>
                    <a:pt x="2455805" y="2228551"/>
                  </a:lnTo>
                  <a:lnTo>
                    <a:pt x="2456127" y="2227629"/>
                  </a:lnTo>
                  <a:lnTo>
                    <a:pt x="2456400" y="2226685"/>
                  </a:lnTo>
                  <a:lnTo>
                    <a:pt x="2456623" y="2225719"/>
                  </a:lnTo>
                  <a:lnTo>
                    <a:pt x="2456797" y="2224731"/>
                  </a:lnTo>
                  <a:lnTo>
                    <a:pt x="2456921" y="2223720"/>
                  </a:lnTo>
                  <a:lnTo>
                    <a:pt x="2456995" y="2222687"/>
                  </a:lnTo>
                  <a:lnTo>
                    <a:pt x="2457020" y="2221631"/>
                  </a:lnTo>
                  <a:lnTo>
                    <a:pt x="2457009" y="2220896"/>
                  </a:lnTo>
                  <a:lnTo>
                    <a:pt x="2456975" y="2220180"/>
                  </a:lnTo>
                  <a:lnTo>
                    <a:pt x="2456920" y="2219483"/>
                  </a:lnTo>
                  <a:lnTo>
                    <a:pt x="2456841" y="2218804"/>
                  </a:lnTo>
                  <a:lnTo>
                    <a:pt x="2456741" y="2218143"/>
                  </a:lnTo>
                  <a:lnTo>
                    <a:pt x="2456618" y="2217501"/>
                  </a:lnTo>
                  <a:lnTo>
                    <a:pt x="2456473" y="2216878"/>
                  </a:lnTo>
                  <a:lnTo>
                    <a:pt x="2456306" y="2216274"/>
                  </a:lnTo>
                  <a:lnTo>
                    <a:pt x="2456116" y="2215688"/>
                  </a:lnTo>
                  <a:lnTo>
                    <a:pt x="2455904" y="2215120"/>
                  </a:lnTo>
                  <a:lnTo>
                    <a:pt x="2455671" y="2214559"/>
                  </a:lnTo>
                  <a:lnTo>
                    <a:pt x="2455418" y="2214016"/>
                  </a:lnTo>
                  <a:lnTo>
                    <a:pt x="2455145" y="2213492"/>
                  </a:lnTo>
                  <a:lnTo>
                    <a:pt x="2454852" y="2212987"/>
                  </a:lnTo>
                  <a:lnTo>
                    <a:pt x="2454540" y="2212500"/>
                  </a:lnTo>
                  <a:lnTo>
                    <a:pt x="2454207" y="2212032"/>
                  </a:lnTo>
                  <a:lnTo>
                    <a:pt x="2453855" y="2211582"/>
                  </a:lnTo>
                  <a:lnTo>
                    <a:pt x="2453483" y="2211151"/>
                  </a:lnTo>
                  <a:lnTo>
                    <a:pt x="2453091" y="2210739"/>
                  </a:lnTo>
                  <a:lnTo>
                    <a:pt x="2452679" y="2210345"/>
                  </a:lnTo>
                  <a:lnTo>
                    <a:pt x="2452249" y="2209971"/>
                  </a:lnTo>
                  <a:lnTo>
                    <a:pt x="2451801" y="2209616"/>
                  </a:lnTo>
                  <a:lnTo>
                    <a:pt x="2451336" y="2209281"/>
                  </a:lnTo>
                  <a:lnTo>
                    <a:pt x="2450854" y="2208966"/>
                  </a:lnTo>
                  <a:lnTo>
                    <a:pt x="2450354" y="2208671"/>
                  </a:lnTo>
                  <a:lnTo>
                    <a:pt x="2449837" y="2208396"/>
                  </a:lnTo>
                  <a:lnTo>
                    <a:pt x="2449302" y="2208140"/>
                  </a:lnTo>
                  <a:lnTo>
                    <a:pt x="2448750" y="2207904"/>
                  </a:lnTo>
                  <a:lnTo>
                    <a:pt x="2448181" y="2207689"/>
                  </a:lnTo>
                  <a:lnTo>
                    <a:pt x="2447594" y="2207493"/>
                  </a:lnTo>
                  <a:lnTo>
                    <a:pt x="2447004" y="2207304"/>
                  </a:lnTo>
                  <a:lnTo>
                    <a:pt x="2446401" y="2207135"/>
                  </a:lnTo>
                  <a:lnTo>
                    <a:pt x="2445784" y="2206987"/>
                  </a:lnTo>
                  <a:lnTo>
                    <a:pt x="2445153" y="2206858"/>
                  </a:lnTo>
                  <a:lnTo>
                    <a:pt x="2444509" y="2206749"/>
                  </a:lnTo>
                  <a:lnTo>
                    <a:pt x="2443851" y="2206659"/>
                  </a:lnTo>
                  <a:lnTo>
                    <a:pt x="2443180" y="2206590"/>
                  </a:lnTo>
                  <a:lnTo>
                    <a:pt x="2442494" y="2206540"/>
                  </a:lnTo>
                  <a:lnTo>
                    <a:pt x="2441796" y="2206510"/>
                  </a:lnTo>
                  <a:lnTo>
                    <a:pt x="2441083" y="2206500"/>
                  </a:lnTo>
                  <a:lnTo>
                    <a:pt x="2440417" y="2206510"/>
                  </a:lnTo>
                  <a:lnTo>
                    <a:pt x="2439758" y="2206538"/>
                  </a:lnTo>
                  <a:lnTo>
                    <a:pt x="2439107" y="2206584"/>
                  </a:lnTo>
                  <a:lnTo>
                    <a:pt x="2438464" y="2206649"/>
                  </a:lnTo>
                  <a:lnTo>
                    <a:pt x="2437827" y="2206733"/>
                  </a:lnTo>
                  <a:lnTo>
                    <a:pt x="2437199" y="2206835"/>
                  </a:lnTo>
                  <a:lnTo>
                    <a:pt x="2436577" y="2206956"/>
                  </a:lnTo>
                  <a:lnTo>
                    <a:pt x="2435963" y="2207096"/>
                  </a:lnTo>
                  <a:lnTo>
                    <a:pt x="2435357" y="2207254"/>
                  </a:lnTo>
                  <a:lnTo>
                    <a:pt x="2434758" y="2207431"/>
                  </a:lnTo>
                  <a:lnTo>
                    <a:pt x="2434181" y="2207626"/>
                  </a:lnTo>
                  <a:lnTo>
                    <a:pt x="2433617" y="2207840"/>
                  </a:lnTo>
                  <a:lnTo>
                    <a:pt x="2433065" y="2208072"/>
                  </a:lnTo>
                  <a:lnTo>
                    <a:pt x="2432525" y="2208324"/>
                  </a:lnTo>
                  <a:lnTo>
                    <a:pt x="2431998" y="2208593"/>
                  </a:lnTo>
                  <a:lnTo>
                    <a:pt x="2431484" y="2208882"/>
                  </a:lnTo>
                  <a:lnTo>
                    <a:pt x="2430981" y="2209189"/>
                  </a:lnTo>
                  <a:lnTo>
                    <a:pt x="2430491" y="2209514"/>
                  </a:lnTo>
                  <a:lnTo>
                    <a:pt x="2430014" y="2209858"/>
                  </a:lnTo>
                  <a:lnTo>
                    <a:pt x="2429549" y="2210221"/>
                  </a:lnTo>
                  <a:lnTo>
                    <a:pt x="2429098" y="2210603"/>
                  </a:lnTo>
                  <a:lnTo>
                    <a:pt x="2428663" y="2211003"/>
                  </a:lnTo>
                  <a:lnTo>
                    <a:pt x="2428245" y="2211421"/>
                  </a:lnTo>
                  <a:lnTo>
                    <a:pt x="2427842" y="2211858"/>
                  </a:lnTo>
                  <a:lnTo>
                    <a:pt x="2427456" y="2212314"/>
                  </a:lnTo>
                  <a:lnTo>
                    <a:pt x="2427086" y="2212788"/>
                  </a:lnTo>
                  <a:lnTo>
                    <a:pt x="2426732" y="2213281"/>
                  </a:lnTo>
                  <a:lnTo>
                    <a:pt x="2426394" y="2213793"/>
                  </a:lnTo>
                  <a:lnTo>
                    <a:pt x="2426072" y="2214323"/>
                  </a:lnTo>
                  <a:lnTo>
                    <a:pt x="2425766" y="2214872"/>
                  </a:lnTo>
                  <a:lnTo>
                    <a:pt x="2425491" y="2215427"/>
                  </a:lnTo>
                  <a:lnTo>
                    <a:pt x="2425235" y="2216001"/>
                  </a:lnTo>
                  <a:lnTo>
                    <a:pt x="2425000" y="2216593"/>
                  </a:lnTo>
                  <a:lnTo>
                    <a:pt x="2424784" y="2217204"/>
                  </a:lnTo>
                  <a:lnTo>
                    <a:pt x="2424588" y="2217833"/>
                  </a:lnTo>
                  <a:lnTo>
                    <a:pt x="2424412" y="2218481"/>
                  </a:lnTo>
                  <a:lnTo>
                    <a:pt x="2424255" y="2219148"/>
                  </a:lnTo>
                  <a:lnTo>
                    <a:pt x="2424119" y="2219833"/>
                  </a:lnTo>
                  <a:lnTo>
                    <a:pt x="2424002" y="2220537"/>
                  </a:lnTo>
                  <a:lnTo>
                    <a:pt x="2423906" y="2221259"/>
                  </a:lnTo>
                  <a:lnTo>
                    <a:pt x="2412496" y="2220205"/>
                  </a:lnTo>
                  <a:lnTo>
                    <a:pt x="2412622" y="2219268"/>
                  </a:lnTo>
                  <a:lnTo>
                    <a:pt x="2412778" y="2218342"/>
                  </a:lnTo>
                  <a:lnTo>
                    <a:pt x="2412964" y="2217428"/>
                  </a:lnTo>
                  <a:lnTo>
                    <a:pt x="2413180" y="2216524"/>
                  </a:lnTo>
                  <a:lnTo>
                    <a:pt x="2413426" y="2215632"/>
                  </a:lnTo>
                  <a:lnTo>
                    <a:pt x="2413701" y="2214751"/>
                  </a:lnTo>
                  <a:lnTo>
                    <a:pt x="2414006" y="2213880"/>
                  </a:lnTo>
                  <a:lnTo>
                    <a:pt x="2414341" y="2213022"/>
                  </a:lnTo>
                  <a:lnTo>
                    <a:pt x="2414706" y="2212174"/>
                  </a:lnTo>
                  <a:lnTo>
                    <a:pt x="2415100" y="2211337"/>
                  </a:lnTo>
                  <a:lnTo>
                    <a:pt x="2415525" y="2210517"/>
                  </a:lnTo>
                  <a:lnTo>
                    <a:pt x="2415981" y="2209718"/>
                  </a:lnTo>
                  <a:lnTo>
                    <a:pt x="2416467" y="2208939"/>
                  </a:lnTo>
                  <a:lnTo>
                    <a:pt x="2416985" y="2208182"/>
                  </a:lnTo>
                  <a:lnTo>
                    <a:pt x="2417534" y="2207446"/>
                  </a:lnTo>
                  <a:lnTo>
                    <a:pt x="2418114" y="2206731"/>
                  </a:lnTo>
                  <a:lnTo>
                    <a:pt x="2418725" y="2206037"/>
                  </a:lnTo>
                  <a:lnTo>
                    <a:pt x="2419366" y="2205364"/>
                  </a:lnTo>
                  <a:lnTo>
                    <a:pt x="2420039" y="2204713"/>
                  </a:lnTo>
                  <a:lnTo>
                    <a:pt x="2420743" y="2204082"/>
                  </a:lnTo>
                  <a:lnTo>
                    <a:pt x="2421477" y="2203463"/>
                  </a:lnTo>
                  <a:lnTo>
                    <a:pt x="2422239" y="2202872"/>
                  </a:lnTo>
                  <a:lnTo>
                    <a:pt x="2423030" y="2202307"/>
                  </a:lnTo>
                  <a:lnTo>
                    <a:pt x="2423849" y="2201770"/>
                  </a:lnTo>
                  <a:lnTo>
                    <a:pt x="2424696" y="2201260"/>
                  </a:lnTo>
                  <a:lnTo>
                    <a:pt x="2425573" y="2200778"/>
                  </a:lnTo>
                  <a:lnTo>
                    <a:pt x="2426477" y="2200323"/>
                  </a:lnTo>
                  <a:lnTo>
                    <a:pt x="2427411" y="2199895"/>
                  </a:lnTo>
                  <a:lnTo>
                    <a:pt x="2428372" y="2199494"/>
                  </a:lnTo>
                  <a:lnTo>
                    <a:pt x="2429363" y="2199121"/>
                  </a:lnTo>
                  <a:lnTo>
                    <a:pt x="2430395" y="2198779"/>
                  </a:lnTo>
                  <a:lnTo>
                    <a:pt x="2431459" y="2198474"/>
                  </a:lnTo>
                  <a:lnTo>
                    <a:pt x="2432553" y="2198204"/>
                  </a:lnTo>
                  <a:lnTo>
                    <a:pt x="2433679" y="2197970"/>
                  </a:lnTo>
                  <a:lnTo>
                    <a:pt x="2434835" y="2197772"/>
                  </a:lnTo>
                  <a:lnTo>
                    <a:pt x="2436023" y="2197610"/>
                  </a:lnTo>
                  <a:lnTo>
                    <a:pt x="2437241" y="2197485"/>
                  </a:lnTo>
                  <a:lnTo>
                    <a:pt x="2438491" y="2197395"/>
                  </a:lnTo>
                  <a:lnTo>
                    <a:pt x="2439771" y="2197341"/>
                  </a:lnTo>
                  <a:lnTo>
                    <a:pt x="2441083" y="2197323"/>
                  </a:lnTo>
                  <a:lnTo>
                    <a:pt x="2442371" y="2197338"/>
                  </a:lnTo>
                  <a:lnTo>
                    <a:pt x="2443630" y="2197385"/>
                  </a:lnTo>
                  <a:lnTo>
                    <a:pt x="2444861" y="2197462"/>
                  </a:lnTo>
                  <a:lnTo>
                    <a:pt x="2446064" y="2197571"/>
                  </a:lnTo>
                  <a:lnTo>
                    <a:pt x="2447238" y="2197710"/>
                  </a:lnTo>
                  <a:lnTo>
                    <a:pt x="2448383" y="2197881"/>
                  </a:lnTo>
                  <a:lnTo>
                    <a:pt x="2449500" y="2198082"/>
                  </a:lnTo>
                  <a:lnTo>
                    <a:pt x="2450588" y="2198315"/>
                  </a:lnTo>
                  <a:lnTo>
                    <a:pt x="2451648" y="2198578"/>
                  </a:lnTo>
                  <a:lnTo>
                    <a:pt x="2452679" y="2198873"/>
                  </a:lnTo>
                  <a:lnTo>
                    <a:pt x="2453680" y="2199198"/>
                  </a:lnTo>
                  <a:lnTo>
                    <a:pt x="2454649" y="2199553"/>
                  </a:lnTo>
                  <a:lnTo>
                    <a:pt x="2455585" y="2199937"/>
                  </a:lnTo>
                  <a:lnTo>
                    <a:pt x="2456489" y="2200351"/>
                  </a:lnTo>
                  <a:lnTo>
                    <a:pt x="2457361" y="2200795"/>
                  </a:lnTo>
                  <a:lnTo>
                    <a:pt x="2458201" y="2201269"/>
                  </a:lnTo>
                  <a:lnTo>
                    <a:pt x="2459008" y="2201773"/>
                  </a:lnTo>
                  <a:lnTo>
                    <a:pt x="2459783" y="2202306"/>
                  </a:lnTo>
                  <a:lnTo>
                    <a:pt x="2460526" y="2202869"/>
                  </a:lnTo>
                  <a:lnTo>
                    <a:pt x="2461237" y="2203462"/>
                  </a:lnTo>
                  <a:lnTo>
                    <a:pt x="2461927" y="2204084"/>
                  </a:lnTo>
                  <a:lnTo>
                    <a:pt x="2462584" y="2204734"/>
                  </a:lnTo>
                  <a:lnTo>
                    <a:pt x="2463207" y="2205413"/>
                  </a:lnTo>
                  <a:lnTo>
                    <a:pt x="2463797" y="2206121"/>
                  </a:lnTo>
                  <a:lnTo>
                    <a:pt x="2464353" y="2206857"/>
                  </a:lnTo>
                  <a:lnTo>
                    <a:pt x="2464876" y="2207622"/>
                  </a:lnTo>
                  <a:lnTo>
                    <a:pt x="2465365" y="2208415"/>
                  </a:lnTo>
                  <a:lnTo>
                    <a:pt x="2465821" y="2209236"/>
                  </a:lnTo>
                  <a:lnTo>
                    <a:pt x="2466243" y="2210087"/>
                  </a:lnTo>
                  <a:lnTo>
                    <a:pt x="2466632" y="2210965"/>
                  </a:lnTo>
                  <a:lnTo>
                    <a:pt x="2466985" y="2211872"/>
                  </a:lnTo>
                  <a:lnTo>
                    <a:pt x="2467302" y="2212806"/>
                  </a:lnTo>
                  <a:lnTo>
                    <a:pt x="2467581" y="2213767"/>
                  </a:lnTo>
                  <a:lnTo>
                    <a:pt x="2467822" y="2214755"/>
                  </a:lnTo>
                  <a:lnTo>
                    <a:pt x="2468027" y="2215771"/>
                  </a:lnTo>
                  <a:lnTo>
                    <a:pt x="2468195" y="2216814"/>
                  </a:lnTo>
                  <a:lnTo>
                    <a:pt x="2468325" y="2217885"/>
                  </a:lnTo>
                  <a:lnTo>
                    <a:pt x="2468418" y="2218982"/>
                  </a:lnTo>
                  <a:lnTo>
                    <a:pt x="2468474" y="2220107"/>
                  </a:lnTo>
                  <a:lnTo>
                    <a:pt x="2468492" y="2221259"/>
                  </a:lnTo>
                  <a:lnTo>
                    <a:pt x="2468476" y="2222135"/>
                  </a:lnTo>
                  <a:lnTo>
                    <a:pt x="2468428" y="2223003"/>
                  </a:lnTo>
                  <a:lnTo>
                    <a:pt x="2468347" y="2223862"/>
                  </a:lnTo>
                  <a:lnTo>
                    <a:pt x="2468234" y="2224712"/>
                  </a:lnTo>
                  <a:lnTo>
                    <a:pt x="2468089" y="2225554"/>
                  </a:lnTo>
                  <a:lnTo>
                    <a:pt x="2467912" y="2226386"/>
                  </a:lnTo>
                  <a:lnTo>
                    <a:pt x="2467702" y="2227211"/>
                  </a:lnTo>
                  <a:lnTo>
                    <a:pt x="2467460" y="2228026"/>
                  </a:lnTo>
                  <a:lnTo>
                    <a:pt x="2467186" y="2228833"/>
                  </a:lnTo>
                  <a:lnTo>
                    <a:pt x="2466880" y="2229631"/>
                  </a:lnTo>
                  <a:lnTo>
                    <a:pt x="2466559" y="2230421"/>
                  </a:lnTo>
                  <a:lnTo>
                    <a:pt x="2466215" y="2231203"/>
                  </a:lnTo>
                  <a:lnTo>
                    <a:pt x="2465849" y="2231979"/>
                  </a:lnTo>
                  <a:lnTo>
                    <a:pt x="2465461" y="2232746"/>
                  </a:lnTo>
                  <a:lnTo>
                    <a:pt x="2465051" y="2233507"/>
                  </a:lnTo>
                  <a:lnTo>
                    <a:pt x="2464618" y="2234259"/>
                  </a:lnTo>
                  <a:lnTo>
                    <a:pt x="2464163" y="2235005"/>
                  </a:lnTo>
                  <a:lnTo>
                    <a:pt x="2463685" y="2235743"/>
                  </a:lnTo>
                  <a:lnTo>
                    <a:pt x="2463185" y="2236473"/>
                  </a:lnTo>
                  <a:lnTo>
                    <a:pt x="2462663" y="2237196"/>
                  </a:lnTo>
                  <a:lnTo>
                    <a:pt x="2462133" y="2237913"/>
                  </a:lnTo>
                  <a:lnTo>
                    <a:pt x="2461587" y="2238625"/>
                  </a:lnTo>
                  <a:lnTo>
                    <a:pt x="2461022" y="2239332"/>
                  </a:lnTo>
                  <a:lnTo>
                    <a:pt x="2460441" y="2240034"/>
                  </a:lnTo>
                  <a:lnTo>
                    <a:pt x="2459842" y="2240731"/>
                  </a:lnTo>
                  <a:lnTo>
                    <a:pt x="2459225" y="2241423"/>
                  </a:lnTo>
                  <a:lnTo>
                    <a:pt x="2458591" y="2242110"/>
                  </a:lnTo>
                  <a:lnTo>
                    <a:pt x="2457940" y="2242792"/>
                  </a:lnTo>
                  <a:lnTo>
                    <a:pt x="2457272" y="2243469"/>
                  </a:lnTo>
                  <a:lnTo>
                    <a:pt x="2456586" y="2244142"/>
                  </a:lnTo>
                  <a:lnTo>
                    <a:pt x="2455888" y="2244810"/>
                  </a:lnTo>
                  <a:lnTo>
                    <a:pt x="2455184" y="2245476"/>
                  </a:lnTo>
                  <a:lnTo>
                    <a:pt x="2454474" y="2246140"/>
                  </a:lnTo>
                  <a:lnTo>
                    <a:pt x="2453758" y="2246801"/>
                  </a:lnTo>
                  <a:lnTo>
                    <a:pt x="2453036" y="2247459"/>
                  </a:lnTo>
                  <a:lnTo>
                    <a:pt x="2452307" y="2248115"/>
                  </a:lnTo>
                  <a:lnTo>
                    <a:pt x="2451572" y="2248769"/>
                  </a:lnTo>
                  <a:lnTo>
                    <a:pt x="2450831" y="2249420"/>
                  </a:lnTo>
                  <a:lnTo>
                    <a:pt x="2450084" y="2250069"/>
                  </a:lnTo>
                  <a:lnTo>
                    <a:pt x="2449331" y="2250715"/>
                  </a:lnTo>
                  <a:lnTo>
                    <a:pt x="2448573" y="2251347"/>
                  </a:lnTo>
                  <a:lnTo>
                    <a:pt x="2447815" y="2251980"/>
                  </a:lnTo>
                  <a:lnTo>
                    <a:pt x="2447055" y="2252612"/>
                  </a:lnTo>
                  <a:lnTo>
                    <a:pt x="2446294" y="2253245"/>
                  </a:lnTo>
                  <a:lnTo>
                    <a:pt x="2445532" y="2253877"/>
                  </a:lnTo>
                  <a:lnTo>
                    <a:pt x="2444769" y="2254510"/>
                  </a:lnTo>
                  <a:lnTo>
                    <a:pt x="2444004" y="2255142"/>
                  </a:lnTo>
                  <a:lnTo>
                    <a:pt x="2443239" y="2255775"/>
                  </a:lnTo>
                  <a:lnTo>
                    <a:pt x="2442471" y="2256408"/>
                  </a:lnTo>
                  <a:lnTo>
                    <a:pt x="2441703" y="2257040"/>
                  </a:lnTo>
                  <a:lnTo>
                    <a:pt x="2440939" y="2257661"/>
                  </a:lnTo>
                  <a:lnTo>
                    <a:pt x="2440183" y="2258283"/>
                  </a:lnTo>
                  <a:lnTo>
                    <a:pt x="2439435" y="2258906"/>
                  </a:lnTo>
                  <a:lnTo>
                    <a:pt x="2438697" y="2259530"/>
                  </a:lnTo>
                  <a:lnTo>
                    <a:pt x="2437967" y="2260156"/>
                  </a:lnTo>
                  <a:lnTo>
                    <a:pt x="2437246" y="2260783"/>
                  </a:lnTo>
                  <a:lnTo>
                    <a:pt x="2436533" y="2261411"/>
                  </a:lnTo>
                  <a:lnTo>
                    <a:pt x="2435829" y="2262041"/>
                  </a:lnTo>
                  <a:lnTo>
                    <a:pt x="2435134" y="2262671"/>
                  </a:lnTo>
                  <a:lnTo>
                    <a:pt x="2434448" y="2263303"/>
                  </a:lnTo>
                  <a:lnTo>
                    <a:pt x="2433785" y="2263937"/>
                  </a:lnTo>
                  <a:lnTo>
                    <a:pt x="2433136" y="2264573"/>
                  </a:lnTo>
                  <a:lnTo>
                    <a:pt x="2432500" y="2265212"/>
                  </a:lnTo>
                  <a:lnTo>
                    <a:pt x="2431878" y="2265853"/>
                  </a:lnTo>
                  <a:lnTo>
                    <a:pt x="2431270" y="2266497"/>
                  </a:lnTo>
                  <a:lnTo>
                    <a:pt x="2430675" y="2267143"/>
                  </a:lnTo>
                  <a:lnTo>
                    <a:pt x="2430094" y="2267792"/>
                  </a:lnTo>
                  <a:lnTo>
                    <a:pt x="2429526" y="2268443"/>
                  </a:lnTo>
                  <a:lnTo>
                    <a:pt x="2428973" y="2269096"/>
                  </a:lnTo>
                  <a:lnTo>
                    <a:pt x="2428433" y="2269752"/>
                  </a:lnTo>
                  <a:lnTo>
                    <a:pt x="2427911" y="2270400"/>
                  </a:lnTo>
                  <a:lnTo>
                    <a:pt x="2427413" y="2271055"/>
                  </a:lnTo>
                  <a:lnTo>
                    <a:pt x="2426939" y="2271715"/>
                  </a:lnTo>
                  <a:lnTo>
                    <a:pt x="2426488" y="2272382"/>
                  </a:lnTo>
                  <a:lnTo>
                    <a:pt x="2426061" y="2273055"/>
                  </a:lnTo>
                  <a:lnTo>
                    <a:pt x="2425657" y="2273734"/>
                  </a:lnTo>
                  <a:lnTo>
                    <a:pt x="2425277" y="2274419"/>
                  </a:lnTo>
                  <a:lnTo>
                    <a:pt x="2424920" y="2275110"/>
                  </a:lnTo>
                  <a:lnTo>
                    <a:pt x="2424587" y="2275808"/>
                  </a:lnTo>
                  <a:lnTo>
                    <a:pt x="2424278" y="2276512"/>
                  </a:lnTo>
                  <a:lnTo>
                    <a:pt x="2469856" y="2276512"/>
                  </a:lnTo>
                  <a:lnTo>
                    <a:pt x="2469856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" name="ph37"/>
            <p:cNvSpPr/>
            <p:nvPr/>
          </p:nvSpPr>
          <p:spPr>
            <a:xfrm>
              <a:off x="2450929" y="2174960"/>
              <a:ext cx="2412000" cy="2330958"/>
            </a:xfrm>
            <a:custGeom>
              <a:avLst/>
              <a:gdLst/>
              <a:ahLst/>
              <a:cxnLst/>
              <a:rect l="0" t="0" r="0" b="0"/>
              <a:pathLst>
                <a:path w="2412000" h="2330958">
                  <a:moveTo>
                    <a:pt x="2412000" y="2286000"/>
                  </a:moveTo>
                  <a:lnTo>
                    <a:pt x="2411975" y="2288477"/>
                  </a:lnTo>
                  <a:lnTo>
                    <a:pt x="2411903" y="2290876"/>
                  </a:lnTo>
                  <a:lnTo>
                    <a:pt x="2411782" y="2293195"/>
                  </a:lnTo>
                  <a:lnTo>
                    <a:pt x="2411613" y="2295435"/>
                  </a:lnTo>
                  <a:lnTo>
                    <a:pt x="2411395" y="2297596"/>
                  </a:lnTo>
                  <a:lnTo>
                    <a:pt x="2411129" y="2299677"/>
                  </a:lnTo>
                  <a:lnTo>
                    <a:pt x="2410814" y="2301679"/>
                  </a:lnTo>
                  <a:lnTo>
                    <a:pt x="2410452" y="2303601"/>
                  </a:lnTo>
                  <a:lnTo>
                    <a:pt x="2410041" y="2305444"/>
                  </a:lnTo>
                  <a:lnTo>
                    <a:pt x="2409581" y="2307208"/>
                  </a:lnTo>
                  <a:lnTo>
                    <a:pt x="2409092" y="2308887"/>
                  </a:lnTo>
                  <a:lnTo>
                    <a:pt x="2408567" y="2310502"/>
                  </a:lnTo>
                  <a:lnTo>
                    <a:pt x="2408005" y="2312052"/>
                  </a:lnTo>
                  <a:lnTo>
                    <a:pt x="2407408" y="2313538"/>
                  </a:lnTo>
                  <a:lnTo>
                    <a:pt x="2406775" y="2314959"/>
                  </a:lnTo>
                  <a:lnTo>
                    <a:pt x="2406106" y="2316316"/>
                  </a:lnTo>
                  <a:lnTo>
                    <a:pt x="2405401" y="2317608"/>
                  </a:lnTo>
                  <a:lnTo>
                    <a:pt x="2404660" y="2318836"/>
                  </a:lnTo>
                  <a:lnTo>
                    <a:pt x="2403883" y="2319999"/>
                  </a:lnTo>
                  <a:lnTo>
                    <a:pt x="2403070" y="2321098"/>
                  </a:lnTo>
                  <a:lnTo>
                    <a:pt x="2402236" y="2322123"/>
                  </a:lnTo>
                  <a:lnTo>
                    <a:pt x="2401373" y="2323087"/>
                  </a:lnTo>
                  <a:lnTo>
                    <a:pt x="2400480" y="2323993"/>
                  </a:lnTo>
                  <a:lnTo>
                    <a:pt x="2399557" y="2324839"/>
                  </a:lnTo>
                  <a:lnTo>
                    <a:pt x="2398605" y="2325625"/>
                  </a:lnTo>
                  <a:lnTo>
                    <a:pt x="2397623" y="2326352"/>
                  </a:lnTo>
                  <a:lnTo>
                    <a:pt x="2396611" y="2327019"/>
                  </a:lnTo>
                  <a:lnTo>
                    <a:pt x="2395569" y="2327627"/>
                  </a:lnTo>
                  <a:lnTo>
                    <a:pt x="2394497" y="2328175"/>
                  </a:lnTo>
                  <a:lnTo>
                    <a:pt x="2393396" y="2328664"/>
                  </a:lnTo>
                  <a:lnTo>
                    <a:pt x="2392272" y="2329100"/>
                  </a:lnTo>
                  <a:lnTo>
                    <a:pt x="2391134" y="2329490"/>
                  </a:lnTo>
                  <a:lnTo>
                    <a:pt x="2389980" y="2329834"/>
                  </a:lnTo>
                  <a:lnTo>
                    <a:pt x="2388812" y="2330132"/>
                  </a:lnTo>
                  <a:lnTo>
                    <a:pt x="2387629" y="2330384"/>
                  </a:lnTo>
                  <a:lnTo>
                    <a:pt x="2386431" y="2330591"/>
                  </a:lnTo>
                  <a:lnTo>
                    <a:pt x="2385218" y="2330751"/>
                  </a:lnTo>
                  <a:lnTo>
                    <a:pt x="2383990" y="2330866"/>
                  </a:lnTo>
                  <a:lnTo>
                    <a:pt x="2382747" y="2330935"/>
                  </a:lnTo>
                  <a:lnTo>
                    <a:pt x="2381490" y="2330958"/>
                  </a:lnTo>
                  <a:lnTo>
                    <a:pt x="2380221" y="2330935"/>
                  </a:lnTo>
                  <a:lnTo>
                    <a:pt x="2378970" y="2330866"/>
                  </a:lnTo>
                  <a:lnTo>
                    <a:pt x="2377736" y="2330751"/>
                  </a:lnTo>
                  <a:lnTo>
                    <a:pt x="2376519" y="2330591"/>
                  </a:lnTo>
                  <a:lnTo>
                    <a:pt x="2375320" y="2330384"/>
                  </a:lnTo>
                  <a:lnTo>
                    <a:pt x="2374138" y="2330132"/>
                  </a:lnTo>
                  <a:lnTo>
                    <a:pt x="2372973" y="2329834"/>
                  </a:lnTo>
                  <a:lnTo>
                    <a:pt x="2371826" y="2329490"/>
                  </a:lnTo>
                  <a:lnTo>
                    <a:pt x="2370696" y="2329100"/>
                  </a:lnTo>
                  <a:lnTo>
                    <a:pt x="2369583" y="2328664"/>
                  </a:lnTo>
                  <a:lnTo>
                    <a:pt x="2368494" y="2328175"/>
                  </a:lnTo>
                  <a:lnTo>
                    <a:pt x="2367433" y="2327627"/>
                  </a:lnTo>
                  <a:lnTo>
                    <a:pt x="2366400" y="2327019"/>
                  </a:lnTo>
                  <a:lnTo>
                    <a:pt x="2365396" y="2326352"/>
                  </a:lnTo>
                  <a:lnTo>
                    <a:pt x="2364421" y="2325625"/>
                  </a:lnTo>
                  <a:lnTo>
                    <a:pt x="2363474" y="2324839"/>
                  </a:lnTo>
                  <a:lnTo>
                    <a:pt x="2362556" y="2323993"/>
                  </a:lnTo>
                  <a:lnTo>
                    <a:pt x="2361666" y="2323087"/>
                  </a:lnTo>
                  <a:lnTo>
                    <a:pt x="2360804" y="2322123"/>
                  </a:lnTo>
                  <a:lnTo>
                    <a:pt x="2359972" y="2321098"/>
                  </a:lnTo>
                  <a:lnTo>
                    <a:pt x="2359182" y="2320011"/>
                  </a:lnTo>
                  <a:lnTo>
                    <a:pt x="2358426" y="2318858"/>
                  </a:lnTo>
                  <a:lnTo>
                    <a:pt x="2357704" y="2317640"/>
                  </a:lnTo>
                  <a:lnTo>
                    <a:pt x="2357015" y="2316355"/>
                  </a:lnTo>
                  <a:lnTo>
                    <a:pt x="2356359" y="2315005"/>
                  </a:lnTo>
                  <a:lnTo>
                    <a:pt x="2355738" y="2313590"/>
                  </a:lnTo>
                  <a:lnTo>
                    <a:pt x="2355149" y="2312108"/>
                  </a:lnTo>
                  <a:lnTo>
                    <a:pt x="2354594" y="2310561"/>
                  </a:lnTo>
                  <a:lnTo>
                    <a:pt x="2354072" y="2308948"/>
                  </a:lnTo>
                  <a:lnTo>
                    <a:pt x="2353584" y="2307270"/>
                  </a:lnTo>
                  <a:lnTo>
                    <a:pt x="2353149" y="2305505"/>
                  </a:lnTo>
                  <a:lnTo>
                    <a:pt x="2352758" y="2303660"/>
                  </a:lnTo>
                  <a:lnTo>
                    <a:pt x="2352414" y="2301735"/>
                  </a:lnTo>
                  <a:lnTo>
                    <a:pt x="2352116" y="2299729"/>
                  </a:lnTo>
                  <a:lnTo>
                    <a:pt x="2351864" y="2297642"/>
                  </a:lnTo>
                  <a:lnTo>
                    <a:pt x="2351657" y="2295475"/>
                  </a:lnTo>
                  <a:lnTo>
                    <a:pt x="2351497" y="2293227"/>
                  </a:lnTo>
                  <a:lnTo>
                    <a:pt x="2351382" y="2290898"/>
                  </a:lnTo>
                  <a:lnTo>
                    <a:pt x="2351313" y="2288489"/>
                  </a:lnTo>
                  <a:lnTo>
                    <a:pt x="2351290" y="2286000"/>
                  </a:lnTo>
                  <a:lnTo>
                    <a:pt x="2351313" y="2283404"/>
                  </a:lnTo>
                  <a:lnTo>
                    <a:pt x="2351382" y="2280900"/>
                  </a:lnTo>
                  <a:lnTo>
                    <a:pt x="2351497" y="2278487"/>
                  </a:lnTo>
                  <a:lnTo>
                    <a:pt x="2351657" y="2276167"/>
                  </a:lnTo>
                  <a:lnTo>
                    <a:pt x="2351864" y="2273938"/>
                  </a:lnTo>
                  <a:lnTo>
                    <a:pt x="2352116" y="2271801"/>
                  </a:lnTo>
                  <a:lnTo>
                    <a:pt x="2352414" y="2269756"/>
                  </a:lnTo>
                  <a:lnTo>
                    <a:pt x="2352758" y="2267803"/>
                  </a:lnTo>
                  <a:lnTo>
                    <a:pt x="2353149" y="2265941"/>
                  </a:lnTo>
                  <a:lnTo>
                    <a:pt x="2353584" y="2264171"/>
                  </a:lnTo>
                  <a:lnTo>
                    <a:pt x="2354073" y="2262470"/>
                  </a:lnTo>
                  <a:lnTo>
                    <a:pt x="2354596" y="2260840"/>
                  </a:lnTo>
                  <a:lnTo>
                    <a:pt x="2355155" y="2259281"/>
                  </a:lnTo>
                  <a:lnTo>
                    <a:pt x="2355747" y="2257792"/>
                  </a:lnTo>
                  <a:lnTo>
                    <a:pt x="2356375" y="2256373"/>
                  </a:lnTo>
                  <a:lnTo>
                    <a:pt x="2357037" y="2255026"/>
                  </a:lnTo>
                  <a:lnTo>
                    <a:pt x="2357734" y="2253749"/>
                  </a:lnTo>
                  <a:lnTo>
                    <a:pt x="2358466" y="2252543"/>
                  </a:lnTo>
                  <a:lnTo>
                    <a:pt x="2359232" y="2251408"/>
                  </a:lnTo>
                  <a:lnTo>
                    <a:pt x="2360034" y="2250343"/>
                  </a:lnTo>
                  <a:lnTo>
                    <a:pt x="2360867" y="2249344"/>
                  </a:lnTo>
                  <a:lnTo>
                    <a:pt x="2361730" y="2248408"/>
                  </a:lnTo>
                  <a:lnTo>
                    <a:pt x="2362623" y="2247534"/>
                  </a:lnTo>
                  <a:lnTo>
                    <a:pt x="2363546" y="2246721"/>
                  </a:lnTo>
                  <a:lnTo>
                    <a:pt x="2364499" y="2245971"/>
                  </a:lnTo>
                  <a:lnTo>
                    <a:pt x="2365481" y="2245283"/>
                  </a:lnTo>
                  <a:lnTo>
                    <a:pt x="2366493" y="2244656"/>
                  </a:lnTo>
                  <a:lnTo>
                    <a:pt x="2367535" y="2244092"/>
                  </a:lnTo>
                  <a:lnTo>
                    <a:pt x="2368606" y="2243590"/>
                  </a:lnTo>
                  <a:lnTo>
                    <a:pt x="2369708" y="2243149"/>
                  </a:lnTo>
                  <a:lnTo>
                    <a:pt x="2370834" y="2242749"/>
                  </a:lnTo>
                  <a:lnTo>
                    <a:pt x="2371980" y="2242390"/>
                  </a:lnTo>
                  <a:lnTo>
                    <a:pt x="2373145" y="2242074"/>
                  </a:lnTo>
                  <a:lnTo>
                    <a:pt x="2374331" y="2241800"/>
                  </a:lnTo>
                  <a:lnTo>
                    <a:pt x="2375537" y="2241568"/>
                  </a:lnTo>
                  <a:lnTo>
                    <a:pt x="2376762" y="2241378"/>
                  </a:lnTo>
                  <a:lnTo>
                    <a:pt x="2378007" y="2241231"/>
                  </a:lnTo>
                  <a:lnTo>
                    <a:pt x="2379272" y="2241125"/>
                  </a:lnTo>
                  <a:lnTo>
                    <a:pt x="2380557" y="2241062"/>
                  </a:lnTo>
                  <a:lnTo>
                    <a:pt x="2381862" y="2241041"/>
                  </a:lnTo>
                  <a:lnTo>
                    <a:pt x="2383106" y="2241062"/>
                  </a:lnTo>
                  <a:lnTo>
                    <a:pt x="2384335" y="2241125"/>
                  </a:lnTo>
                  <a:lnTo>
                    <a:pt x="2385547" y="2241231"/>
                  </a:lnTo>
                  <a:lnTo>
                    <a:pt x="2386743" y="2241378"/>
                  </a:lnTo>
                  <a:lnTo>
                    <a:pt x="2387923" y="2241568"/>
                  </a:lnTo>
                  <a:lnTo>
                    <a:pt x="2389087" y="2241800"/>
                  </a:lnTo>
                  <a:lnTo>
                    <a:pt x="2390235" y="2242074"/>
                  </a:lnTo>
                  <a:lnTo>
                    <a:pt x="2391367" y="2242390"/>
                  </a:lnTo>
                  <a:lnTo>
                    <a:pt x="2392483" y="2242749"/>
                  </a:lnTo>
                  <a:lnTo>
                    <a:pt x="2393582" y="2243149"/>
                  </a:lnTo>
                  <a:lnTo>
                    <a:pt x="2394672" y="2243590"/>
                  </a:lnTo>
                  <a:lnTo>
                    <a:pt x="2395733" y="2244092"/>
                  </a:lnTo>
                  <a:lnTo>
                    <a:pt x="2396765" y="2244656"/>
                  </a:lnTo>
                  <a:lnTo>
                    <a:pt x="2397769" y="2245283"/>
                  </a:lnTo>
                  <a:lnTo>
                    <a:pt x="2398744" y="2245971"/>
                  </a:lnTo>
                  <a:lnTo>
                    <a:pt x="2399691" y="2246721"/>
                  </a:lnTo>
                  <a:lnTo>
                    <a:pt x="2400610" y="2247534"/>
                  </a:lnTo>
                  <a:lnTo>
                    <a:pt x="2401500" y="2248408"/>
                  </a:lnTo>
                  <a:lnTo>
                    <a:pt x="2402361" y="2249344"/>
                  </a:lnTo>
                  <a:lnTo>
                    <a:pt x="2403194" y="2250343"/>
                  </a:lnTo>
                  <a:lnTo>
                    <a:pt x="2403995" y="2251408"/>
                  </a:lnTo>
                  <a:lnTo>
                    <a:pt x="2404761" y="2252543"/>
                  </a:lnTo>
                  <a:lnTo>
                    <a:pt x="2405493" y="2253749"/>
                  </a:lnTo>
                  <a:lnTo>
                    <a:pt x="2406190" y="2255026"/>
                  </a:lnTo>
                  <a:lnTo>
                    <a:pt x="2406853" y="2256373"/>
                  </a:lnTo>
                  <a:lnTo>
                    <a:pt x="2407480" y="2257792"/>
                  </a:lnTo>
                  <a:lnTo>
                    <a:pt x="2408073" y="2259281"/>
                  </a:lnTo>
                  <a:lnTo>
                    <a:pt x="2408631" y="2260840"/>
                  </a:lnTo>
                  <a:lnTo>
                    <a:pt x="2409154" y="2262470"/>
                  </a:lnTo>
                  <a:lnTo>
                    <a:pt x="2409643" y="2264171"/>
                  </a:lnTo>
                  <a:lnTo>
                    <a:pt x="2410091" y="2265941"/>
                  </a:lnTo>
                  <a:lnTo>
                    <a:pt x="2410491" y="2267803"/>
                  </a:lnTo>
                  <a:lnTo>
                    <a:pt x="2410845" y="2269756"/>
                  </a:lnTo>
                  <a:lnTo>
                    <a:pt x="2411151" y="2271801"/>
                  </a:lnTo>
                  <a:lnTo>
                    <a:pt x="2411410" y="2273938"/>
                  </a:lnTo>
                  <a:lnTo>
                    <a:pt x="2411622" y="2276167"/>
                  </a:lnTo>
                  <a:lnTo>
                    <a:pt x="2411787" y="2278487"/>
                  </a:lnTo>
                  <a:lnTo>
                    <a:pt x="2411905" y="2280900"/>
                  </a:lnTo>
                  <a:lnTo>
                    <a:pt x="2411976" y="2283404"/>
                  </a:lnTo>
                  <a:close/>
                  <a:moveTo>
                    <a:pt x="2400651" y="2286000"/>
                  </a:moveTo>
                  <a:lnTo>
                    <a:pt x="2400639" y="2283951"/>
                  </a:lnTo>
                  <a:lnTo>
                    <a:pt x="2400602" y="2281974"/>
                  </a:lnTo>
                  <a:lnTo>
                    <a:pt x="2400540" y="2280067"/>
                  </a:lnTo>
                  <a:lnTo>
                    <a:pt x="2400453" y="2278231"/>
                  </a:lnTo>
                  <a:lnTo>
                    <a:pt x="2400341" y="2276465"/>
                  </a:lnTo>
                  <a:lnTo>
                    <a:pt x="2400205" y="2274770"/>
                  </a:lnTo>
                  <a:lnTo>
                    <a:pt x="2400044" y="2273146"/>
                  </a:lnTo>
                  <a:lnTo>
                    <a:pt x="2399858" y="2271593"/>
                  </a:lnTo>
                  <a:lnTo>
                    <a:pt x="2399647" y="2270110"/>
                  </a:lnTo>
                  <a:lnTo>
                    <a:pt x="2399411" y="2268698"/>
                  </a:lnTo>
                  <a:lnTo>
                    <a:pt x="2399151" y="2267338"/>
                  </a:lnTo>
                  <a:lnTo>
                    <a:pt x="2398868" y="2266034"/>
                  </a:lnTo>
                  <a:lnTo>
                    <a:pt x="2398561" y="2264788"/>
                  </a:lnTo>
                  <a:lnTo>
                    <a:pt x="2398230" y="2263598"/>
                  </a:lnTo>
                  <a:lnTo>
                    <a:pt x="2397876" y="2262466"/>
                  </a:lnTo>
                  <a:lnTo>
                    <a:pt x="2397499" y="2261391"/>
                  </a:lnTo>
                  <a:lnTo>
                    <a:pt x="2397097" y="2260373"/>
                  </a:lnTo>
                  <a:lnTo>
                    <a:pt x="2396673" y="2259411"/>
                  </a:lnTo>
                  <a:lnTo>
                    <a:pt x="2396224" y="2258507"/>
                  </a:lnTo>
                  <a:lnTo>
                    <a:pt x="2395752" y="2257660"/>
                  </a:lnTo>
                  <a:lnTo>
                    <a:pt x="2395258" y="2256854"/>
                  </a:lnTo>
                  <a:lnTo>
                    <a:pt x="2394740" y="2256097"/>
                  </a:lnTo>
                  <a:lnTo>
                    <a:pt x="2394201" y="2255391"/>
                  </a:lnTo>
                  <a:lnTo>
                    <a:pt x="2393639" y="2254733"/>
                  </a:lnTo>
                  <a:lnTo>
                    <a:pt x="2393055" y="2254125"/>
                  </a:lnTo>
                  <a:lnTo>
                    <a:pt x="2392448" y="2253567"/>
                  </a:lnTo>
                  <a:lnTo>
                    <a:pt x="2391820" y="2253059"/>
                  </a:lnTo>
                  <a:lnTo>
                    <a:pt x="2391169" y="2252600"/>
                  </a:lnTo>
                  <a:lnTo>
                    <a:pt x="2390495" y="2252191"/>
                  </a:lnTo>
                  <a:lnTo>
                    <a:pt x="2389799" y="2251831"/>
                  </a:lnTo>
                  <a:lnTo>
                    <a:pt x="2389095" y="2251501"/>
                  </a:lnTo>
                  <a:lnTo>
                    <a:pt x="2388371" y="2251206"/>
                  </a:lnTo>
                  <a:lnTo>
                    <a:pt x="2387626" y="2250946"/>
                  </a:lnTo>
                  <a:lnTo>
                    <a:pt x="2386862" y="2250720"/>
                  </a:lnTo>
                  <a:lnTo>
                    <a:pt x="2386079" y="2250529"/>
                  </a:lnTo>
                  <a:lnTo>
                    <a:pt x="2385275" y="2250373"/>
                  </a:lnTo>
                  <a:lnTo>
                    <a:pt x="2384451" y="2250251"/>
                  </a:lnTo>
                  <a:lnTo>
                    <a:pt x="2383608" y="2250164"/>
                  </a:lnTo>
                  <a:lnTo>
                    <a:pt x="2382745" y="2250112"/>
                  </a:lnTo>
                  <a:lnTo>
                    <a:pt x="2381862" y="2250095"/>
                  </a:lnTo>
                  <a:lnTo>
                    <a:pt x="2380930" y="2250112"/>
                  </a:lnTo>
                  <a:lnTo>
                    <a:pt x="2380021" y="2250164"/>
                  </a:lnTo>
                  <a:lnTo>
                    <a:pt x="2379135" y="2250251"/>
                  </a:lnTo>
                  <a:lnTo>
                    <a:pt x="2378270" y="2250373"/>
                  </a:lnTo>
                  <a:lnTo>
                    <a:pt x="2377428" y="2250529"/>
                  </a:lnTo>
                  <a:lnTo>
                    <a:pt x="2376608" y="2250720"/>
                  </a:lnTo>
                  <a:lnTo>
                    <a:pt x="2375811" y="2250946"/>
                  </a:lnTo>
                  <a:lnTo>
                    <a:pt x="2375036" y="2251206"/>
                  </a:lnTo>
                  <a:lnTo>
                    <a:pt x="2374283" y="2251501"/>
                  </a:lnTo>
                  <a:lnTo>
                    <a:pt x="2373552" y="2251831"/>
                  </a:lnTo>
                  <a:lnTo>
                    <a:pt x="2372844" y="2252202"/>
                  </a:lnTo>
                  <a:lnTo>
                    <a:pt x="2372158" y="2252622"/>
                  </a:lnTo>
                  <a:lnTo>
                    <a:pt x="2371495" y="2253091"/>
                  </a:lnTo>
                  <a:lnTo>
                    <a:pt x="2370853" y="2253607"/>
                  </a:lnTo>
                  <a:lnTo>
                    <a:pt x="2370235" y="2254172"/>
                  </a:lnTo>
                  <a:lnTo>
                    <a:pt x="2369638" y="2254785"/>
                  </a:lnTo>
                  <a:lnTo>
                    <a:pt x="2369064" y="2255447"/>
                  </a:lnTo>
                  <a:lnTo>
                    <a:pt x="2368512" y="2256157"/>
                  </a:lnTo>
                  <a:lnTo>
                    <a:pt x="2367982" y="2256915"/>
                  </a:lnTo>
                  <a:lnTo>
                    <a:pt x="2367475" y="2257722"/>
                  </a:lnTo>
                  <a:lnTo>
                    <a:pt x="2367003" y="2258569"/>
                  </a:lnTo>
                  <a:lnTo>
                    <a:pt x="2366555" y="2259473"/>
                  </a:lnTo>
                  <a:lnTo>
                    <a:pt x="2366130" y="2260435"/>
                  </a:lnTo>
                  <a:lnTo>
                    <a:pt x="2365729" y="2261453"/>
                  </a:lnTo>
                  <a:lnTo>
                    <a:pt x="2365351" y="2262528"/>
                  </a:lnTo>
                  <a:lnTo>
                    <a:pt x="2364997" y="2263660"/>
                  </a:lnTo>
                  <a:lnTo>
                    <a:pt x="2364667" y="2264850"/>
                  </a:lnTo>
                  <a:lnTo>
                    <a:pt x="2364360" y="2266096"/>
                  </a:lnTo>
                  <a:lnTo>
                    <a:pt x="2364076" y="2267400"/>
                  </a:lnTo>
                  <a:lnTo>
                    <a:pt x="2363816" y="2268760"/>
                  </a:lnTo>
                  <a:lnTo>
                    <a:pt x="2363581" y="2270172"/>
                  </a:lnTo>
                  <a:lnTo>
                    <a:pt x="2363370" y="2271652"/>
                  </a:lnTo>
                  <a:lnTo>
                    <a:pt x="2363184" y="2273203"/>
                  </a:lnTo>
                  <a:lnTo>
                    <a:pt x="2363023" y="2274823"/>
                  </a:lnTo>
                  <a:lnTo>
                    <a:pt x="2362886" y="2276512"/>
                  </a:lnTo>
                  <a:lnTo>
                    <a:pt x="2362775" y="2278270"/>
                  </a:lnTo>
                  <a:lnTo>
                    <a:pt x="2362688" y="2280098"/>
                  </a:lnTo>
                  <a:lnTo>
                    <a:pt x="2362626" y="2281996"/>
                  </a:lnTo>
                  <a:lnTo>
                    <a:pt x="2362589" y="2283963"/>
                  </a:lnTo>
                  <a:lnTo>
                    <a:pt x="2362576" y="2286000"/>
                  </a:lnTo>
                  <a:lnTo>
                    <a:pt x="2362589" y="2287977"/>
                  </a:lnTo>
                  <a:lnTo>
                    <a:pt x="2362626" y="2289891"/>
                  </a:lnTo>
                  <a:lnTo>
                    <a:pt x="2362688" y="2291742"/>
                  </a:lnTo>
                  <a:lnTo>
                    <a:pt x="2362775" y="2293530"/>
                  </a:lnTo>
                  <a:lnTo>
                    <a:pt x="2362886" y="2295255"/>
                  </a:lnTo>
                  <a:lnTo>
                    <a:pt x="2363023" y="2296916"/>
                  </a:lnTo>
                  <a:lnTo>
                    <a:pt x="2363184" y="2298514"/>
                  </a:lnTo>
                  <a:lnTo>
                    <a:pt x="2363370" y="2300049"/>
                  </a:lnTo>
                  <a:lnTo>
                    <a:pt x="2363581" y="2301520"/>
                  </a:lnTo>
                  <a:lnTo>
                    <a:pt x="2363816" y="2302929"/>
                  </a:lnTo>
                  <a:lnTo>
                    <a:pt x="2364088" y="2304279"/>
                  </a:lnTo>
                  <a:lnTo>
                    <a:pt x="2364382" y="2305575"/>
                  </a:lnTo>
                  <a:lnTo>
                    <a:pt x="2364698" y="2306819"/>
                  </a:lnTo>
                  <a:lnTo>
                    <a:pt x="2365037" y="2308009"/>
                  </a:lnTo>
                  <a:lnTo>
                    <a:pt x="2365398" y="2309145"/>
                  </a:lnTo>
                  <a:lnTo>
                    <a:pt x="2365781" y="2310229"/>
                  </a:lnTo>
                  <a:lnTo>
                    <a:pt x="2366186" y="2311259"/>
                  </a:lnTo>
                  <a:lnTo>
                    <a:pt x="2366614" y="2312235"/>
                  </a:lnTo>
                  <a:lnTo>
                    <a:pt x="2367065" y="2313159"/>
                  </a:lnTo>
                  <a:lnTo>
                    <a:pt x="2367537" y="2314029"/>
                  </a:lnTo>
                  <a:lnTo>
                    <a:pt x="2368044" y="2314837"/>
                  </a:lnTo>
                  <a:lnTo>
                    <a:pt x="2368571" y="2315599"/>
                  </a:lnTo>
                  <a:lnTo>
                    <a:pt x="2369120" y="2316315"/>
                  </a:lnTo>
                  <a:lnTo>
                    <a:pt x="2369690" y="2316986"/>
                  </a:lnTo>
                  <a:lnTo>
                    <a:pt x="2370281" y="2317610"/>
                  </a:lnTo>
                  <a:lnTo>
                    <a:pt x="2370893" y="2318189"/>
                  </a:lnTo>
                  <a:lnTo>
                    <a:pt x="2371526" y="2318721"/>
                  </a:lnTo>
                  <a:lnTo>
                    <a:pt x="2372181" y="2319208"/>
                  </a:lnTo>
                  <a:lnTo>
                    <a:pt x="2372856" y="2319649"/>
                  </a:lnTo>
                  <a:lnTo>
                    <a:pt x="2373552" y="2320044"/>
                  </a:lnTo>
                  <a:lnTo>
                    <a:pt x="2374269" y="2320386"/>
                  </a:lnTo>
                  <a:lnTo>
                    <a:pt x="2375006" y="2320691"/>
                  </a:lnTo>
                  <a:lnTo>
                    <a:pt x="2375762" y="2320961"/>
                  </a:lnTo>
                  <a:lnTo>
                    <a:pt x="2376539" y="2321195"/>
                  </a:lnTo>
                  <a:lnTo>
                    <a:pt x="2377335" y="2321393"/>
                  </a:lnTo>
                  <a:lnTo>
                    <a:pt x="2378151" y="2321555"/>
                  </a:lnTo>
                  <a:lnTo>
                    <a:pt x="2378987" y="2321680"/>
                  </a:lnTo>
                  <a:lnTo>
                    <a:pt x="2379843" y="2321770"/>
                  </a:lnTo>
                  <a:lnTo>
                    <a:pt x="2380718" y="2321824"/>
                  </a:lnTo>
                  <a:lnTo>
                    <a:pt x="2381614" y="2321842"/>
                  </a:lnTo>
                  <a:lnTo>
                    <a:pt x="2382486" y="2321824"/>
                  </a:lnTo>
                  <a:lnTo>
                    <a:pt x="2383340" y="2321770"/>
                  </a:lnTo>
                  <a:lnTo>
                    <a:pt x="2384177" y="2321680"/>
                  </a:lnTo>
                  <a:lnTo>
                    <a:pt x="2384997" y="2321555"/>
                  </a:lnTo>
                  <a:lnTo>
                    <a:pt x="2385800" y="2321393"/>
                  </a:lnTo>
                  <a:lnTo>
                    <a:pt x="2386585" y="2321195"/>
                  </a:lnTo>
                  <a:lnTo>
                    <a:pt x="2387352" y="2320961"/>
                  </a:lnTo>
                  <a:lnTo>
                    <a:pt x="2388103" y="2320691"/>
                  </a:lnTo>
                  <a:lnTo>
                    <a:pt x="2388836" y="2320386"/>
                  </a:lnTo>
                  <a:lnTo>
                    <a:pt x="2389551" y="2320044"/>
                  </a:lnTo>
                  <a:lnTo>
                    <a:pt x="2390247" y="2319649"/>
                  </a:lnTo>
                  <a:lnTo>
                    <a:pt x="2390920" y="2319208"/>
                  </a:lnTo>
                  <a:lnTo>
                    <a:pt x="2391572" y="2318721"/>
                  </a:lnTo>
                  <a:lnTo>
                    <a:pt x="2392200" y="2318189"/>
                  </a:lnTo>
                  <a:lnTo>
                    <a:pt x="2392807" y="2317610"/>
                  </a:lnTo>
                  <a:lnTo>
                    <a:pt x="2393391" y="2316986"/>
                  </a:lnTo>
                  <a:lnTo>
                    <a:pt x="2393953" y="2316315"/>
                  </a:lnTo>
                  <a:lnTo>
                    <a:pt x="2394492" y="2315599"/>
                  </a:lnTo>
                  <a:lnTo>
                    <a:pt x="2395010" y="2314837"/>
                  </a:lnTo>
                  <a:lnTo>
                    <a:pt x="2395504" y="2314029"/>
                  </a:lnTo>
                  <a:lnTo>
                    <a:pt x="2395989" y="2313159"/>
                  </a:lnTo>
                  <a:lnTo>
                    <a:pt x="2396449" y="2312235"/>
                  </a:lnTo>
                  <a:lnTo>
                    <a:pt x="2396887" y="2311259"/>
                  </a:lnTo>
                  <a:lnTo>
                    <a:pt x="2397300" y="2310229"/>
                  </a:lnTo>
                  <a:lnTo>
                    <a:pt x="2397690" y="2309145"/>
                  </a:lnTo>
                  <a:lnTo>
                    <a:pt x="2398057" y="2308009"/>
                  </a:lnTo>
                  <a:lnTo>
                    <a:pt x="2398400" y="2306819"/>
                  </a:lnTo>
                  <a:lnTo>
                    <a:pt x="2398719" y="2305575"/>
                  </a:lnTo>
                  <a:lnTo>
                    <a:pt x="2399015" y="2304279"/>
                  </a:lnTo>
                  <a:lnTo>
                    <a:pt x="2399287" y="2302929"/>
                  </a:lnTo>
                  <a:lnTo>
                    <a:pt x="2399546" y="2301520"/>
                  </a:lnTo>
                  <a:lnTo>
                    <a:pt x="2399778" y="2300049"/>
                  </a:lnTo>
                  <a:lnTo>
                    <a:pt x="2399983" y="2298514"/>
                  </a:lnTo>
                  <a:lnTo>
                    <a:pt x="2400160" y="2296916"/>
                  </a:lnTo>
                  <a:lnTo>
                    <a:pt x="2400310" y="2295255"/>
                  </a:lnTo>
                  <a:lnTo>
                    <a:pt x="2400433" y="2293530"/>
                  </a:lnTo>
                  <a:lnTo>
                    <a:pt x="2400529" y="2291742"/>
                  </a:lnTo>
                  <a:lnTo>
                    <a:pt x="2400597" y="2289891"/>
                  </a:lnTo>
                  <a:lnTo>
                    <a:pt x="2400638" y="2287977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" name="ph38"/>
            <p:cNvSpPr/>
            <p:nvPr/>
          </p:nvSpPr>
          <p:spPr>
            <a:xfrm>
              <a:off x="2465564" y="2218678"/>
              <a:ext cx="2466756" cy="2286000"/>
            </a:xfrm>
            <a:custGeom>
              <a:avLst/>
              <a:gdLst/>
              <a:ahLst/>
              <a:cxnLst/>
              <a:rect l="0" t="0" r="0" b="0"/>
              <a:pathLst>
                <a:path w="2466756" h="2286000">
                  <a:moveTo>
                    <a:pt x="2412000" y="2286000"/>
                  </a:moveTo>
                  <a:lnTo>
                    <a:pt x="2412000" y="2276512"/>
                  </a:lnTo>
                  <a:lnTo>
                    <a:pt x="2434262" y="2276512"/>
                  </a:lnTo>
                  <a:lnTo>
                    <a:pt x="2434262" y="2209291"/>
                  </a:lnTo>
                  <a:lnTo>
                    <a:pt x="2414542" y="2223368"/>
                  </a:lnTo>
                  <a:lnTo>
                    <a:pt x="2414542" y="2212826"/>
                  </a:lnTo>
                  <a:lnTo>
                    <a:pt x="2435192" y="2198625"/>
                  </a:lnTo>
                  <a:lnTo>
                    <a:pt x="2445486" y="2198625"/>
                  </a:lnTo>
                  <a:lnTo>
                    <a:pt x="2445486" y="2276512"/>
                  </a:lnTo>
                  <a:lnTo>
                    <a:pt x="2466756" y="2276512"/>
                  </a:lnTo>
                  <a:lnTo>
                    <a:pt x="2466756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" name="ph39"/>
            <p:cNvSpPr/>
            <p:nvPr/>
          </p:nvSpPr>
          <p:spPr>
            <a:xfrm>
              <a:off x="2590765" y="2140357"/>
              <a:ext cx="2412000" cy="2364320"/>
            </a:xfrm>
            <a:custGeom>
              <a:avLst/>
              <a:gdLst/>
              <a:ahLst/>
              <a:cxnLst/>
              <a:rect l="0" t="0" r="0" b="0"/>
              <a:pathLst>
                <a:path w="2412000" h="2364320">
                  <a:moveTo>
                    <a:pt x="2412000" y="2286000"/>
                  </a:moveTo>
                  <a:lnTo>
                    <a:pt x="2410695" y="2288001"/>
                  </a:lnTo>
                  <a:lnTo>
                    <a:pt x="2409412" y="2289988"/>
                  </a:lnTo>
                  <a:lnTo>
                    <a:pt x="2408150" y="2291960"/>
                  </a:lnTo>
                  <a:lnTo>
                    <a:pt x="2406910" y="2293917"/>
                  </a:lnTo>
                  <a:lnTo>
                    <a:pt x="2405690" y="2295859"/>
                  </a:lnTo>
                  <a:lnTo>
                    <a:pt x="2404491" y="2297787"/>
                  </a:lnTo>
                  <a:lnTo>
                    <a:pt x="2403314" y="2299699"/>
                  </a:lnTo>
                  <a:lnTo>
                    <a:pt x="2402157" y="2301597"/>
                  </a:lnTo>
                  <a:lnTo>
                    <a:pt x="2401022" y="2303479"/>
                  </a:lnTo>
                  <a:lnTo>
                    <a:pt x="2399907" y="2305347"/>
                  </a:lnTo>
                  <a:lnTo>
                    <a:pt x="2398819" y="2307197"/>
                  </a:lnTo>
                  <a:lnTo>
                    <a:pt x="2397762" y="2309050"/>
                  </a:lnTo>
                  <a:lnTo>
                    <a:pt x="2396735" y="2310908"/>
                  </a:lnTo>
                  <a:lnTo>
                    <a:pt x="2395740" y="2312769"/>
                  </a:lnTo>
                  <a:lnTo>
                    <a:pt x="2394776" y="2314633"/>
                  </a:lnTo>
                  <a:lnTo>
                    <a:pt x="2393842" y="2316502"/>
                  </a:lnTo>
                  <a:lnTo>
                    <a:pt x="2392940" y="2318374"/>
                  </a:lnTo>
                  <a:lnTo>
                    <a:pt x="2392069" y="2320250"/>
                  </a:lnTo>
                  <a:lnTo>
                    <a:pt x="2391229" y="2322129"/>
                  </a:lnTo>
                  <a:lnTo>
                    <a:pt x="2390419" y="2324013"/>
                  </a:lnTo>
                  <a:lnTo>
                    <a:pt x="2389643" y="2325891"/>
                  </a:lnTo>
                  <a:lnTo>
                    <a:pt x="2388901" y="2327781"/>
                  </a:lnTo>
                  <a:lnTo>
                    <a:pt x="2388194" y="2329681"/>
                  </a:lnTo>
                  <a:lnTo>
                    <a:pt x="2387522" y="2331593"/>
                  </a:lnTo>
                  <a:lnTo>
                    <a:pt x="2386885" y="2333516"/>
                  </a:lnTo>
                  <a:lnTo>
                    <a:pt x="2386282" y="2335450"/>
                  </a:lnTo>
                  <a:lnTo>
                    <a:pt x="2385714" y="2337395"/>
                  </a:lnTo>
                  <a:lnTo>
                    <a:pt x="2385181" y="2339352"/>
                  </a:lnTo>
                  <a:lnTo>
                    <a:pt x="2384682" y="2341320"/>
                  </a:lnTo>
                  <a:lnTo>
                    <a:pt x="2384218" y="2343298"/>
                  </a:lnTo>
                  <a:lnTo>
                    <a:pt x="2383806" y="2345283"/>
                  </a:lnTo>
                  <a:lnTo>
                    <a:pt x="2383437" y="2347294"/>
                  </a:lnTo>
                  <a:lnTo>
                    <a:pt x="2383111" y="2349331"/>
                  </a:lnTo>
                  <a:lnTo>
                    <a:pt x="2382829" y="2351395"/>
                  </a:lnTo>
                  <a:lnTo>
                    <a:pt x="2382590" y="2353484"/>
                  </a:lnTo>
                  <a:lnTo>
                    <a:pt x="2382395" y="2355599"/>
                  </a:lnTo>
                  <a:lnTo>
                    <a:pt x="2382243" y="2357740"/>
                  </a:lnTo>
                  <a:lnTo>
                    <a:pt x="2382135" y="2359908"/>
                  </a:lnTo>
                  <a:lnTo>
                    <a:pt x="2382070" y="2362101"/>
                  </a:lnTo>
                  <a:lnTo>
                    <a:pt x="2382048" y="2364320"/>
                  </a:lnTo>
                  <a:lnTo>
                    <a:pt x="2370390" y="2364320"/>
                  </a:lnTo>
                  <a:lnTo>
                    <a:pt x="2370414" y="2362229"/>
                  </a:lnTo>
                  <a:lnTo>
                    <a:pt x="2370489" y="2360146"/>
                  </a:lnTo>
                  <a:lnTo>
                    <a:pt x="2370613" y="2358071"/>
                  </a:lnTo>
                  <a:lnTo>
                    <a:pt x="2370787" y="2356006"/>
                  </a:lnTo>
                  <a:lnTo>
                    <a:pt x="2371010" y="2353949"/>
                  </a:lnTo>
                  <a:lnTo>
                    <a:pt x="2371283" y="2351901"/>
                  </a:lnTo>
                  <a:lnTo>
                    <a:pt x="2371605" y="2349861"/>
                  </a:lnTo>
                  <a:lnTo>
                    <a:pt x="2371977" y="2347830"/>
                  </a:lnTo>
                  <a:lnTo>
                    <a:pt x="2372399" y="2345808"/>
                  </a:lnTo>
                  <a:lnTo>
                    <a:pt x="2372870" y="2343794"/>
                  </a:lnTo>
                  <a:lnTo>
                    <a:pt x="2373384" y="2341777"/>
                  </a:lnTo>
                  <a:lnTo>
                    <a:pt x="2373932" y="2339769"/>
                  </a:lnTo>
                  <a:lnTo>
                    <a:pt x="2374515" y="2337769"/>
                  </a:lnTo>
                  <a:lnTo>
                    <a:pt x="2375132" y="2335778"/>
                  </a:lnTo>
                  <a:lnTo>
                    <a:pt x="2375785" y="2333795"/>
                  </a:lnTo>
                  <a:lnTo>
                    <a:pt x="2376472" y="2331821"/>
                  </a:lnTo>
                  <a:lnTo>
                    <a:pt x="2377194" y="2329856"/>
                  </a:lnTo>
                  <a:lnTo>
                    <a:pt x="2377950" y="2327900"/>
                  </a:lnTo>
                  <a:lnTo>
                    <a:pt x="2378741" y="2325952"/>
                  </a:lnTo>
                  <a:lnTo>
                    <a:pt x="2379567" y="2324013"/>
                  </a:lnTo>
                  <a:lnTo>
                    <a:pt x="2380424" y="2322069"/>
                  </a:lnTo>
                  <a:lnTo>
                    <a:pt x="2381309" y="2320133"/>
                  </a:lnTo>
                  <a:lnTo>
                    <a:pt x="2382220" y="2318205"/>
                  </a:lnTo>
                  <a:lnTo>
                    <a:pt x="2383159" y="2316284"/>
                  </a:lnTo>
                  <a:lnTo>
                    <a:pt x="2384125" y="2314370"/>
                  </a:lnTo>
                  <a:lnTo>
                    <a:pt x="2385119" y="2312464"/>
                  </a:lnTo>
                  <a:lnTo>
                    <a:pt x="2386139" y="2310565"/>
                  </a:lnTo>
                  <a:lnTo>
                    <a:pt x="2387187" y="2308673"/>
                  </a:lnTo>
                  <a:lnTo>
                    <a:pt x="2388263" y="2306790"/>
                  </a:lnTo>
                  <a:lnTo>
                    <a:pt x="2389365" y="2304913"/>
                  </a:lnTo>
                  <a:lnTo>
                    <a:pt x="2390488" y="2303043"/>
                  </a:lnTo>
                  <a:lnTo>
                    <a:pt x="2391625" y="2301177"/>
                  </a:lnTo>
                  <a:lnTo>
                    <a:pt x="2392775" y="2299317"/>
                  </a:lnTo>
                  <a:lnTo>
                    <a:pt x="2393939" y="2297462"/>
                  </a:lnTo>
                  <a:lnTo>
                    <a:pt x="2395117" y="2295611"/>
                  </a:lnTo>
                  <a:lnTo>
                    <a:pt x="2396308" y="2293766"/>
                  </a:lnTo>
                  <a:lnTo>
                    <a:pt x="2397513" y="2291925"/>
                  </a:lnTo>
                  <a:lnTo>
                    <a:pt x="2398731" y="2290090"/>
                  </a:lnTo>
                  <a:lnTo>
                    <a:pt x="2399964" y="2288259"/>
                  </a:lnTo>
                  <a:lnTo>
                    <a:pt x="2401209" y="2286434"/>
                  </a:lnTo>
                  <a:lnTo>
                    <a:pt x="2354267" y="2286434"/>
                  </a:lnTo>
                  <a:lnTo>
                    <a:pt x="2354267" y="2276946"/>
                  </a:lnTo>
                  <a:lnTo>
                    <a:pt x="2412000" y="2276946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" name="ph40"/>
            <p:cNvSpPr/>
            <p:nvPr/>
          </p:nvSpPr>
          <p:spPr>
            <a:xfrm>
              <a:off x="3072750" y="2218678"/>
              <a:ext cx="2469856" cy="2286000"/>
            </a:xfrm>
            <a:custGeom>
              <a:avLst/>
              <a:gdLst/>
              <a:ahLst/>
              <a:cxnLst/>
              <a:rect l="0" t="0" r="0" b="0"/>
              <a:pathLst>
                <a:path w="2469856" h="2286000">
                  <a:moveTo>
                    <a:pt x="2411999" y="2286000"/>
                  </a:moveTo>
                  <a:lnTo>
                    <a:pt x="2411999" y="2278124"/>
                  </a:lnTo>
                  <a:lnTo>
                    <a:pt x="2412646" y="2276690"/>
                  </a:lnTo>
                  <a:lnTo>
                    <a:pt x="2413319" y="2275291"/>
                  </a:lnTo>
                  <a:lnTo>
                    <a:pt x="2414020" y="2273927"/>
                  </a:lnTo>
                  <a:lnTo>
                    <a:pt x="2414748" y="2272598"/>
                  </a:lnTo>
                  <a:lnTo>
                    <a:pt x="2415503" y="2271303"/>
                  </a:lnTo>
                  <a:lnTo>
                    <a:pt x="2416286" y="2270043"/>
                  </a:lnTo>
                  <a:lnTo>
                    <a:pt x="2417096" y="2268817"/>
                  </a:lnTo>
                  <a:lnTo>
                    <a:pt x="2417933" y="2267627"/>
                  </a:lnTo>
                  <a:lnTo>
                    <a:pt x="2418797" y="2266471"/>
                  </a:lnTo>
                  <a:lnTo>
                    <a:pt x="2419689" y="2265350"/>
                  </a:lnTo>
                  <a:lnTo>
                    <a:pt x="2420611" y="2264245"/>
                  </a:lnTo>
                  <a:lnTo>
                    <a:pt x="2421542" y="2263162"/>
                  </a:lnTo>
                  <a:lnTo>
                    <a:pt x="2422481" y="2262101"/>
                  </a:lnTo>
                  <a:lnTo>
                    <a:pt x="2423430" y="2261063"/>
                  </a:lnTo>
                  <a:lnTo>
                    <a:pt x="2424386" y="2260048"/>
                  </a:lnTo>
                  <a:lnTo>
                    <a:pt x="2425352" y="2259054"/>
                  </a:lnTo>
                  <a:lnTo>
                    <a:pt x="2426326" y="2258083"/>
                  </a:lnTo>
                  <a:lnTo>
                    <a:pt x="2427309" y="2257134"/>
                  </a:lnTo>
                  <a:lnTo>
                    <a:pt x="2428301" y="2256208"/>
                  </a:lnTo>
                  <a:lnTo>
                    <a:pt x="2429301" y="2255304"/>
                  </a:lnTo>
                  <a:lnTo>
                    <a:pt x="2430304" y="2254405"/>
                  </a:lnTo>
                  <a:lnTo>
                    <a:pt x="2431305" y="2253520"/>
                  </a:lnTo>
                  <a:lnTo>
                    <a:pt x="2432303" y="2252649"/>
                  </a:lnTo>
                  <a:lnTo>
                    <a:pt x="2433299" y="2251791"/>
                  </a:lnTo>
                  <a:lnTo>
                    <a:pt x="2434293" y="2250947"/>
                  </a:lnTo>
                  <a:lnTo>
                    <a:pt x="2435284" y="2250117"/>
                  </a:lnTo>
                  <a:lnTo>
                    <a:pt x="2436272" y="2249300"/>
                  </a:lnTo>
                  <a:lnTo>
                    <a:pt x="2437258" y="2248497"/>
                  </a:lnTo>
                  <a:lnTo>
                    <a:pt x="2438242" y="2247708"/>
                  </a:lnTo>
                  <a:lnTo>
                    <a:pt x="2439223" y="2246932"/>
                  </a:lnTo>
                  <a:lnTo>
                    <a:pt x="2440205" y="2246163"/>
                  </a:lnTo>
                  <a:lnTo>
                    <a:pt x="2441167" y="2245394"/>
                  </a:lnTo>
                  <a:lnTo>
                    <a:pt x="2442110" y="2244625"/>
                  </a:lnTo>
                  <a:lnTo>
                    <a:pt x="2443033" y="2243856"/>
                  </a:lnTo>
                  <a:lnTo>
                    <a:pt x="2443936" y="2243087"/>
                  </a:lnTo>
                  <a:lnTo>
                    <a:pt x="2444819" y="2242318"/>
                  </a:lnTo>
                  <a:lnTo>
                    <a:pt x="2445682" y="2241550"/>
                  </a:lnTo>
                  <a:lnTo>
                    <a:pt x="2446525" y="2240781"/>
                  </a:lnTo>
                  <a:lnTo>
                    <a:pt x="2447349" y="2240012"/>
                  </a:lnTo>
                  <a:lnTo>
                    <a:pt x="2448152" y="2239243"/>
                  </a:lnTo>
                  <a:lnTo>
                    <a:pt x="2448931" y="2238470"/>
                  </a:lnTo>
                  <a:lnTo>
                    <a:pt x="2449678" y="2237690"/>
                  </a:lnTo>
                  <a:lnTo>
                    <a:pt x="2450394" y="2236902"/>
                  </a:lnTo>
                  <a:lnTo>
                    <a:pt x="2451079" y="2236107"/>
                  </a:lnTo>
                  <a:lnTo>
                    <a:pt x="2451734" y="2235305"/>
                  </a:lnTo>
                  <a:lnTo>
                    <a:pt x="2452357" y="2234495"/>
                  </a:lnTo>
                  <a:lnTo>
                    <a:pt x="2452949" y="2233678"/>
                  </a:lnTo>
                  <a:lnTo>
                    <a:pt x="2453510" y="2232853"/>
                  </a:lnTo>
                  <a:lnTo>
                    <a:pt x="2454040" y="2232021"/>
                  </a:lnTo>
                  <a:lnTo>
                    <a:pt x="2454540" y="2231181"/>
                  </a:lnTo>
                  <a:lnTo>
                    <a:pt x="2455011" y="2230327"/>
                  </a:lnTo>
                  <a:lnTo>
                    <a:pt x="2455433" y="2229450"/>
                  </a:lnTo>
                  <a:lnTo>
                    <a:pt x="2455805" y="2228551"/>
                  </a:lnTo>
                  <a:lnTo>
                    <a:pt x="2456127" y="2227629"/>
                  </a:lnTo>
                  <a:lnTo>
                    <a:pt x="2456400" y="2226685"/>
                  </a:lnTo>
                  <a:lnTo>
                    <a:pt x="2456623" y="2225719"/>
                  </a:lnTo>
                  <a:lnTo>
                    <a:pt x="2456797" y="2224731"/>
                  </a:lnTo>
                  <a:lnTo>
                    <a:pt x="2456921" y="2223720"/>
                  </a:lnTo>
                  <a:lnTo>
                    <a:pt x="2456995" y="2222687"/>
                  </a:lnTo>
                  <a:lnTo>
                    <a:pt x="2457020" y="2221631"/>
                  </a:lnTo>
                  <a:lnTo>
                    <a:pt x="2457009" y="2220896"/>
                  </a:lnTo>
                  <a:lnTo>
                    <a:pt x="2456975" y="2220180"/>
                  </a:lnTo>
                  <a:lnTo>
                    <a:pt x="2456920" y="2219483"/>
                  </a:lnTo>
                  <a:lnTo>
                    <a:pt x="2456841" y="2218804"/>
                  </a:lnTo>
                  <a:lnTo>
                    <a:pt x="2456741" y="2218143"/>
                  </a:lnTo>
                  <a:lnTo>
                    <a:pt x="2456618" y="2217501"/>
                  </a:lnTo>
                  <a:lnTo>
                    <a:pt x="2456473" y="2216878"/>
                  </a:lnTo>
                  <a:lnTo>
                    <a:pt x="2456306" y="2216274"/>
                  </a:lnTo>
                  <a:lnTo>
                    <a:pt x="2456116" y="2215688"/>
                  </a:lnTo>
                  <a:lnTo>
                    <a:pt x="2455904" y="2215120"/>
                  </a:lnTo>
                  <a:lnTo>
                    <a:pt x="2455671" y="2214559"/>
                  </a:lnTo>
                  <a:lnTo>
                    <a:pt x="2455418" y="2214016"/>
                  </a:lnTo>
                  <a:lnTo>
                    <a:pt x="2455145" y="2213492"/>
                  </a:lnTo>
                  <a:lnTo>
                    <a:pt x="2454852" y="2212987"/>
                  </a:lnTo>
                  <a:lnTo>
                    <a:pt x="2454540" y="2212500"/>
                  </a:lnTo>
                  <a:lnTo>
                    <a:pt x="2454207" y="2212032"/>
                  </a:lnTo>
                  <a:lnTo>
                    <a:pt x="2453855" y="2211582"/>
                  </a:lnTo>
                  <a:lnTo>
                    <a:pt x="2453483" y="2211151"/>
                  </a:lnTo>
                  <a:lnTo>
                    <a:pt x="2453091" y="2210739"/>
                  </a:lnTo>
                  <a:lnTo>
                    <a:pt x="2452679" y="2210345"/>
                  </a:lnTo>
                  <a:lnTo>
                    <a:pt x="2452249" y="2209971"/>
                  </a:lnTo>
                  <a:lnTo>
                    <a:pt x="2451801" y="2209616"/>
                  </a:lnTo>
                  <a:lnTo>
                    <a:pt x="2451336" y="2209281"/>
                  </a:lnTo>
                  <a:lnTo>
                    <a:pt x="2450854" y="2208966"/>
                  </a:lnTo>
                  <a:lnTo>
                    <a:pt x="2450354" y="2208671"/>
                  </a:lnTo>
                  <a:lnTo>
                    <a:pt x="2449837" y="2208396"/>
                  </a:lnTo>
                  <a:lnTo>
                    <a:pt x="2449302" y="2208140"/>
                  </a:lnTo>
                  <a:lnTo>
                    <a:pt x="2448750" y="2207904"/>
                  </a:lnTo>
                  <a:lnTo>
                    <a:pt x="2448181" y="2207689"/>
                  </a:lnTo>
                  <a:lnTo>
                    <a:pt x="2447594" y="2207493"/>
                  </a:lnTo>
                  <a:lnTo>
                    <a:pt x="2447004" y="2207304"/>
                  </a:lnTo>
                  <a:lnTo>
                    <a:pt x="2446401" y="2207135"/>
                  </a:lnTo>
                  <a:lnTo>
                    <a:pt x="2445784" y="2206987"/>
                  </a:lnTo>
                  <a:lnTo>
                    <a:pt x="2445153" y="2206858"/>
                  </a:lnTo>
                  <a:lnTo>
                    <a:pt x="2444509" y="2206749"/>
                  </a:lnTo>
                  <a:lnTo>
                    <a:pt x="2443851" y="2206659"/>
                  </a:lnTo>
                  <a:lnTo>
                    <a:pt x="2443180" y="2206590"/>
                  </a:lnTo>
                  <a:lnTo>
                    <a:pt x="2442494" y="2206540"/>
                  </a:lnTo>
                  <a:lnTo>
                    <a:pt x="2441796" y="2206510"/>
                  </a:lnTo>
                  <a:lnTo>
                    <a:pt x="2441083" y="2206500"/>
                  </a:lnTo>
                  <a:lnTo>
                    <a:pt x="2440417" y="2206510"/>
                  </a:lnTo>
                  <a:lnTo>
                    <a:pt x="2439758" y="2206538"/>
                  </a:lnTo>
                  <a:lnTo>
                    <a:pt x="2439107" y="2206584"/>
                  </a:lnTo>
                  <a:lnTo>
                    <a:pt x="2438464" y="2206649"/>
                  </a:lnTo>
                  <a:lnTo>
                    <a:pt x="2437827" y="2206733"/>
                  </a:lnTo>
                  <a:lnTo>
                    <a:pt x="2437199" y="2206835"/>
                  </a:lnTo>
                  <a:lnTo>
                    <a:pt x="2436577" y="2206956"/>
                  </a:lnTo>
                  <a:lnTo>
                    <a:pt x="2435963" y="2207096"/>
                  </a:lnTo>
                  <a:lnTo>
                    <a:pt x="2435357" y="2207254"/>
                  </a:lnTo>
                  <a:lnTo>
                    <a:pt x="2434758" y="2207431"/>
                  </a:lnTo>
                  <a:lnTo>
                    <a:pt x="2434181" y="2207626"/>
                  </a:lnTo>
                  <a:lnTo>
                    <a:pt x="2433617" y="2207840"/>
                  </a:lnTo>
                  <a:lnTo>
                    <a:pt x="2433065" y="2208072"/>
                  </a:lnTo>
                  <a:lnTo>
                    <a:pt x="2432525" y="2208324"/>
                  </a:lnTo>
                  <a:lnTo>
                    <a:pt x="2431998" y="2208593"/>
                  </a:lnTo>
                  <a:lnTo>
                    <a:pt x="2431484" y="2208882"/>
                  </a:lnTo>
                  <a:lnTo>
                    <a:pt x="2430981" y="2209189"/>
                  </a:lnTo>
                  <a:lnTo>
                    <a:pt x="2430491" y="2209514"/>
                  </a:lnTo>
                  <a:lnTo>
                    <a:pt x="2430014" y="2209858"/>
                  </a:lnTo>
                  <a:lnTo>
                    <a:pt x="2429549" y="2210221"/>
                  </a:lnTo>
                  <a:lnTo>
                    <a:pt x="2429098" y="2210603"/>
                  </a:lnTo>
                  <a:lnTo>
                    <a:pt x="2428663" y="2211003"/>
                  </a:lnTo>
                  <a:lnTo>
                    <a:pt x="2428245" y="2211421"/>
                  </a:lnTo>
                  <a:lnTo>
                    <a:pt x="2427842" y="2211858"/>
                  </a:lnTo>
                  <a:lnTo>
                    <a:pt x="2427456" y="2212314"/>
                  </a:lnTo>
                  <a:lnTo>
                    <a:pt x="2427086" y="2212788"/>
                  </a:lnTo>
                  <a:lnTo>
                    <a:pt x="2426732" y="2213281"/>
                  </a:lnTo>
                  <a:lnTo>
                    <a:pt x="2426394" y="2213793"/>
                  </a:lnTo>
                  <a:lnTo>
                    <a:pt x="2426072" y="2214323"/>
                  </a:lnTo>
                  <a:lnTo>
                    <a:pt x="2425766" y="2214872"/>
                  </a:lnTo>
                  <a:lnTo>
                    <a:pt x="2425491" y="2215427"/>
                  </a:lnTo>
                  <a:lnTo>
                    <a:pt x="2425235" y="2216001"/>
                  </a:lnTo>
                  <a:lnTo>
                    <a:pt x="2425000" y="2216593"/>
                  </a:lnTo>
                  <a:lnTo>
                    <a:pt x="2424784" y="2217204"/>
                  </a:lnTo>
                  <a:lnTo>
                    <a:pt x="2424588" y="2217833"/>
                  </a:lnTo>
                  <a:lnTo>
                    <a:pt x="2424412" y="2218481"/>
                  </a:lnTo>
                  <a:lnTo>
                    <a:pt x="2424255" y="2219148"/>
                  </a:lnTo>
                  <a:lnTo>
                    <a:pt x="2424119" y="2219833"/>
                  </a:lnTo>
                  <a:lnTo>
                    <a:pt x="2424002" y="2220537"/>
                  </a:lnTo>
                  <a:lnTo>
                    <a:pt x="2423906" y="2221259"/>
                  </a:lnTo>
                  <a:lnTo>
                    <a:pt x="2412496" y="2220205"/>
                  </a:lnTo>
                  <a:lnTo>
                    <a:pt x="2412622" y="2219268"/>
                  </a:lnTo>
                  <a:lnTo>
                    <a:pt x="2412778" y="2218342"/>
                  </a:lnTo>
                  <a:lnTo>
                    <a:pt x="2412964" y="2217428"/>
                  </a:lnTo>
                  <a:lnTo>
                    <a:pt x="2413180" y="2216524"/>
                  </a:lnTo>
                  <a:lnTo>
                    <a:pt x="2413426" y="2215632"/>
                  </a:lnTo>
                  <a:lnTo>
                    <a:pt x="2413701" y="2214751"/>
                  </a:lnTo>
                  <a:lnTo>
                    <a:pt x="2414006" y="2213880"/>
                  </a:lnTo>
                  <a:lnTo>
                    <a:pt x="2414341" y="2213022"/>
                  </a:lnTo>
                  <a:lnTo>
                    <a:pt x="2414706" y="2212174"/>
                  </a:lnTo>
                  <a:lnTo>
                    <a:pt x="2415100" y="2211337"/>
                  </a:lnTo>
                  <a:lnTo>
                    <a:pt x="2415525" y="2210517"/>
                  </a:lnTo>
                  <a:lnTo>
                    <a:pt x="2415981" y="2209718"/>
                  </a:lnTo>
                  <a:lnTo>
                    <a:pt x="2416467" y="2208939"/>
                  </a:lnTo>
                  <a:lnTo>
                    <a:pt x="2416985" y="2208182"/>
                  </a:lnTo>
                  <a:lnTo>
                    <a:pt x="2417534" y="2207446"/>
                  </a:lnTo>
                  <a:lnTo>
                    <a:pt x="2418114" y="2206731"/>
                  </a:lnTo>
                  <a:lnTo>
                    <a:pt x="2418725" y="2206037"/>
                  </a:lnTo>
                  <a:lnTo>
                    <a:pt x="2419366" y="2205364"/>
                  </a:lnTo>
                  <a:lnTo>
                    <a:pt x="2420039" y="2204713"/>
                  </a:lnTo>
                  <a:lnTo>
                    <a:pt x="2420743" y="2204082"/>
                  </a:lnTo>
                  <a:lnTo>
                    <a:pt x="2421477" y="2203463"/>
                  </a:lnTo>
                  <a:lnTo>
                    <a:pt x="2422239" y="2202872"/>
                  </a:lnTo>
                  <a:lnTo>
                    <a:pt x="2423030" y="2202307"/>
                  </a:lnTo>
                  <a:lnTo>
                    <a:pt x="2423849" y="2201770"/>
                  </a:lnTo>
                  <a:lnTo>
                    <a:pt x="2424696" y="2201260"/>
                  </a:lnTo>
                  <a:lnTo>
                    <a:pt x="2425573" y="2200778"/>
                  </a:lnTo>
                  <a:lnTo>
                    <a:pt x="2426477" y="2200323"/>
                  </a:lnTo>
                  <a:lnTo>
                    <a:pt x="2427411" y="2199895"/>
                  </a:lnTo>
                  <a:lnTo>
                    <a:pt x="2428372" y="2199494"/>
                  </a:lnTo>
                  <a:lnTo>
                    <a:pt x="2429363" y="2199121"/>
                  </a:lnTo>
                  <a:lnTo>
                    <a:pt x="2430395" y="2198779"/>
                  </a:lnTo>
                  <a:lnTo>
                    <a:pt x="2431459" y="2198474"/>
                  </a:lnTo>
                  <a:lnTo>
                    <a:pt x="2432553" y="2198204"/>
                  </a:lnTo>
                  <a:lnTo>
                    <a:pt x="2433679" y="2197970"/>
                  </a:lnTo>
                  <a:lnTo>
                    <a:pt x="2434835" y="2197772"/>
                  </a:lnTo>
                  <a:lnTo>
                    <a:pt x="2436023" y="2197610"/>
                  </a:lnTo>
                  <a:lnTo>
                    <a:pt x="2437241" y="2197485"/>
                  </a:lnTo>
                  <a:lnTo>
                    <a:pt x="2438491" y="2197395"/>
                  </a:lnTo>
                  <a:lnTo>
                    <a:pt x="2439771" y="2197341"/>
                  </a:lnTo>
                  <a:lnTo>
                    <a:pt x="2441083" y="2197323"/>
                  </a:lnTo>
                  <a:lnTo>
                    <a:pt x="2442371" y="2197338"/>
                  </a:lnTo>
                  <a:lnTo>
                    <a:pt x="2443630" y="2197385"/>
                  </a:lnTo>
                  <a:lnTo>
                    <a:pt x="2444861" y="2197462"/>
                  </a:lnTo>
                  <a:lnTo>
                    <a:pt x="2446064" y="2197571"/>
                  </a:lnTo>
                  <a:lnTo>
                    <a:pt x="2447238" y="2197710"/>
                  </a:lnTo>
                  <a:lnTo>
                    <a:pt x="2448383" y="2197881"/>
                  </a:lnTo>
                  <a:lnTo>
                    <a:pt x="2449500" y="2198082"/>
                  </a:lnTo>
                  <a:lnTo>
                    <a:pt x="2450588" y="2198315"/>
                  </a:lnTo>
                  <a:lnTo>
                    <a:pt x="2451648" y="2198578"/>
                  </a:lnTo>
                  <a:lnTo>
                    <a:pt x="2452679" y="2198873"/>
                  </a:lnTo>
                  <a:lnTo>
                    <a:pt x="2453680" y="2199198"/>
                  </a:lnTo>
                  <a:lnTo>
                    <a:pt x="2454649" y="2199553"/>
                  </a:lnTo>
                  <a:lnTo>
                    <a:pt x="2455585" y="2199937"/>
                  </a:lnTo>
                  <a:lnTo>
                    <a:pt x="2456489" y="2200351"/>
                  </a:lnTo>
                  <a:lnTo>
                    <a:pt x="2457361" y="2200795"/>
                  </a:lnTo>
                  <a:lnTo>
                    <a:pt x="2458201" y="2201269"/>
                  </a:lnTo>
                  <a:lnTo>
                    <a:pt x="2459008" y="2201773"/>
                  </a:lnTo>
                  <a:lnTo>
                    <a:pt x="2459783" y="2202306"/>
                  </a:lnTo>
                  <a:lnTo>
                    <a:pt x="2460526" y="2202869"/>
                  </a:lnTo>
                  <a:lnTo>
                    <a:pt x="2461237" y="2203462"/>
                  </a:lnTo>
                  <a:lnTo>
                    <a:pt x="2461927" y="2204084"/>
                  </a:lnTo>
                  <a:lnTo>
                    <a:pt x="2462584" y="2204734"/>
                  </a:lnTo>
                  <a:lnTo>
                    <a:pt x="2463207" y="2205413"/>
                  </a:lnTo>
                  <a:lnTo>
                    <a:pt x="2463797" y="2206121"/>
                  </a:lnTo>
                  <a:lnTo>
                    <a:pt x="2464353" y="2206857"/>
                  </a:lnTo>
                  <a:lnTo>
                    <a:pt x="2464876" y="2207622"/>
                  </a:lnTo>
                  <a:lnTo>
                    <a:pt x="2465365" y="2208415"/>
                  </a:lnTo>
                  <a:lnTo>
                    <a:pt x="2465821" y="2209236"/>
                  </a:lnTo>
                  <a:lnTo>
                    <a:pt x="2466243" y="2210087"/>
                  </a:lnTo>
                  <a:lnTo>
                    <a:pt x="2466632" y="2210965"/>
                  </a:lnTo>
                  <a:lnTo>
                    <a:pt x="2466985" y="2211872"/>
                  </a:lnTo>
                  <a:lnTo>
                    <a:pt x="2467302" y="2212806"/>
                  </a:lnTo>
                  <a:lnTo>
                    <a:pt x="2467581" y="2213767"/>
                  </a:lnTo>
                  <a:lnTo>
                    <a:pt x="2467822" y="2214755"/>
                  </a:lnTo>
                  <a:lnTo>
                    <a:pt x="2468027" y="2215771"/>
                  </a:lnTo>
                  <a:lnTo>
                    <a:pt x="2468195" y="2216814"/>
                  </a:lnTo>
                  <a:lnTo>
                    <a:pt x="2468325" y="2217885"/>
                  </a:lnTo>
                  <a:lnTo>
                    <a:pt x="2468418" y="2218982"/>
                  </a:lnTo>
                  <a:lnTo>
                    <a:pt x="2468474" y="2220107"/>
                  </a:lnTo>
                  <a:lnTo>
                    <a:pt x="2468492" y="2221259"/>
                  </a:lnTo>
                  <a:lnTo>
                    <a:pt x="2468476" y="2222135"/>
                  </a:lnTo>
                  <a:lnTo>
                    <a:pt x="2468428" y="2223003"/>
                  </a:lnTo>
                  <a:lnTo>
                    <a:pt x="2468347" y="2223862"/>
                  </a:lnTo>
                  <a:lnTo>
                    <a:pt x="2468234" y="2224712"/>
                  </a:lnTo>
                  <a:lnTo>
                    <a:pt x="2468089" y="2225554"/>
                  </a:lnTo>
                  <a:lnTo>
                    <a:pt x="2467912" y="2226386"/>
                  </a:lnTo>
                  <a:lnTo>
                    <a:pt x="2467702" y="2227211"/>
                  </a:lnTo>
                  <a:lnTo>
                    <a:pt x="2467460" y="2228026"/>
                  </a:lnTo>
                  <a:lnTo>
                    <a:pt x="2467186" y="2228833"/>
                  </a:lnTo>
                  <a:lnTo>
                    <a:pt x="2466880" y="2229631"/>
                  </a:lnTo>
                  <a:lnTo>
                    <a:pt x="2466559" y="2230421"/>
                  </a:lnTo>
                  <a:lnTo>
                    <a:pt x="2466215" y="2231203"/>
                  </a:lnTo>
                  <a:lnTo>
                    <a:pt x="2465849" y="2231979"/>
                  </a:lnTo>
                  <a:lnTo>
                    <a:pt x="2465461" y="2232746"/>
                  </a:lnTo>
                  <a:lnTo>
                    <a:pt x="2465051" y="2233507"/>
                  </a:lnTo>
                  <a:lnTo>
                    <a:pt x="2464618" y="2234259"/>
                  </a:lnTo>
                  <a:lnTo>
                    <a:pt x="2464163" y="2235005"/>
                  </a:lnTo>
                  <a:lnTo>
                    <a:pt x="2463685" y="2235743"/>
                  </a:lnTo>
                  <a:lnTo>
                    <a:pt x="2463185" y="2236473"/>
                  </a:lnTo>
                  <a:lnTo>
                    <a:pt x="2462663" y="2237196"/>
                  </a:lnTo>
                  <a:lnTo>
                    <a:pt x="2462133" y="2237913"/>
                  </a:lnTo>
                  <a:lnTo>
                    <a:pt x="2461587" y="2238625"/>
                  </a:lnTo>
                  <a:lnTo>
                    <a:pt x="2461022" y="2239332"/>
                  </a:lnTo>
                  <a:lnTo>
                    <a:pt x="2460441" y="2240034"/>
                  </a:lnTo>
                  <a:lnTo>
                    <a:pt x="2459842" y="2240731"/>
                  </a:lnTo>
                  <a:lnTo>
                    <a:pt x="2459225" y="2241423"/>
                  </a:lnTo>
                  <a:lnTo>
                    <a:pt x="2458591" y="2242110"/>
                  </a:lnTo>
                  <a:lnTo>
                    <a:pt x="2457940" y="2242792"/>
                  </a:lnTo>
                  <a:lnTo>
                    <a:pt x="2457272" y="2243469"/>
                  </a:lnTo>
                  <a:lnTo>
                    <a:pt x="2456586" y="2244142"/>
                  </a:lnTo>
                  <a:lnTo>
                    <a:pt x="2455888" y="2244810"/>
                  </a:lnTo>
                  <a:lnTo>
                    <a:pt x="2455184" y="2245476"/>
                  </a:lnTo>
                  <a:lnTo>
                    <a:pt x="2454474" y="2246140"/>
                  </a:lnTo>
                  <a:lnTo>
                    <a:pt x="2453758" y="2246801"/>
                  </a:lnTo>
                  <a:lnTo>
                    <a:pt x="2453036" y="2247459"/>
                  </a:lnTo>
                  <a:lnTo>
                    <a:pt x="2452307" y="2248115"/>
                  </a:lnTo>
                  <a:lnTo>
                    <a:pt x="2451572" y="2248769"/>
                  </a:lnTo>
                  <a:lnTo>
                    <a:pt x="2450831" y="2249420"/>
                  </a:lnTo>
                  <a:lnTo>
                    <a:pt x="2450084" y="2250069"/>
                  </a:lnTo>
                  <a:lnTo>
                    <a:pt x="2449331" y="2250715"/>
                  </a:lnTo>
                  <a:lnTo>
                    <a:pt x="2448573" y="2251347"/>
                  </a:lnTo>
                  <a:lnTo>
                    <a:pt x="2447815" y="2251980"/>
                  </a:lnTo>
                  <a:lnTo>
                    <a:pt x="2447055" y="2252612"/>
                  </a:lnTo>
                  <a:lnTo>
                    <a:pt x="2446294" y="2253245"/>
                  </a:lnTo>
                  <a:lnTo>
                    <a:pt x="2445532" y="2253877"/>
                  </a:lnTo>
                  <a:lnTo>
                    <a:pt x="2444769" y="2254510"/>
                  </a:lnTo>
                  <a:lnTo>
                    <a:pt x="2444004" y="2255142"/>
                  </a:lnTo>
                  <a:lnTo>
                    <a:pt x="2443239" y="2255775"/>
                  </a:lnTo>
                  <a:lnTo>
                    <a:pt x="2442471" y="2256408"/>
                  </a:lnTo>
                  <a:lnTo>
                    <a:pt x="2441703" y="2257040"/>
                  </a:lnTo>
                  <a:lnTo>
                    <a:pt x="2440939" y="2257661"/>
                  </a:lnTo>
                  <a:lnTo>
                    <a:pt x="2440183" y="2258283"/>
                  </a:lnTo>
                  <a:lnTo>
                    <a:pt x="2439435" y="2258906"/>
                  </a:lnTo>
                  <a:lnTo>
                    <a:pt x="2438697" y="2259530"/>
                  </a:lnTo>
                  <a:lnTo>
                    <a:pt x="2437967" y="2260156"/>
                  </a:lnTo>
                  <a:lnTo>
                    <a:pt x="2437246" y="2260783"/>
                  </a:lnTo>
                  <a:lnTo>
                    <a:pt x="2436533" y="2261411"/>
                  </a:lnTo>
                  <a:lnTo>
                    <a:pt x="2435829" y="2262041"/>
                  </a:lnTo>
                  <a:lnTo>
                    <a:pt x="2435134" y="2262671"/>
                  </a:lnTo>
                  <a:lnTo>
                    <a:pt x="2434448" y="2263303"/>
                  </a:lnTo>
                  <a:lnTo>
                    <a:pt x="2433785" y="2263937"/>
                  </a:lnTo>
                  <a:lnTo>
                    <a:pt x="2433136" y="2264573"/>
                  </a:lnTo>
                  <a:lnTo>
                    <a:pt x="2432500" y="2265212"/>
                  </a:lnTo>
                  <a:lnTo>
                    <a:pt x="2431878" y="2265853"/>
                  </a:lnTo>
                  <a:lnTo>
                    <a:pt x="2431270" y="2266497"/>
                  </a:lnTo>
                  <a:lnTo>
                    <a:pt x="2430675" y="2267143"/>
                  </a:lnTo>
                  <a:lnTo>
                    <a:pt x="2430094" y="2267792"/>
                  </a:lnTo>
                  <a:lnTo>
                    <a:pt x="2429526" y="2268443"/>
                  </a:lnTo>
                  <a:lnTo>
                    <a:pt x="2428973" y="2269096"/>
                  </a:lnTo>
                  <a:lnTo>
                    <a:pt x="2428433" y="2269752"/>
                  </a:lnTo>
                  <a:lnTo>
                    <a:pt x="2427911" y="2270400"/>
                  </a:lnTo>
                  <a:lnTo>
                    <a:pt x="2427413" y="2271055"/>
                  </a:lnTo>
                  <a:lnTo>
                    <a:pt x="2426939" y="2271715"/>
                  </a:lnTo>
                  <a:lnTo>
                    <a:pt x="2426488" y="2272382"/>
                  </a:lnTo>
                  <a:lnTo>
                    <a:pt x="2426061" y="2273055"/>
                  </a:lnTo>
                  <a:lnTo>
                    <a:pt x="2425657" y="2273734"/>
                  </a:lnTo>
                  <a:lnTo>
                    <a:pt x="2425277" y="2274419"/>
                  </a:lnTo>
                  <a:lnTo>
                    <a:pt x="2424920" y="2275110"/>
                  </a:lnTo>
                  <a:lnTo>
                    <a:pt x="2424587" y="2275808"/>
                  </a:lnTo>
                  <a:lnTo>
                    <a:pt x="2424278" y="2276512"/>
                  </a:lnTo>
                  <a:lnTo>
                    <a:pt x="2469856" y="2276512"/>
                  </a:lnTo>
                  <a:lnTo>
                    <a:pt x="2469856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" name="ph41"/>
            <p:cNvSpPr/>
            <p:nvPr/>
          </p:nvSpPr>
          <p:spPr>
            <a:xfrm>
              <a:off x="3202664" y="2174960"/>
              <a:ext cx="2411999" cy="2330958"/>
            </a:xfrm>
            <a:custGeom>
              <a:avLst/>
              <a:gdLst/>
              <a:ahLst/>
              <a:cxnLst/>
              <a:rect l="0" t="0" r="0" b="0"/>
              <a:pathLst>
                <a:path w="2411999" h="2330958">
                  <a:moveTo>
                    <a:pt x="2411999" y="2286000"/>
                  </a:moveTo>
                  <a:lnTo>
                    <a:pt x="2411975" y="2288477"/>
                  </a:lnTo>
                  <a:lnTo>
                    <a:pt x="2411903" y="2290876"/>
                  </a:lnTo>
                  <a:lnTo>
                    <a:pt x="2411782" y="2293195"/>
                  </a:lnTo>
                  <a:lnTo>
                    <a:pt x="2411613" y="2295435"/>
                  </a:lnTo>
                  <a:lnTo>
                    <a:pt x="2411395" y="2297596"/>
                  </a:lnTo>
                  <a:lnTo>
                    <a:pt x="2411129" y="2299677"/>
                  </a:lnTo>
                  <a:lnTo>
                    <a:pt x="2410814" y="2301679"/>
                  </a:lnTo>
                  <a:lnTo>
                    <a:pt x="2410452" y="2303601"/>
                  </a:lnTo>
                  <a:lnTo>
                    <a:pt x="2410041" y="2305444"/>
                  </a:lnTo>
                  <a:lnTo>
                    <a:pt x="2409581" y="2307208"/>
                  </a:lnTo>
                  <a:lnTo>
                    <a:pt x="2409092" y="2308887"/>
                  </a:lnTo>
                  <a:lnTo>
                    <a:pt x="2408567" y="2310502"/>
                  </a:lnTo>
                  <a:lnTo>
                    <a:pt x="2408005" y="2312052"/>
                  </a:lnTo>
                  <a:lnTo>
                    <a:pt x="2407408" y="2313538"/>
                  </a:lnTo>
                  <a:lnTo>
                    <a:pt x="2406775" y="2314959"/>
                  </a:lnTo>
                  <a:lnTo>
                    <a:pt x="2406106" y="2316316"/>
                  </a:lnTo>
                  <a:lnTo>
                    <a:pt x="2405401" y="2317608"/>
                  </a:lnTo>
                  <a:lnTo>
                    <a:pt x="2404660" y="2318836"/>
                  </a:lnTo>
                  <a:lnTo>
                    <a:pt x="2403883" y="2319999"/>
                  </a:lnTo>
                  <a:lnTo>
                    <a:pt x="2403070" y="2321098"/>
                  </a:lnTo>
                  <a:lnTo>
                    <a:pt x="2402236" y="2322123"/>
                  </a:lnTo>
                  <a:lnTo>
                    <a:pt x="2401373" y="2323087"/>
                  </a:lnTo>
                  <a:lnTo>
                    <a:pt x="2400480" y="2323993"/>
                  </a:lnTo>
                  <a:lnTo>
                    <a:pt x="2399557" y="2324839"/>
                  </a:lnTo>
                  <a:lnTo>
                    <a:pt x="2398605" y="2325625"/>
                  </a:lnTo>
                  <a:lnTo>
                    <a:pt x="2397623" y="2326352"/>
                  </a:lnTo>
                  <a:lnTo>
                    <a:pt x="2396611" y="2327019"/>
                  </a:lnTo>
                  <a:lnTo>
                    <a:pt x="2395569" y="2327627"/>
                  </a:lnTo>
                  <a:lnTo>
                    <a:pt x="2394497" y="2328175"/>
                  </a:lnTo>
                  <a:lnTo>
                    <a:pt x="2393396" y="2328664"/>
                  </a:lnTo>
                  <a:lnTo>
                    <a:pt x="2392272" y="2329100"/>
                  </a:lnTo>
                  <a:lnTo>
                    <a:pt x="2391134" y="2329490"/>
                  </a:lnTo>
                  <a:lnTo>
                    <a:pt x="2389980" y="2329834"/>
                  </a:lnTo>
                  <a:lnTo>
                    <a:pt x="2388812" y="2330132"/>
                  </a:lnTo>
                  <a:lnTo>
                    <a:pt x="2387629" y="2330384"/>
                  </a:lnTo>
                  <a:lnTo>
                    <a:pt x="2386431" y="2330591"/>
                  </a:lnTo>
                  <a:lnTo>
                    <a:pt x="2385218" y="2330751"/>
                  </a:lnTo>
                  <a:lnTo>
                    <a:pt x="2383990" y="2330866"/>
                  </a:lnTo>
                  <a:lnTo>
                    <a:pt x="2382747" y="2330935"/>
                  </a:lnTo>
                  <a:lnTo>
                    <a:pt x="2381490" y="2330958"/>
                  </a:lnTo>
                  <a:lnTo>
                    <a:pt x="2380221" y="2330935"/>
                  </a:lnTo>
                  <a:lnTo>
                    <a:pt x="2378970" y="2330866"/>
                  </a:lnTo>
                  <a:lnTo>
                    <a:pt x="2377736" y="2330751"/>
                  </a:lnTo>
                  <a:lnTo>
                    <a:pt x="2376519" y="2330591"/>
                  </a:lnTo>
                  <a:lnTo>
                    <a:pt x="2375320" y="2330384"/>
                  </a:lnTo>
                  <a:lnTo>
                    <a:pt x="2374138" y="2330132"/>
                  </a:lnTo>
                  <a:lnTo>
                    <a:pt x="2372973" y="2329834"/>
                  </a:lnTo>
                  <a:lnTo>
                    <a:pt x="2371826" y="2329490"/>
                  </a:lnTo>
                  <a:lnTo>
                    <a:pt x="2370696" y="2329100"/>
                  </a:lnTo>
                  <a:lnTo>
                    <a:pt x="2369583" y="2328664"/>
                  </a:lnTo>
                  <a:lnTo>
                    <a:pt x="2368494" y="2328175"/>
                  </a:lnTo>
                  <a:lnTo>
                    <a:pt x="2367433" y="2327627"/>
                  </a:lnTo>
                  <a:lnTo>
                    <a:pt x="2366400" y="2327019"/>
                  </a:lnTo>
                  <a:lnTo>
                    <a:pt x="2365396" y="2326352"/>
                  </a:lnTo>
                  <a:lnTo>
                    <a:pt x="2364421" y="2325625"/>
                  </a:lnTo>
                  <a:lnTo>
                    <a:pt x="2363474" y="2324839"/>
                  </a:lnTo>
                  <a:lnTo>
                    <a:pt x="2362556" y="2323993"/>
                  </a:lnTo>
                  <a:lnTo>
                    <a:pt x="2361666" y="2323087"/>
                  </a:lnTo>
                  <a:lnTo>
                    <a:pt x="2360804" y="2322123"/>
                  </a:lnTo>
                  <a:lnTo>
                    <a:pt x="2359972" y="2321098"/>
                  </a:lnTo>
                  <a:lnTo>
                    <a:pt x="2359182" y="2320011"/>
                  </a:lnTo>
                  <a:lnTo>
                    <a:pt x="2358426" y="2318858"/>
                  </a:lnTo>
                  <a:lnTo>
                    <a:pt x="2357704" y="2317640"/>
                  </a:lnTo>
                  <a:lnTo>
                    <a:pt x="2357015" y="2316355"/>
                  </a:lnTo>
                  <a:lnTo>
                    <a:pt x="2356359" y="2315005"/>
                  </a:lnTo>
                  <a:lnTo>
                    <a:pt x="2355738" y="2313590"/>
                  </a:lnTo>
                  <a:lnTo>
                    <a:pt x="2355149" y="2312108"/>
                  </a:lnTo>
                  <a:lnTo>
                    <a:pt x="2354594" y="2310561"/>
                  </a:lnTo>
                  <a:lnTo>
                    <a:pt x="2354072" y="2308948"/>
                  </a:lnTo>
                  <a:lnTo>
                    <a:pt x="2353584" y="2307270"/>
                  </a:lnTo>
                  <a:lnTo>
                    <a:pt x="2353149" y="2305505"/>
                  </a:lnTo>
                  <a:lnTo>
                    <a:pt x="2352758" y="2303660"/>
                  </a:lnTo>
                  <a:lnTo>
                    <a:pt x="2352414" y="2301735"/>
                  </a:lnTo>
                  <a:lnTo>
                    <a:pt x="2352116" y="2299729"/>
                  </a:lnTo>
                  <a:lnTo>
                    <a:pt x="2351864" y="2297642"/>
                  </a:lnTo>
                  <a:lnTo>
                    <a:pt x="2351657" y="2295475"/>
                  </a:lnTo>
                  <a:lnTo>
                    <a:pt x="2351497" y="2293227"/>
                  </a:lnTo>
                  <a:lnTo>
                    <a:pt x="2351382" y="2290898"/>
                  </a:lnTo>
                  <a:lnTo>
                    <a:pt x="2351313" y="2288489"/>
                  </a:lnTo>
                  <a:lnTo>
                    <a:pt x="2351290" y="2286000"/>
                  </a:lnTo>
                  <a:lnTo>
                    <a:pt x="2351313" y="2283404"/>
                  </a:lnTo>
                  <a:lnTo>
                    <a:pt x="2351382" y="2280900"/>
                  </a:lnTo>
                  <a:lnTo>
                    <a:pt x="2351497" y="2278487"/>
                  </a:lnTo>
                  <a:lnTo>
                    <a:pt x="2351657" y="2276167"/>
                  </a:lnTo>
                  <a:lnTo>
                    <a:pt x="2351864" y="2273938"/>
                  </a:lnTo>
                  <a:lnTo>
                    <a:pt x="2352116" y="2271801"/>
                  </a:lnTo>
                  <a:lnTo>
                    <a:pt x="2352414" y="2269756"/>
                  </a:lnTo>
                  <a:lnTo>
                    <a:pt x="2352758" y="2267803"/>
                  </a:lnTo>
                  <a:lnTo>
                    <a:pt x="2353149" y="2265941"/>
                  </a:lnTo>
                  <a:lnTo>
                    <a:pt x="2353584" y="2264171"/>
                  </a:lnTo>
                  <a:lnTo>
                    <a:pt x="2354073" y="2262470"/>
                  </a:lnTo>
                  <a:lnTo>
                    <a:pt x="2354596" y="2260840"/>
                  </a:lnTo>
                  <a:lnTo>
                    <a:pt x="2355155" y="2259281"/>
                  </a:lnTo>
                  <a:lnTo>
                    <a:pt x="2355747" y="2257792"/>
                  </a:lnTo>
                  <a:lnTo>
                    <a:pt x="2356375" y="2256373"/>
                  </a:lnTo>
                  <a:lnTo>
                    <a:pt x="2357037" y="2255026"/>
                  </a:lnTo>
                  <a:lnTo>
                    <a:pt x="2357734" y="2253749"/>
                  </a:lnTo>
                  <a:lnTo>
                    <a:pt x="2358466" y="2252543"/>
                  </a:lnTo>
                  <a:lnTo>
                    <a:pt x="2359232" y="2251408"/>
                  </a:lnTo>
                  <a:lnTo>
                    <a:pt x="2360034" y="2250343"/>
                  </a:lnTo>
                  <a:lnTo>
                    <a:pt x="2360867" y="2249344"/>
                  </a:lnTo>
                  <a:lnTo>
                    <a:pt x="2361730" y="2248408"/>
                  </a:lnTo>
                  <a:lnTo>
                    <a:pt x="2362623" y="2247534"/>
                  </a:lnTo>
                  <a:lnTo>
                    <a:pt x="2363546" y="2246721"/>
                  </a:lnTo>
                  <a:lnTo>
                    <a:pt x="2364499" y="2245971"/>
                  </a:lnTo>
                  <a:lnTo>
                    <a:pt x="2365481" y="2245283"/>
                  </a:lnTo>
                  <a:lnTo>
                    <a:pt x="2366493" y="2244656"/>
                  </a:lnTo>
                  <a:lnTo>
                    <a:pt x="2367535" y="2244092"/>
                  </a:lnTo>
                  <a:lnTo>
                    <a:pt x="2368606" y="2243590"/>
                  </a:lnTo>
                  <a:lnTo>
                    <a:pt x="2369708" y="2243149"/>
                  </a:lnTo>
                  <a:lnTo>
                    <a:pt x="2370834" y="2242749"/>
                  </a:lnTo>
                  <a:lnTo>
                    <a:pt x="2371980" y="2242390"/>
                  </a:lnTo>
                  <a:lnTo>
                    <a:pt x="2373145" y="2242074"/>
                  </a:lnTo>
                  <a:lnTo>
                    <a:pt x="2374331" y="2241800"/>
                  </a:lnTo>
                  <a:lnTo>
                    <a:pt x="2375537" y="2241568"/>
                  </a:lnTo>
                  <a:lnTo>
                    <a:pt x="2376762" y="2241378"/>
                  </a:lnTo>
                  <a:lnTo>
                    <a:pt x="2378007" y="2241231"/>
                  </a:lnTo>
                  <a:lnTo>
                    <a:pt x="2379272" y="2241125"/>
                  </a:lnTo>
                  <a:lnTo>
                    <a:pt x="2380557" y="2241062"/>
                  </a:lnTo>
                  <a:lnTo>
                    <a:pt x="2381862" y="2241041"/>
                  </a:lnTo>
                  <a:lnTo>
                    <a:pt x="2383106" y="2241062"/>
                  </a:lnTo>
                  <a:lnTo>
                    <a:pt x="2384335" y="2241125"/>
                  </a:lnTo>
                  <a:lnTo>
                    <a:pt x="2385547" y="2241231"/>
                  </a:lnTo>
                  <a:lnTo>
                    <a:pt x="2386743" y="2241378"/>
                  </a:lnTo>
                  <a:lnTo>
                    <a:pt x="2387923" y="2241568"/>
                  </a:lnTo>
                  <a:lnTo>
                    <a:pt x="2389087" y="2241800"/>
                  </a:lnTo>
                  <a:lnTo>
                    <a:pt x="2390235" y="2242074"/>
                  </a:lnTo>
                  <a:lnTo>
                    <a:pt x="2391367" y="2242390"/>
                  </a:lnTo>
                  <a:lnTo>
                    <a:pt x="2392483" y="2242749"/>
                  </a:lnTo>
                  <a:lnTo>
                    <a:pt x="2393582" y="2243149"/>
                  </a:lnTo>
                  <a:lnTo>
                    <a:pt x="2394672" y="2243590"/>
                  </a:lnTo>
                  <a:lnTo>
                    <a:pt x="2395733" y="2244092"/>
                  </a:lnTo>
                  <a:lnTo>
                    <a:pt x="2396765" y="2244656"/>
                  </a:lnTo>
                  <a:lnTo>
                    <a:pt x="2397769" y="2245283"/>
                  </a:lnTo>
                  <a:lnTo>
                    <a:pt x="2398744" y="2245971"/>
                  </a:lnTo>
                  <a:lnTo>
                    <a:pt x="2399691" y="2246721"/>
                  </a:lnTo>
                  <a:lnTo>
                    <a:pt x="2400610" y="2247534"/>
                  </a:lnTo>
                  <a:lnTo>
                    <a:pt x="2401500" y="2248408"/>
                  </a:lnTo>
                  <a:lnTo>
                    <a:pt x="2402361" y="2249344"/>
                  </a:lnTo>
                  <a:lnTo>
                    <a:pt x="2403194" y="2250343"/>
                  </a:lnTo>
                  <a:lnTo>
                    <a:pt x="2403995" y="2251408"/>
                  </a:lnTo>
                  <a:lnTo>
                    <a:pt x="2404761" y="2252543"/>
                  </a:lnTo>
                  <a:lnTo>
                    <a:pt x="2405493" y="2253749"/>
                  </a:lnTo>
                  <a:lnTo>
                    <a:pt x="2406190" y="2255026"/>
                  </a:lnTo>
                  <a:lnTo>
                    <a:pt x="2406853" y="2256373"/>
                  </a:lnTo>
                  <a:lnTo>
                    <a:pt x="2407480" y="2257792"/>
                  </a:lnTo>
                  <a:lnTo>
                    <a:pt x="2408073" y="2259281"/>
                  </a:lnTo>
                  <a:lnTo>
                    <a:pt x="2408631" y="2260840"/>
                  </a:lnTo>
                  <a:lnTo>
                    <a:pt x="2409154" y="2262470"/>
                  </a:lnTo>
                  <a:lnTo>
                    <a:pt x="2409643" y="2264171"/>
                  </a:lnTo>
                  <a:lnTo>
                    <a:pt x="2410091" y="2265941"/>
                  </a:lnTo>
                  <a:lnTo>
                    <a:pt x="2410491" y="2267803"/>
                  </a:lnTo>
                  <a:lnTo>
                    <a:pt x="2410845" y="2269756"/>
                  </a:lnTo>
                  <a:lnTo>
                    <a:pt x="2411151" y="2271801"/>
                  </a:lnTo>
                  <a:lnTo>
                    <a:pt x="2411410" y="2273938"/>
                  </a:lnTo>
                  <a:lnTo>
                    <a:pt x="2411622" y="2276167"/>
                  </a:lnTo>
                  <a:lnTo>
                    <a:pt x="2411787" y="2278487"/>
                  </a:lnTo>
                  <a:lnTo>
                    <a:pt x="2411905" y="2280900"/>
                  </a:lnTo>
                  <a:lnTo>
                    <a:pt x="2411976" y="2283404"/>
                  </a:lnTo>
                  <a:close/>
                  <a:moveTo>
                    <a:pt x="2400651" y="2286000"/>
                  </a:moveTo>
                  <a:lnTo>
                    <a:pt x="2400639" y="2283951"/>
                  </a:lnTo>
                  <a:lnTo>
                    <a:pt x="2400602" y="2281974"/>
                  </a:lnTo>
                  <a:lnTo>
                    <a:pt x="2400540" y="2280067"/>
                  </a:lnTo>
                  <a:lnTo>
                    <a:pt x="2400453" y="2278231"/>
                  </a:lnTo>
                  <a:lnTo>
                    <a:pt x="2400341" y="2276465"/>
                  </a:lnTo>
                  <a:lnTo>
                    <a:pt x="2400205" y="2274770"/>
                  </a:lnTo>
                  <a:lnTo>
                    <a:pt x="2400044" y="2273146"/>
                  </a:lnTo>
                  <a:lnTo>
                    <a:pt x="2399858" y="2271593"/>
                  </a:lnTo>
                  <a:lnTo>
                    <a:pt x="2399647" y="2270110"/>
                  </a:lnTo>
                  <a:lnTo>
                    <a:pt x="2399411" y="2268698"/>
                  </a:lnTo>
                  <a:lnTo>
                    <a:pt x="2399151" y="2267338"/>
                  </a:lnTo>
                  <a:lnTo>
                    <a:pt x="2398868" y="2266034"/>
                  </a:lnTo>
                  <a:lnTo>
                    <a:pt x="2398561" y="2264788"/>
                  </a:lnTo>
                  <a:lnTo>
                    <a:pt x="2398230" y="2263598"/>
                  </a:lnTo>
                  <a:lnTo>
                    <a:pt x="2397876" y="2262466"/>
                  </a:lnTo>
                  <a:lnTo>
                    <a:pt x="2397499" y="2261391"/>
                  </a:lnTo>
                  <a:lnTo>
                    <a:pt x="2397097" y="2260373"/>
                  </a:lnTo>
                  <a:lnTo>
                    <a:pt x="2396673" y="2259411"/>
                  </a:lnTo>
                  <a:lnTo>
                    <a:pt x="2396224" y="2258507"/>
                  </a:lnTo>
                  <a:lnTo>
                    <a:pt x="2395752" y="2257660"/>
                  </a:lnTo>
                  <a:lnTo>
                    <a:pt x="2395258" y="2256854"/>
                  </a:lnTo>
                  <a:lnTo>
                    <a:pt x="2394740" y="2256097"/>
                  </a:lnTo>
                  <a:lnTo>
                    <a:pt x="2394201" y="2255391"/>
                  </a:lnTo>
                  <a:lnTo>
                    <a:pt x="2393639" y="2254733"/>
                  </a:lnTo>
                  <a:lnTo>
                    <a:pt x="2393055" y="2254125"/>
                  </a:lnTo>
                  <a:lnTo>
                    <a:pt x="2392448" y="2253567"/>
                  </a:lnTo>
                  <a:lnTo>
                    <a:pt x="2391820" y="2253059"/>
                  </a:lnTo>
                  <a:lnTo>
                    <a:pt x="2391169" y="2252600"/>
                  </a:lnTo>
                  <a:lnTo>
                    <a:pt x="2390495" y="2252191"/>
                  </a:lnTo>
                  <a:lnTo>
                    <a:pt x="2389799" y="2251831"/>
                  </a:lnTo>
                  <a:lnTo>
                    <a:pt x="2389095" y="2251501"/>
                  </a:lnTo>
                  <a:lnTo>
                    <a:pt x="2388371" y="2251206"/>
                  </a:lnTo>
                  <a:lnTo>
                    <a:pt x="2387626" y="2250946"/>
                  </a:lnTo>
                  <a:lnTo>
                    <a:pt x="2386862" y="2250720"/>
                  </a:lnTo>
                  <a:lnTo>
                    <a:pt x="2386079" y="2250529"/>
                  </a:lnTo>
                  <a:lnTo>
                    <a:pt x="2385275" y="2250373"/>
                  </a:lnTo>
                  <a:lnTo>
                    <a:pt x="2384451" y="2250251"/>
                  </a:lnTo>
                  <a:lnTo>
                    <a:pt x="2383608" y="2250164"/>
                  </a:lnTo>
                  <a:lnTo>
                    <a:pt x="2382745" y="2250112"/>
                  </a:lnTo>
                  <a:lnTo>
                    <a:pt x="2381862" y="2250095"/>
                  </a:lnTo>
                  <a:lnTo>
                    <a:pt x="2380930" y="2250112"/>
                  </a:lnTo>
                  <a:lnTo>
                    <a:pt x="2380021" y="2250164"/>
                  </a:lnTo>
                  <a:lnTo>
                    <a:pt x="2379135" y="2250251"/>
                  </a:lnTo>
                  <a:lnTo>
                    <a:pt x="2378270" y="2250373"/>
                  </a:lnTo>
                  <a:lnTo>
                    <a:pt x="2377428" y="2250529"/>
                  </a:lnTo>
                  <a:lnTo>
                    <a:pt x="2376608" y="2250720"/>
                  </a:lnTo>
                  <a:lnTo>
                    <a:pt x="2375811" y="2250946"/>
                  </a:lnTo>
                  <a:lnTo>
                    <a:pt x="2375036" y="2251206"/>
                  </a:lnTo>
                  <a:lnTo>
                    <a:pt x="2374283" y="2251501"/>
                  </a:lnTo>
                  <a:lnTo>
                    <a:pt x="2373552" y="2251831"/>
                  </a:lnTo>
                  <a:lnTo>
                    <a:pt x="2372844" y="2252202"/>
                  </a:lnTo>
                  <a:lnTo>
                    <a:pt x="2372158" y="2252622"/>
                  </a:lnTo>
                  <a:lnTo>
                    <a:pt x="2371495" y="2253091"/>
                  </a:lnTo>
                  <a:lnTo>
                    <a:pt x="2370853" y="2253607"/>
                  </a:lnTo>
                  <a:lnTo>
                    <a:pt x="2370235" y="2254172"/>
                  </a:lnTo>
                  <a:lnTo>
                    <a:pt x="2369638" y="2254785"/>
                  </a:lnTo>
                  <a:lnTo>
                    <a:pt x="2369064" y="2255447"/>
                  </a:lnTo>
                  <a:lnTo>
                    <a:pt x="2368512" y="2256157"/>
                  </a:lnTo>
                  <a:lnTo>
                    <a:pt x="2367982" y="2256915"/>
                  </a:lnTo>
                  <a:lnTo>
                    <a:pt x="2367475" y="2257722"/>
                  </a:lnTo>
                  <a:lnTo>
                    <a:pt x="2367003" y="2258569"/>
                  </a:lnTo>
                  <a:lnTo>
                    <a:pt x="2366555" y="2259473"/>
                  </a:lnTo>
                  <a:lnTo>
                    <a:pt x="2366130" y="2260435"/>
                  </a:lnTo>
                  <a:lnTo>
                    <a:pt x="2365729" y="2261453"/>
                  </a:lnTo>
                  <a:lnTo>
                    <a:pt x="2365351" y="2262528"/>
                  </a:lnTo>
                  <a:lnTo>
                    <a:pt x="2364997" y="2263660"/>
                  </a:lnTo>
                  <a:lnTo>
                    <a:pt x="2364667" y="2264850"/>
                  </a:lnTo>
                  <a:lnTo>
                    <a:pt x="2364360" y="2266096"/>
                  </a:lnTo>
                  <a:lnTo>
                    <a:pt x="2364076" y="2267400"/>
                  </a:lnTo>
                  <a:lnTo>
                    <a:pt x="2363816" y="2268760"/>
                  </a:lnTo>
                  <a:lnTo>
                    <a:pt x="2363581" y="2270172"/>
                  </a:lnTo>
                  <a:lnTo>
                    <a:pt x="2363370" y="2271652"/>
                  </a:lnTo>
                  <a:lnTo>
                    <a:pt x="2363184" y="2273203"/>
                  </a:lnTo>
                  <a:lnTo>
                    <a:pt x="2363023" y="2274823"/>
                  </a:lnTo>
                  <a:lnTo>
                    <a:pt x="2362886" y="2276512"/>
                  </a:lnTo>
                  <a:lnTo>
                    <a:pt x="2362775" y="2278270"/>
                  </a:lnTo>
                  <a:lnTo>
                    <a:pt x="2362688" y="2280098"/>
                  </a:lnTo>
                  <a:lnTo>
                    <a:pt x="2362626" y="2281996"/>
                  </a:lnTo>
                  <a:lnTo>
                    <a:pt x="2362589" y="2283963"/>
                  </a:lnTo>
                  <a:lnTo>
                    <a:pt x="2362576" y="2286000"/>
                  </a:lnTo>
                  <a:lnTo>
                    <a:pt x="2362589" y="2287977"/>
                  </a:lnTo>
                  <a:lnTo>
                    <a:pt x="2362626" y="2289891"/>
                  </a:lnTo>
                  <a:lnTo>
                    <a:pt x="2362688" y="2291742"/>
                  </a:lnTo>
                  <a:lnTo>
                    <a:pt x="2362775" y="2293530"/>
                  </a:lnTo>
                  <a:lnTo>
                    <a:pt x="2362886" y="2295255"/>
                  </a:lnTo>
                  <a:lnTo>
                    <a:pt x="2363023" y="2296916"/>
                  </a:lnTo>
                  <a:lnTo>
                    <a:pt x="2363184" y="2298514"/>
                  </a:lnTo>
                  <a:lnTo>
                    <a:pt x="2363370" y="2300049"/>
                  </a:lnTo>
                  <a:lnTo>
                    <a:pt x="2363581" y="2301520"/>
                  </a:lnTo>
                  <a:lnTo>
                    <a:pt x="2363816" y="2302929"/>
                  </a:lnTo>
                  <a:lnTo>
                    <a:pt x="2364088" y="2304279"/>
                  </a:lnTo>
                  <a:lnTo>
                    <a:pt x="2364382" y="2305575"/>
                  </a:lnTo>
                  <a:lnTo>
                    <a:pt x="2364698" y="2306819"/>
                  </a:lnTo>
                  <a:lnTo>
                    <a:pt x="2365037" y="2308009"/>
                  </a:lnTo>
                  <a:lnTo>
                    <a:pt x="2365398" y="2309145"/>
                  </a:lnTo>
                  <a:lnTo>
                    <a:pt x="2365781" y="2310229"/>
                  </a:lnTo>
                  <a:lnTo>
                    <a:pt x="2366186" y="2311259"/>
                  </a:lnTo>
                  <a:lnTo>
                    <a:pt x="2366614" y="2312235"/>
                  </a:lnTo>
                  <a:lnTo>
                    <a:pt x="2367065" y="2313159"/>
                  </a:lnTo>
                  <a:lnTo>
                    <a:pt x="2367537" y="2314029"/>
                  </a:lnTo>
                  <a:lnTo>
                    <a:pt x="2368044" y="2314837"/>
                  </a:lnTo>
                  <a:lnTo>
                    <a:pt x="2368571" y="2315599"/>
                  </a:lnTo>
                  <a:lnTo>
                    <a:pt x="2369120" y="2316315"/>
                  </a:lnTo>
                  <a:lnTo>
                    <a:pt x="2369690" y="2316986"/>
                  </a:lnTo>
                  <a:lnTo>
                    <a:pt x="2370281" y="2317610"/>
                  </a:lnTo>
                  <a:lnTo>
                    <a:pt x="2370893" y="2318189"/>
                  </a:lnTo>
                  <a:lnTo>
                    <a:pt x="2371526" y="2318721"/>
                  </a:lnTo>
                  <a:lnTo>
                    <a:pt x="2372181" y="2319208"/>
                  </a:lnTo>
                  <a:lnTo>
                    <a:pt x="2372856" y="2319649"/>
                  </a:lnTo>
                  <a:lnTo>
                    <a:pt x="2373552" y="2320044"/>
                  </a:lnTo>
                  <a:lnTo>
                    <a:pt x="2374269" y="2320386"/>
                  </a:lnTo>
                  <a:lnTo>
                    <a:pt x="2375006" y="2320691"/>
                  </a:lnTo>
                  <a:lnTo>
                    <a:pt x="2375762" y="2320961"/>
                  </a:lnTo>
                  <a:lnTo>
                    <a:pt x="2376539" y="2321195"/>
                  </a:lnTo>
                  <a:lnTo>
                    <a:pt x="2377335" y="2321393"/>
                  </a:lnTo>
                  <a:lnTo>
                    <a:pt x="2378151" y="2321555"/>
                  </a:lnTo>
                  <a:lnTo>
                    <a:pt x="2378987" y="2321680"/>
                  </a:lnTo>
                  <a:lnTo>
                    <a:pt x="2379843" y="2321770"/>
                  </a:lnTo>
                  <a:lnTo>
                    <a:pt x="2380718" y="2321824"/>
                  </a:lnTo>
                  <a:lnTo>
                    <a:pt x="2381614" y="2321842"/>
                  </a:lnTo>
                  <a:lnTo>
                    <a:pt x="2382486" y="2321824"/>
                  </a:lnTo>
                  <a:lnTo>
                    <a:pt x="2383340" y="2321770"/>
                  </a:lnTo>
                  <a:lnTo>
                    <a:pt x="2384177" y="2321680"/>
                  </a:lnTo>
                  <a:lnTo>
                    <a:pt x="2384997" y="2321555"/>
                  </a:lnTo>
                  <a:lnTo>
                    <a:pt x="2385800" y="2321393"/>
                  </a:lnTo>
                  <a:lnTo>
                    <a:pt x="2386585" y="2321195"/>
                  </a:lnTo>
                  <a:lnTo>
                    <a:pt x="2387352" y="2320961"/>
                  </a:lnTo>
                  <a:lnTo>
                    <a:pt x="2388103" y="2320691"/>
                  </a:lnTo>
                  <a:lnTo>
                    <a:pt x="2388836" y="2320386"/>
                  </a:lnTo>
                  <a:lnTo>
                    <a:pt x="2389551" y="2320044"/>
                  </a:lnTo>
                  <a:lnTo>
                    <a:pt x="2390247" y="2319649"/>
                  </a:lnTo>
                  <a:lnTo>
                    <a:pt x="2390920" y="2319208"/>
                  </a:lnTo>
                  <a:lnTo>
                    <a:pt x="2391572" y="2318721"/>
                  </a:lnTo>
                  <a:lnTo>
                    <a:pt x="2392200" y="2318189"/>
                  </a:lnTo>
                  <a:lnTo>
                    <a:pt x="2392807" y="2317610"/>
                  </a:lnTo>
                  <a:lnTo>
                    <a:pt x="2393391" y="2316986"/>
                  </a:lnTo>
                  <a:lnTo>
                    <a:pt x="2393953" y="2316315"/>
                  </a:lnTo>
                  <a:lnTo>
                    <a:pt x="2394492" y="2315599"/>
                  </a:lnTo>
                  <a:lnTo>
                    <a:pt x="2395010" y="2314837"/>
                  </a:lnTo>
                  <a:lnTo>
                    <a:pt x="2395504" y="2314029"/>
                  </a:lnTo>
                  <a:lnTo>
                    <a:pt x="2395989" y="2313159"/>
                  </a:lnTo>
                  <a:lnTo>
                    <a:pt x="2396449" y="2312235"/>
                  </a:lnTo>
                  <a:lnTo>
                    <a:pt x="2396887" y="2311259"/>
                  </a:lnTo>
                  <a:lnTo>
                    <a:pt x="2397300" y="2310229"/>
                  </a:lnTo>
                  <a:lnTo>
                    <a:pt x="2397690" y="2309145"/>
                  </a:lnTo>
                  <a:lnTo>
                    <a:pt x="2398057" y="2308009"/>
                  </a:lnTo>
                  <a:lnTo>
                    <a:pt x="2398400" y="2306819"/>
                  </a:lnTo>
                  <a:lnTo>
                    <a:pt x="2398719" y="2305575"/>
                  </a:lnTo>
                  <a:lnTo>
                    <a:pt x="2399015" y="2304279"/>
                  </a:lnTo>
                  <a:lnTo>
                    <a:pt x="2399287" y="2302929"/>
                  </a:lnTo>
                  <a:lnTo>
                    <a:pt x="2399546" y="2301520"/>
                  </a:lnTo>
                  <a:lnTo>
                    <a:pt x="2399778" y="2300049"/>
                  </a:lnTo>
                  <a:lnTo>
                    <a:pt x="2399983" y="2298514"/>
                  </a:lnTo>
                  <a:lnTo>
                    <a:pt x="2400160" y="2296916"/>
                  </a:lnTo>
                  <a:lnTo>
                    <a:pt x="2400310" y="2295255"/>
                  </a:lnTo>
                  <a:lnTo>
                    <a:pt x="2400433" y="2293530"/>
                  </a:lnTo>
                  <a:lnTo>
                    <a:pt x="2400529" y="2291742"/>
                  </a:lnTo>
                  <a:lnTo>
                    <a:pt x="2400597" y="2289891"/>
                  </a:lnTo>
                  <a:lnTo>
                    <a:pt x="2400638" y="2287977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" name="ph42"/>
            <p:cNvSpPr/>
            <p:nvPr/>
          </p:nvSpPr>
          <p:spPr>
            <a:xfrm>
              <a:off x="3214012" y="2218678"/>
              <a:ext cx="2469856" cy="2286000"/>
            </a:xfrm>
            <a:custGeom>
              <a:avLst/>
              <a:gdLst/>
              <a:ahLst/>
              <a:cxnLst/>
              <a:rect l="0" t="0" r="0" b="0"/>
              <a:pathLst>
                <a:path w="2469856" h="2286000">
                  <a:moveTo>
                    <a:pt x="2411999" y="2286000"/>
                  </a:moveTo>
                  <a:lnTo>
                    <a:pt x="2411999" y="2278124"/>
                  </a:lnTo>
                  <a:lnTo>
                    <a:pt x="2412646" y="2276690"/>
                  </a:lnTo>
                  <a:lnTo>
                    <a:pt x="2413319" y="2275291"/>
                  </a:lnTo>
                  <a:lnTo>
                    <a:pt x="2414020" y="2273927"/>
                  </a:lnTo>
                  <a:lnTo>
                    <a:pt x="2414748" y="2272598"/>
                  </a:lnTo>
                  <a:lnTo>
                    <a:pt x="2415503" y="2271303"/>
                  </a:lnTo>
                  <a:lnTo>
                    <a:pt x="2416286" y="2270043"/>
                  </a:lnTo>
                  <a:lnTo>
                    <a:pt x="2417096" y="2268817"/>
                  </a:lnTo>
                  <a:lnTo>
                    <a:pt x="2417933" y="2267627"/>
                  </a:lnTo>
                  <a:lnTo>
                    <a:pt x="2418797" y="2266471"/>
                  </a:lnTo>
                  <a:lnTo>
                    <a:pt x="2419689" y="2265350"/>
                  </a:lnTo>
                  <a:lnTo>
                    <a:pt x="2420611" y="2264245"/>
                  </a:lnTo>
                  <a:lnTo>
                    <a:pt x="2421542" y="2263162"/>
                  </a:lnTo>
                  <a:lnTo>
                    <a:pt x="2422481" y="2262101"/>
                  </a:lnTo>
                  <a:lnTo>
                    <a:pt x="2423430" y="2261063"/>
                  </a:lnTo>
                  <a:lnTo>
                    <a:pt x="2424386" y="2260048"/>
                  </a:lnTo>
                  <a:lnTo>
                    <a:pt x="2425352" y="2259054"/>
                  </a:lnTo>
                  <a:lnTo>
                    <a:pt x="2426326" y="2258083"/>
                  </a:lnTo>
                  <a:lnTo>
                    <a:pt x="2427309" y="2257134"/>
                  </a:lnTo>
                  <a:lnTo>
                    <a:pt x="2428301" y="2256208"/>
                  </a:lnTo>
                  <a:lnTo>
                    <a:pt x="2429301" y="2255304"/>
                  </a:lnTo>
                  <a:lnTo>
                    <a:pt x="2430304" y="2254405"/>
                  </a:lnTo>
                  <a:lnTo>
                    <a:pt x="2431305" y="2253520"/>
                  </a:lnTo>
                  <a:lnTo>
                    <a:pt x="2432303" y="2252649"/>
                  </a:lnTo>
                  <a:lnTo>
                    <a:pt x="2433299" y="2251791"/>
                  </a:lnTo>
                  <a:lnTo>
                    <a:pt x="2434293" y="2250947"/>
                  </a:lnTo>
                  <a:lnTo>
                    <a:pt x="2435284" y="2250117"/>
                  </a:lnTo>
                  <a:lnTo>
                    <a:pt x="2436272" y="2249300"/>
                  </a:lnTo>
                  <a:lnTo>
                    <a:pt x="2437258" y="2248497"/>
                  </a:lnTo>
                  <a:lnTo>
                    <a:pt x="2438242" y="2247708"/>
                  </a:lnTo>
                  <a:lnTo>
                    <a:pt x="2439223" y="2246932"/>
                  </a:lnTo>
                  <a:lnTo>
                    <a:pt x="2440205" y="2246163"/>
                  </a:lnTo>
                  <a:lnTo>
                    <a:pt x="2441167" y="2245394"/>
                  </a:lnTo>
                  <a:lnTo>
                    <a:pt x="2442110" y="2244625"/>
                  </a:lnTo>
                  <a:lnTo>
                    <a:pt x="2443033" y="2243856"/>
                  </a:lnTo>
                  <a:lnTo>
                    <a:pt x="2443936" y="2243087"/>
                  </a:lnTo>
                  <a:lnTo>
                    <a:pt x="2444819" y="2242318"/>
                  </a:lnTo>
                  <a:lnTo>
                    <a:pt x="2445682" y="2241550"/>
                  </a:lnTo>
                  <a:lnTo>
                    <a:pt x="2446525" y="2240781"/>
                  </a:lnTo>
                  <a:lnTo>
                    <a:pt x="2447349" y="2240012"/>
                  </a:lnTo>
                  <a:lnTo>
                    <a:pt x="2448152" y="2239243"/>
                  </a:lnTo>
                  <a:lnTo>
                    <a:pt x="2448931" y="2238470"/>
                  </a:lnTo>
                  <a:lnTo>
                    <a:pt x="2449678" y="2237690"/>
                  </a:lnTo>
                  <a:lnTo>
                    <a:pt x="2450394" y="2236902"/>
                  </a:lnTo>
                  <a:lnTo>
                    <a:pt x="2451079" y="2236107"/>
                  </a:lnTo>
                  <a:lnTo>
                    <a:pt x="2451734" y="2235305"/>
                  </a:lnTo>
                  <a:lnTo>
                    <a:pt x="2452357" y="2234495"/>
                  </a:lnTo>
                  <a:lnTo>
                    <a:pt x="2452949" y="2233678"/>
                  </a:lnTo>
                  <a:lnTo>
                    <a:pt x="2453510" y="2232853"/>
                  </a:lnTo>
                  <a:lnTo>
                    <a:pt x="2454040" y="2232021"/>
                  </a:lnTo>
                  <a:lnTo>
                    <a:pt x="2454540" y="2231181"/>
                  </a:lnTo>
                  <a:lnTo>
                    <a:pt x="2455011" y="2230327"/>
                  </a:lnTo>
                  <a:lnTo>
                    <a:pt x="2455433" y="2229450"/>
                  </a:lnTo>
                  <a:lnTo>
                    <a:pt x="2455805" y="2228551"/>
                  </a:lnTo>
                  <a:lnTo>
                    <a:pt x="2456127" y="2227629"/>
                  </a:lnTo>
                  <a:lnTo>
                    <a:pt x="2456400" y="2226685"/>
                  </a:lnTo>
                  <a:lnTo>
                    <a:pt x="2456623" y="2225719"/>
                  </a:lnTo>
                  <a:lnTo>
                    <a:pt x="2456797" y="2224731"/>
                  </a:lnTo>
                  <a:lnTo>
                    <a:pt x="2456921" y="2223720"/>
                  </a:lnTo>
                  <a:lnTo>
                    <a:pt x="2456995" y="2222687"/>
                  </a:lnTo>
                  <a:lnTo>
                    <a:pt x="2457020" y="2221631"/>
                  </a:lnTo>
                  <a:lnTo>
                    <a:pt x="2457009" y="2220896"/>
                  </a:lnTo>
                  <a:lnTo>
                    <a:pt x="2456975" y="2220180"/>
                  </a:lnTo>
                  <a:lnTo>
                    <a:pt x="2456920" y="2219483"/>
                  </a:lnTo>
                  <a:lnTo>
                    <a:pt x="2456841" y="2218804"/>
                  </a:lnTo>
                  <a:lnTo>
                    <a:pt x="2456741" y="2218143"/>
                  </a:lnTo>
                  <a:lnTo>
                    <a:pt x="2456618" y="2217501"/>
                  </a:lnTo>
                  <a:lnTo>
                    <a:pt x="2456473" y="2216878"/>
                  </a:lnTo>
                  <a:lnTo>
                    <a:pt x="2456306" y="2216274"/>
                  </a:lnTo>
                  <a:lnTo>
                    <a:pt x="2456116" y="2215688"/>
                  </a:lnTo>
                  <a:lnTo>
                    <a:pt x="2455904" y="2215120"/>
                  </a:lnTo>
                  <a:lnTo>
                    <a:pt x="2455671" y="2214559"/>
                  </a:lnTo>
                  <a:lnTo>
                    <a:pt x="2455418" y="2214016"/>
                  </a:lnTo>
                  <a:lnTo>
                    <a:pt x="2455145" y="2213492"/>
                  </a:lnTo>
                  <a:lnTo>
                    <a:pt x="2454852" y="2212987"/>
                  </a:lnTo>
                  <a:lnTo>
                    <a:pt x="2454540" y="2212500"/>
                  </a:lnTo>
                  <a:lnTo>
                    <a:pt x="2454207" y="2212032"/>
                  </a:lnTo>
                  <a:lnTo>
                    <a:pt x="2453855" y="2211582"/>
                  </a:lnTo>
                  <a:lnTo>
                    <a:pt x="2453483" y="2211151"/>
                  </a:lnTo>
                  <a:lnTo>
                    <a:pt x="2453091" y="2210739"/>
                  </a:lnTo>
                  <a:lnTo>
                    <a:pt x="2452679" y="2210345"/>
                  </a:lnTo>
                  <a:lnTo>
                    <a:pt x="2452249" y="2209971"/>
                  </a:lnTo>
                  <a:lnTo>
                    <a:pt x="2451801" y="2209616"/>
                  </a:lnTo>
                  <a:lnTo>
                    <a:pt x="2451336" y="2209281"/>
                  </a:lnTo>
                  <a:lnTo>
                    <a:pt x="2450854" y="2208966"/>
                  </a:lnTo>
                  <a:lnTo>
                    <a:pt x="2450354" y="2208671"/>
                  </a:lnTo>
                  <a:lnTo>
                    <a:pt x="2449837" y="2208396"/>
                  </a:lnTo>
                  <a:lnTo>
                    <a:pt x="2449302" y="2208140"/>
                  </a:lnTo>
                  <a:lnTo>
                    <a:pt x="2448750" y="2207904"/>
                  </a:lnTo>
                  <a:lnTo>
                    <a:pt x="2448181" y="2207689"/>
                  </a:lnTo>
                  <a:lnTo>
                    <a:pt x="2447594" y="2207493"/>
                  </a:lnTo>
                  <a:lnTo>
                    <a:pt x="2447004" y="2207304"/>
                  </a:lnTo>
                  <a:lnTo>
                    <a:pt x="2446401" y="2207135"/>
                  </a:lnTo>
                  <a:lnTo>
                    <a:pt x="2445784" y="2206987"/>
                  </a:lnTo>
                  <a:lnTo>
                    <a:pt x="2445153" y="2206858"/>
                  </a:lnTo>
                  <a:lnTo>
                    <a:pt x="2444509" y="2206749"/>
                  </a:lnTo>
                  <a:lnTo>
                    <a:pt x="2443851" y="2206659"/>
                  </a:lnTo>
                  <a:lnTo>
                    <a:pt x="2443180" y="2206590"/>
                  </a:lnTo>
                  <a:lnTo>
                    <a:pt x="2442494" y="2206540"/>
                  </a:lnTo>
                  <a:lnTo>
                    <a:pt x="2441796" y="2206510"/>
                  </a:lnTo>
                  <a:lnTo>
                    <a:pt x="2441083" y="2206500"/>
                  </a:lnTo>
                  <a:lnTo>
                    <a:pt x="2440417" y="2206510"/>
                  </a:lnTo>
                  <a:lnTo>
                    <a:pt x="2439758" y="2206538"/>
                  </a:lnTo>
                  <a:lnTo>
                    <a:pt x="2439107" y="2206584"/>
                  </a:lnTo>
                  <a:lnTo>
                    <a:pt x="2438464" y="2206649"/>
                  </a:lnTo>
                  <a:lnTo>
                    <a:pt x="2437827" y="2206733"/>
                  </a:lnTo>
                  <a:lnTo>
                    <a:pt x="2437199" y="2206835"/>
                  </a:lnTo>
                  <a:lnTo>
                    <a:pt x="2436577" y="2206956"/>
                  </a:lnTo>
                  <a:lnTo>
                    <a:pt x="2435963" y="2207096"/>
                  </a:lnTo>
                  <a:lnTo>
                    <a:pt x="2435357" y="2207254"/>
                  </a:lnTo>
                  <a:lnTo>
                    <a:pt x="2434758" y="2207431"/>
                  </a:lnTo>
                  <a:lnTo>
                    <a:pt x="2434181" y="2207626"/>
                  </a:lnTo>
                  <a:lnTo>
                    <a:pt x="2433617" y="2207840"/>
                  </a:lnTo>
                  <a:lnTo>
                    <a:pt x="2433065" y="2208072"/>
                  </a:lnTo>
                  <a:lnTo>
                    <a:pt x="2432525" y="2208324"/>
                  </a:lnTo>
                  <a:lnTo>
                    <a:pt x="2431998" y="2208593"/>
                  </a:lnTo>
                  <a:lnTo>
                    <a:pt x="2431484" y="2208882"/>
                  </a:lnTo>
                  <a:lnTo>
                    <a:pt x="2430981" y="2209189"/>
                  </a:lnTo>
                  <a:lnTo>
                    <a:pt x="2430491" y="2209514"/>
                  </a:lnTo>
                  <a:lnTo>
                    <a:pt x="2430014" y="2209858"/>
                  </a:lnTo>
                  <a:lnTo>
                    <a:pt x="2429549" y="2210221"/>
                  </a:lnTo>
                  <a:lnTo>
                    <a:pt x="2429098" y="2210603"/>
                  </a:lnTo>
                  <a:lnTo>
                    <a:pt x="2428663" y="2211003"/>
                  </a:lnTo>
                  <a:lnTo>
                    <a:pt x="2428245" y="2211421"/>
                  </a:lnTo>
                  <a:lnTo>
                    <a:pt x="2427842" y="2211858"/>
                  </a:lnTo>
                  <a:lnTo>
                    <a:pt x="2427456" y="2212314"/>
                  </a:lnTo>
                  <a:lnTo>
                    <a:pt x="2427086" y="2212788"/>
                  </a:lnTo>
                  <a:lnTo>
                    <a:pt x="2426732" y="2213281"/>
                  </a:lnTo>
                  <a:lnTo>
                    <a:pt x="2426394" y="2213793"/>
                  </a:lnTo>
                  <a:lnTo>
                    <a:pt x="2426072" y="2214323"/>
                  </a:lnTo>
                  <a:lnTo>
                    <a:pt x="2425766" y="2214872"/>
                  </a:lnTo>
                  <a:lnTo>
                    <a:pt x="2425491" y="2215427"/>
                  </a:lnTo>
                  <a:lnTo>
                    <a:pt x="2425235" y="2216001"/>
                  </a:lnTo>
                  <a:lnTo>
                    <a:pt x="2425000" y="2216593"/>
                  </a:lnTo>
                  <a:lnTo>
                    <a:pt x="2424784" y="2217204"/>
                  </a:lnTo>
                  <a:lnTo>
                    <a:pt x="2424588" y="2217833"/>
                  </a:lnTo>
                  <a:lnTo>
                    <a:pt x="2424412" y="2218481"/>
                  </a:lnTo>
                  <a:lnTo>
                    <a:pt x="2424255" y="2219148"/>
                  </a:lnTo>
                  <a:lnTo>
                    <a:pt x="2424119" y="2219833"/>
                  </a:lnTo>
                  <a:lnTo>
                    <a:pt x="2424002" y="2220537"/>
                  </a:lnTo>
                  <a:lnTo>
                    <a:pt x="2423906" y="2221259"/>
                  </a:lnTo>
                  <a:lnTo>
                    <a:pt x="2412496" y="2220205"/>
                  </a:lnTo>
                  <a:lnTo>
                    <a:pt x="2412622" y="2219268"/>
                  </a:lnTo>
                  <a:lnTo>
                    <a:pt x="2412778" y="2218342"/>
                  </a:lnTo>
                  <a:lnTo>
                    <a:pt x="2412964" y="2217428"/>
                  </a:lnTo>
                  <a:lnTo>
                    <a:pt x="2413180" y="2216524"/>
                  </a:lnTo>
                  <a:lnTo>
                    <a:pt x="2413426" y="2215632"/>
                  </a:lnTo>
                  <a:lnTo>
                    <a:pt x="2413701" y="2214751"/>
                  </a:lnTo>
                  <a:lnTo>
                    <a:pt x="2414006" y="2213880"/>
                  </a:lnTo>
                  <a:lnTo>
                    <a:pt x="2414341" y="2213022"/>
                  </a:lnTo>
                  <a:lnTo>
                    <a:pt x="2414706" y="2212174"/>
                  </a:lnTo>
                  <a:lnTo>
                    <a:pt x="2415100" y="2211337"/>
                  </a:lnTo>
                  <a:lnTo>
                    <a:pt x="2415525" y="2210517"/>
                  </a:lnTo>
                  <a:lnTo>
                    <a:pt x="2415981" y="2209718"/>
                  </a:lnTo>
                  <a:lnTo>
                    <a:pt x="2416467" y="2208939"/>
                  </a:lnTo>
                  <a:lnTo>
                    <a:pt x="2416985" y="2208182"/>
                  </a:lnTo>
                  <a:lnTo>
                    <a:pt x="2417534" y="2207446"/>
                  </a:lnTo>
                  <a:lnTo>
                    <a:pt x="2418114" y="2206731"/>
                  </a:lnTo>
                  <a:lnTo>
                    <a:pt x="2418725" y="2206037"/>
                  </a:lnTo>
                  <a:lnTo>
                    <a:pt x="2419366" y="2205364"/>
                  </a:lnTo>
                  <a:lnTo>
                    <a:pt x="2420039" y="2204713"/>
                  </a:lnTo>
                  <a:lnTo>
                    <a:pt x="2420743" y="2204082"/>
                  </a:lnTo>
                  <a:lnTo>
                    <a:pt x="2421477" y="2203463"/>
                  </a:lnTo>
                  <a:lnTo>
                    <a:pt x="2422239" y="2202872"/>
                  </a:lnTo>
                  <a:lnTo>
                    <a:pt x="2423030" y="2202307"/>
                  </a:lnTo>
                  <a:lnTo>
                    <a:pt x="2423849" y="2201770"/>
                  </a:lnTo>
                  <a:lnTo>
                    <a:pt x="2424696" y="2201260"/>
                  </a:lnTo>
                  <a:lnTo>
                    <a:pt x="2425573" y="2200778"/>
                  </a:lnTo>
                  <a:lnTo>
                    <a:pt x="2426477" y="2200323"/>
                  </a:lnTo>
                  <a:lnTo>
                    <a:pt x="2427411" y="2199895"/>
                  </a:lnTo>
                  <a:lnTo>
                    <a:pt x="2428372" y="2199494"/>
                  </a:lnTo>
                  <a:lnTo>
                    <a:pt x="2429363" y="2199121"/>
                  </a:lnTo>
                  <a:lnTo>
                    <a:pt x="2430395" y="2198779"/>
                  </a:lnTo>
                  <a:lnTo>
                    <a:pt x="2431459" y="2198474"/>
                  </a:lnTo>
                  <a:lnTo>
                    <a:pt x="2432553" y="2198204"/>
                  </a:lnTo>
                  <a:lnTo>
                    <a:pt x="2433679" y="2197970"/>
                  </a:lnTo>
                  <a:lnTo>
                    <a:pt x="2434835" y="2197772"/>
                  </a:lnTo>
                  <a:lnTo>
                    <a:pt x="2436023" y="2197610"/>
                  </a:lnTo>
                  <a:lnTo>
                    <a:pt x="2437241" y="2197485"/>
                  </a:lnTo>
                  <a:lnTo>
                    <a:pt x="2438491" y="2197395"/>
                  </a:lnTo>
                  <a:lnTo>
                    <a:pt x="2439771" y="2197341"/>
                  </a:lnTo>
                  <a:lnTo>
                    <a:pt x="2441083" y="2197323"/>
                  </a:lnTo>
                  <a:lnTo>
                    <a:pt x="2442371" y="2197338"/>
                  </a:lnTo>
                  <a:lnTo>
                    <a:pt x="2443630" y="2197385"/>
                  </a:lnTo>
                  <a:lnTo>
                    <a:pt x="2444861" y="2197462"/>
                  </a:lnTo>
                  <a:lnTo>
                    <a:pt x="2446064" y="2197571"/>
                  </a:lnTo>
                  <a:lnTo>
                    <a:pt x="2447238" y="2197710"/>
                  </a:lnTo>
                  <a:lnTo>
                    <a:pt x="2448383" y="2197881"/>
                  </a:lnTo>
                  <a:lnTo>
                    <a:pt x="2449500" y="2198082"/>
                  </a:lnTo>
                  <a:lnTo>
                    <a:pt x="2450588" y="2198315"/>
                  </a:lnTo>
                  <a:lnTo>
                    <a:pt x="2451648" y="2198578"/>
                  </a:lnTo>
                  <a:lnTo>
                    <a:pt x="2452679" y="2198873"/>
                  </a:lnTo>
                  <a:lnTo>
                    <a:pt x="2453680" y="2199198"/>
                  </a:lnTo>
                  <a:lnTo>
                    <a:pt x="2454649" y="2199553"/>
                  </a:lnTo>
                  <a:lnTo>
                    <a:pt x="2455585" y="2199937"/>
                  </a:lnTo>
                  <a:lnTo>
                    <a:pt x="2456489" y="2200351"/>
                  </a:lnTo>
                  <a:lnTo>
                    <a:pt x="2457361" y="2200795"/>
                  </a:lnTo>
                  <a:lnTo>
                    <a:pt x="2458201" y="2201269"/>
                  </a:lnTo>
                  <a:lnTo>
                    <a:pt x="2459008" y="2201773"/>
                  </a:lnTo>
                  <a:lnTo>
                    <a:pt x="2459783" y="2202306"/>
                  </a:lnTo>
                  <a:lnTo>
                    <a:pt x="2460526" y="2202869"/>
                  </a:lnTo>
                  <a:lnTo>
                    <a:pt x="2461237" y="2203462"/>
                  </a:lnTo>
                  <a:lnTo>
                    <a:pt x="2461927" y="2204084"/>
                  </a:lnTo>
                  <a:lnTo>
                    <a:pt x="2462584" y="2204734"/>
                  </a:lnTo>
                  <a:lnTo>
                    <a:pt x="2463207" y="2205413"/>
                  </a:lnTo>
                  <a:lnTo>
                    <a:pt x="2463797" y="2206121"/>
                  </a:lnTo>
                  <a:lnTo>
                    <a:pt x="2464353" y="2206857"/>
                  </a:lnTo>
                  <a:lnTo>
                    <a:pt x="2464876" y="2207622"/>
                  </a:lnTo>
                  <a:lnTo>
                    <a:pt x="2465365" y="2208415"/>
                  </a:lnTo>
                  <a:lnTo>
                    <a:pt x="2465821" y="2209236"/>
                  </a:lnTo>
                  <a:lnTo>
                    <a:pt x="2466243" y="2210087"/>
                  </a:lnTo>
                  <a:lnTo>
                    <a:pt x="2466632" y="2210965"/>
                  </a:lnTo>
                  <a:lnTo>
                    <a:pt x="2466985" y="2211872"/>
                  </a:lnTo>
                  <a:lnTo>
                    <a:pt x="2467302" y="2212806"/>
                  </a:lnTo>
                  <a:lnTo>
                    <a:pt x="2467581" y="2213767"/>
                  </a:lnTo>
                  <a:lnTo>
                    <a:pt x="2467822" y="2214755"/>
                  </a:lnTo>
                  <a:lnTo>
                    <a:pt x="2468027" y="2215771"/>
                  </a:lnTo>
                  <a:lnTo>
                    <a:pt x="2468195" y="2216814"/>
                  </a:lnTo>
                  <a:lnTo>
                    <a:pt x="2468325" y="2217885"/>
                  </a:lnTo>
                  <a:lnTo>
                    <a:pt x="2468418" y="2218982"/>
                  </a:lnTo>
                  <a:lnTo>
                    <a:pt x="2468474" y="2220107"/>
                  </a:lnTo>
                  <a:lnTo>
                    <a:pt x="2468492" y="2221259"/>
                  </a:lnTo>
                  <a:lnTo>
                    <a:pt x="2468476" y="2222135"/>
                  </a:lnTo>
                  <a:lnTo>
                    <a:pt x="2468428" y="2223003"/>
                  </a:lnTo>
                  <a:lnTo>
                    <a:pt x="2468347" y="2223862"/>
                  </a:lnTo>
                  <a:lnTo>
                    <a:pt x="2468234" y="2224712"/>
                  </a:lnTo>
                  <a:lnTo>
                    <a:pt x="2468089" y="2225554"/>
                  </a:lnTo>
                  <a:lnTo>
                    <a:pt x="2467912" y="2226386"/>
                  </a:lnTo>
                  <a:lnTo>
                    <a:pt x="2467702" y="2227211"/>
                  </a:lnTo>
                  <a:lnTo>
                    <a:pt x="2467460" y="2228026"/>
                  </a:lnTo>
                  <a:lnTo>
                    <a:pt x="2467186" y="2228833"/>
                  </a:lnTo>
                  <a:lnTo>
                    <a:pt x="2466880" y="2229631"/>
                  </a:lnTo>
                  <a:lnTo>
                    <a:pt x="2466559" y="2230421"/>
                  </a:lnTo>
                  <a:lnTo>
                    <a:pt x="2466215" y="2231203"/>
                  </a:lnTo>
                  <a:lnTo>
                    <a:pt x="2465849" y="2231979"/>
                  </a:lnTo>
                  <a:lnTo>
                    <a:pt x="2465461" y="2232746"/>
                  </a:lnTo>
                  <a:lnTo>
                    <a:pt x="2465051" y="2233507"/>
                  </a:lnTo>
                  <a:lnTo>
                    <a:pt x="2464618" y="2234259"/>
                  </a:lnTo>
                  <a:lnTo>
                    <a:pt x="2464163" y="2235005"/>
                  </a:lnTo>
                  <a:lnTo>
                    <a:pt x="2463685" y="2235743"/>
                  </a:lnTo>
                  <a:lnTo>
                    <a:pt x="2463185" y="2236473"/>
                  </a:lnTo>
                  <a:lnTo>
                    <a:pt x="2462663" y="2237196"/>
                  </a:lnTo>
                  <a:lnTo>
                    <a:pt x="2462133" y="2237913"/>
                  </a:lnTo>
                  <a:lnTo>
                    <a:pt x="2461587" y="2238625"/>
                  </a:lnTo>
                  <a:lnTo>
                    <a:pt x="2461022" y="2239332"/>
                  </a:lnTo>
                  <a:lnTo>
                    <a:pt x="2460441" y="2240034"/>
                  </a:lnTo>
                  <a:lnTo>
                    <a:pt x="2459842" y="2240731"/>
                  </a:lnTo>
                  <a:lnTo>
                    <a:pt x="2459225" y="2241423"/>
                  </a:lnTo>
                  <a:lnTo>
                    <a:pt x="2458591" y="2242110"/>
                  </a:lnTo>
                  <a:lnTo>
                    <a:pt x="2457940" y="2242792"/>
                  </a:lnTo>
                  <a:lnTo>
                    <a:pt x="2457272" y="2243469"/>
                  </a:lnTo>
                  <a:lnTo>
                    <a:pt x="2456586" y="2244142"/>
                  </a:lnTo>
                  <a:lnTo>
                    <a:pt x="2455888" y="2244810"/>
                  </a:lnTo>
                  <a:lnTo>
                    <a:pt x="2455184" y="2245476"/>
                  </a:lnTo>
                  <a:lnTo>
                    <a:pt x="2454474" y="2246140"/>
                  </a:lnTo>
                  <a:lnTo>
                    <a:pt x="2453758" y="2246801"/>
                  </a:lnTo>
                  <a:lnTo>
                    <a:pt x="2453036" y="2247459"/>
                  </a:lnTo>
                  <a:lnTo>
                    <a:pt x="2452307" y="2248115"/>
                  </a:lnTo>
                  <a:lnTo>
                    <a:pt x="2451572" y="2248769"/>
                  </a:lnTo>
                  <a:lnTo>
                    <a:pt x="2450831" y="2249420"/>
                  </a:lnTo>
                  <a:lnTo>
                    <a:pt x="2450084" y="2250069"/>
                  </a:lnTo>
                  <a:lnTo>
                    <a:pt x="2449331" y="2250715"/>
                  </a:lnTo>
                  <a:lnTo>
                    <a:pt x="2448573" y="2251347"/>
                  </a:lnTo>
                  <a:lnTo>
                    <a:pt x="2447815" y="2251980"/>
                  </a:lnTo>
                  <a:lnTo>
                    <a:pt x="2447055" y="2252612"/>
                  </a:lnTo>
                  <a:lnTo>
                    <a:pt x="2446294" y="2253245"/>
                  </a:lnTo>
                  <a:lnTo>
                    <a:pt x="2445532" y="2253877"/>
                  </a:lnTo>
                  <a:lnTo>
                    <a:pt x="2444769" y="2254510"/>
                  </a:lnTo>
                  <a:lnTo>
                    <a:pt x="2444004" y="2255142"/>
                  </a:lnTo>
                  <a:lnTo>
                    <a:pt x="2443239" y="2255775"/>
                  </a:lnTo>
                  <a:lnTo>
                    <a:pt x="2442471" y="2256408"/>
                  </a:lnTo>
                  <a:lnTo>
                    <a:pt x="2441703" y="2257040"/>
                  </a:lnTo>
                  <a:lnTo>
                    <a:pt x="2440939" y="2257661"/>
                  </a:lnTo>
                  <a:lnTo>
                    <a:pt x="2440183" y="2258283"/>
                  </a:lnTo>
                  <a:lnTo>
                    <a:pt x="2439435" y="2258906"/>
                  </a:lnTo>
                  <a:lnTo>
                    <a:pt x="2438697" y="2259530"/>
                  </a:lnTo>
                  <a:lnTo>
                    <a:pt x="2437967" y="2260156"/>
                  </a:lnTo>
                  <a:lnTo>
                    <a:pt x="2437246" y="2260783"/>
                  </a:lnTo>
                  <a:lnTo>
                    <a:pt x="2436533" y="2261411"/>
                  </a:lnTo>
                  <a:lnTo>
                    <a:pt x="2435829" y="2262041"/>
                  </a:lnTo>
                  <a:lnTo>
                    <a:pt x="2435134" y="2262671"/>
                  </a:lnTo>
                  <a:lnTo>
                    <a:pt x="2434448" y="2263303"/>
                  </a:lnTo>
                  <a:lnTo>
                    <a:pt x="2433785" y="2263937"/>
                  </a:lnTo>
                  <a:lnTo>
                    <a:pt x="2433136" y="2264573"/>
                  </a:lnTo>
                  <a:lnTo>
                    <a:pt x="2432500" y="2265212"/>
                  </a:lnTo>
                  <a:lnTo>
                    <a:pt x="2431878" y="2265853"/>
                  </a:lnTo>
                  <a:lnTo>
                    <a:pt x="2431270" y="2266497"/>
                  </a:lnTo>
                  <a:lnTo>
                    <a:pt x="2430675" y="2267143"/>
                  </a:lnTo>
                  <a:lnTo>
                    <a:pt x="2430094" y="2267792"/>
                  </a:lnTo>
                  <a:lnTo>
                    <a:pt x="2429526" y="2268443"/>
                  </a:lnTo>
                  <a:lnTo>
                    <a:pt x="2428973" y="2269096"/>
                  </a:lnTo>
                  <a:lnTo>
                    <a:pt x="2428433" y="2269752"/>
                  </a:lnTo>
                  <a:lnTo>
                    <a:pt x="2427911" y="2270400"/>
                  </a:lnTo>
                  <a:lnTo>
                    <a:pt x="2427413" y="2271055"/>
                  </a:lnTo>
                  <a:lnTo>
                    <a:pt x="2426939" y="2271715"/>
                  </a:lnTo>
                  <a:lnTo>
                    <a:pt x="2426488" y="2272382"/>
                  </a:lnTo>
                  <a:lnTo>
                    <a:pt x="2426061" y="2273055"/>
                  </a:lnTo>
                  <a:lnTo>
                    <a:pt x="2425657" y="2273734"/>
                  </a:lnTo>
                  <a:lnTo>
                    <a:pt x="2425277" y="2274419"/>
                  </a:lnTo>
                  <a:lnTo>
                    <a:pt x="2424920" y="2275110"/>
                  </a:lnTo>
                  <a:lnTo>
                    <a:pt x="2424587" y="2275808"/>
                  </a:lnTo>
                  <a:lnTo>
                    <a:pt x="2424278" y="2276512"/>
                  </a:lnTo>
                  <a:lnTo>
                    <a:pt x="2469856" y="2276512"/>
                  </a:lnTo>
                  <a:lnTo>
                    <a:pt x="2469856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" name="ph43"/>
            <p:cNvSpPr/>
            <p:nvPr/>
          </p:nvSpPr>
          <p:spPr>
            <a:xfrm>
              <a:off x="3287930" y="2218678"/>
              <a:ext cx="2466756" cy="2286000"/>
            </a:xfrm>
            <a:custGeom>
              <a:avLst/>
              <a:gdLst/>
              <a:ahLst/>
              <a:cxnLst/>
              <a:rect l="0" t="0" r="0" b="0"/>
              <a:pathLst>
                <a:path w="2466756" h="2286000">
                  <a:moveTo>
                    <a:pt x="2411999" y="2286000"/>
                  </a:moveTo>
                  <a:lnTo>
                    <a:pt x="2411999" y="2276512"/>
                  </a:lnTo>
                  <a:lnTo>
                    <a:pt x="2434262" y="2276512"/>
                  </a:lnTo>
                  <a:lnTo>
                    <a:pt x="2434262" y="2209291"/>
                  </a:lnTo>
                  <a:lnTo>
                    <a:pt x="2414542" y="2223368"/>
                  </a:lnTo>
                  <a:lnTo>
                    <a:pt x="2414542" y="2212826"/>
                  </a:lnTo>
                  <a:lnTo>
                    <a:pt x="2435192" y="2198625"/>
                  </a:lnTo>
                  <a:lnTo>
                    <a:pt x="2445486" y="2198625"/>
                  </a:lnTo>
                  <a:lnTo>
                    <a:pt x="2445486" y="2276512"/>
                  </a:lnTo>
                  <a:lnTo>
                    <a:pt x="2466756" y="2276512"/>
                  </a:lnTo>
                  <a:lnTo>
                    <a:pt x="2466756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" name="ph44"/>
            <p:cNvSpPr/>
            <p:nvPr/>
          </p:nvSpPr>
          <p:spPr>
            <a:xfrm>
              <a:off x="3824485" y="2218678"/>
              <a:ext cx="2469856" cy="2286000"/>
            </a:xfrm>
            <a:custGeom>
              <a:avLst/>
              <a:gdLst/>
              <a:ahLst/>
              <a:cxnLst/>
              <a:rect l="0" t="0" r="0" b="0"/>
              <a:pathLst>
                <a:path w="2469856" h="2286000">
                  <a:moveTo>
                    <a:pt x="2412000" y="2286000"/>
                  </a:moveTo>
                  <a:lnTo>
                    <a:pt x="2412000" y="2278124"/>
                  </a:lnTo>
                  <a:lnTo>
                    <a:pt x="2412646" y="2276690"/>
                  </a:lnTo>
                  <a:lnTo>
                    <a:pt x="2413319" y="2275291"/>
                  </a:lnTo>
                  <a:lnTo>
                    <a:pt x="2414020" y="2273927"/>
                  </a:lnTo>
                  <a:lnTo>
                    <a:pt x="2414748" y="2272598"/>
                  </a:lnTo>
                  <a:lnTo>
                    <a:pt x="2415503" y="2271303"/>
                  </a:lnTo>
                  <a:lnTo>
                    <a:pt x="2416286" y="2270043"/>
                  </a:lnTo>
                  <a:lnTo>
                    <a:pt x="2417096" y="2268817"/>
                  </a:lnTo>
                  <a:lnTo>
                    <a:pt x="2417933" y="2267627"/>
                  </a:lnTo>
                  <a:lnTo>
                    <a:pt x="2418797" y="2266471"/>
                  </a:lnTo>
                  <a:lnTo>
                    <a:pt x="2419689" y="2265350"/>
                  </a:lnTo>
                  <a:lnTo>
                    <a:pt x="2420611" y="2264245"/>
                  </a:lnTo>
                  <a:lnTo>
                    <a:pt x="2421542" y="2263162"/>
                  </a:lnTo>
                  <a:lnTo>
                    <a:pt x="2422481" y="2262101"/>
                  </a:lnTo>
                  <a:lnTo>
                    <a:pt x="2423430" y="2261063"/>
                  </a:lnTo>
                  <a:lnTo>
                    <a:pt x="2424386" y="2260048"/>
                  </a:lnTo>
                  <a:lnTo>
                    <a:pt x="2425352" y="2259054"/>
                  </a:lnTo>
                  <a:lnTo>
                    <a:pt x="2426326" y="2258083"/>
                  </a:lnTo>
                  <a:lnTo>
                    <a:pt x="2427309" y="2257134"/>
                  </a:lnTo>
                  <a:lnTo>
                    <a:pt x="2428301" y="2256208"/>
                  </a:lnTo>
                  <a:lnTo>
                    <a:pt x="2429301" y="2255304"/>
                  </a:lnTo>
                  <a:lnTo>
                    <a:pt x="2430304" y="2254405"/>
                  </a:lnTo>
                  <a:lnTo>
                    <a:pt x="2431305" y="2253520"/>
                  </a:lnTo>
                  <a:lnTo>
                    <a:pt x="2432303" y="2252649"/>
                  </a:lnTo>
                  <a:lnTo>
                    <a:pt x="2433299" y="2251791"/>
                  </a:lnTo>
                  <a:lnTo>
                    <a:pt x="2434293" y="2250947"/>
                  </a:lnTo>
                  <a:lnTo>
                    <a:pt x="2435284" y="2250117"/>
                  </a:lnTo>
                  <a:lnTo>
                    <a:pt x="2436272" y="2249300"/>
                  </a:lnTo>
                  <a:lnTo>
                    <a:pt x="2437258" y="2248497"/>
                  </a:lnTo>
                  <a:lnTo>
                    <a:pt x="2438242" y="2247708"/>
                  </a:lnTo>
                  <a:lnTo>
                    <a:pt x="2439223" y="2246932"/>
                  </a:lnTo>
                  <a:lnTo>
                    <a:pt x="2440205" y="2246163"/>
                  </a:lnTo>
                  <a:lnTo>
                    <a:pt x="2441167" y="2245394"/>
                  </a:lnTo>
                  <a:lnTo>
                    <a:pt x="2442110" y="2244625"/>
                  </a:lnTo>
                  <a:lnTo>
                    <a:pt x="2443033" y="2243856"/>
                  </a:lnTo>
                  <a:lnTo>
                    <a:pt x="2443936" y="2243087"/>
                  </a:lnTo>
                  <a:lnTo>
                    <a:pt x="2444819" y="2242318"/>
                  </a:lnTo>
                  <a:lnTo>
                    <a:pt x="2445682" y="2241550"/>
                  </a:lnTo>
                  <a:lnTo>
                    <a:pt x="2446525" y="2240781"/>
                  </a:lnTo>
                  <a:lnTo>
                    <a:pt x="2447349" y="2240012"/>
                  </a:lnTo>
                  <a:lnTo>
                    <a:pt x="2448152" y="2239243"/>
                  </a:lnTo>
                  <a:lnTo>
                    <a:pt x="2448931" y="2238470"/>
                  </a:lnTo>
                  <a:lnTo>
                    <a:pt x="2449678" y="2237690"/>
                  </a:lnTo>
                  <a:lnTo>
                    <a:pt x="2450394" y="2236902"/>
                  </a:lnTo>
                  <a:lnTo>
                    <a:pt x="2451079" y="2236107"/>
                  </a:lnTo>
                  <a:lnTo>
                    <a:pt x="2451734" y="2235305"/>
                  </a:lnTo>
                  <a:lnTo>
                    <a:pt x="2452357" y="2234495"/>
                  </a:lnTo>
                  <a:lnTo>
                    <a:pt x="2452949" y="2233678"/>
                  </a:lnTo>
                  <a:lnTo>
                    <a:pt x="2453510" y="2232853"/>
                  </a:lnTo>
                  <a:lnTo>
                    <a:pt x="2454040" y="2232021"/>
                  </a:lnTo>
                  <a:lnTo>
                    <a:pt x="2454540" y="2231181"/>
                  </a:lnTo>
                  <a:lnTo>
                    <a:pt x="2455011" y="2230327"/>
                  </a:lnTo>
                  <a:lnTo>
                    <a:pt x="2455433" y="2229450"/>
                  </a:lnTo>
                  <a:lnTo>
                    <a:pt x="2455805" y="2228551"/>
                  </a:lnTo>
                  <a:lnTo>
                    <a:pt x="2456127" y="2227629"/>
                  </a:lnTo>
                  <a:lnTo>
                    <a:pt x="2456400" y="2226685"/>
                  </a:lnTo>
                  <a:lnTo>
                    <a:pt x="2456623" y="2225719"/>
                  </a:lnTo>
                  <a:lnTo>
                    <a:pt x="2456797" y="2224731"/>
                  </a:lnTo>
                  <a:lnTo>
                    <a:pt x="2456921" y="2223720"/>
                  </a:lnTo>
                  <a:lnTo>
                    <a:pt x="2456995" y="2222687"/>
                  </a:lnTo>
                  <a:lnTo>
                    <a:pt x="2457020" y="2221631"/>
                  </a:lnTo>
                  <a:lnTo>
                    <a:pt x="2457009" y="2220896"/>
                  </a:lnTo>
                  <a:lnTo>
                    <a:pt x="2456975" y="2220180"/>
                  </a:lnTo>
                  <a:lnTo>
                    <a:pt x="2456920" y="2219483"/>
                  </a:lnTo>
                  <a:lnTo>
                    <a:pt x="2456841" y="2218804"/>
                  </a:lnTo>
                  <a:lnTo>
                    <a:pt x="2456741" y="2218143"/>
                  </a:lnTo>
                  <a:lnTo>
                    <a:pt x="2456618" y="2217501"/>
                  </a:lnTo>
                  <a:lnTo>
                    <a:pt x="2456473" y="2216878"/>
                  </a:lnTo>
                  <a:lnTo>
                    <a:pt x="2456306" y="2216274"/>
                  </a:lnTo>
                  <a:lnTo>
                    <a:pt x="2456116" y="2215688"/>
                  </a:lnTo>
                  <a:lnTo>
                    <a:pt x="2455904" y="2215120"/>
                  </a:lnTo>
                  <a:lnTo>
                    <a:pt x="2455671" y="2214559"/>
                  </a:lnTo>
                  <a:lnTo>
                    <a:pt x="2455418" y="2214016"/>
                  </a:lnTo>
                  <a:lnTo>
                    <a:pt x="2455145" y="2213492"/>
                  </a:lnTo>
                  <a:lnTo>
                    <a:pt x="2454852" y="2212987"/>
                  </a:lnTo>
                  <a:lnTo>
                    <a:pt x="2454540" y="2212500"/>
                  </a:lnTo>
                  <a:lnTo>
                    <a:pt x="2454207" y="2212032"/>
                  </a:lnTo>
                  <a:lnTo>
                    <a:pt x="2453855" y="2211582"/>
                  </a:lnTo>
                  <a:lnTo>
                    <a:pt x="2453483" y="2211151"/>
                  </a:lnTo>
                  <a:lnTo>
                    <a:pt x="2453091" y="2210739"/>
                  </a:lnTo>
                  <a:lnTo>
                    <a:pt x="2452679" y="2210345"/>
                  </a:lnTo>
                  <a:lnTo>
                    <a:pt x="2452249" y="2209971"/>
                  </a:lnTo>
                  <a:lnTo>
                    <a:pt x="2451801" y="2209616"/>
                  </a:lnTo>
                  <a:lnTo>
                    <a:pt x="2451336" y="2209281"/>
                  </a:lnTo>
                  <a:lnTo>
                    <a:pt x="2450854" y="2208966"/>
                  </a:lnTo>
                  <a:lnTo>
                    <a:pt x="2450354" y="2208671"/>
                  </a:lnTo>
                  <a:lnTo>
                    <a:pt x="2449837" y="2208396"/>
                  </a:lnTo>
                  <a:lnTo>
                    <a:pt x="2449302" y="2208140"/>
                  </a:lnTo>
                  <a:lnTo>
                    <a:pt x="2448750" y="2207904"/>
                  </a:lnTo>
                  <a:lnTo>
                    <a:pt x="2448181" y="2207689"/>
                  </a:lnTo>
                  <a:lnTo>
                    <a:pt x="2447594" y="2207493"/>
                  </a:lnTo>
                  <a:lnTo>
                    <a:pt x="2447004" y="2207304"/>
                  </a:lnTo>
                  <a:lnTo>
                    <a:pt x="2446401" y="2207135"/>
                  </a:lnTo>
                  <a:lnTo>
                    <a:pt x="2445784" y="2206987"/>
                  </a:lnTo>
                  <a:lnTo>
                    <a:pt x="2445153" y="2206858"/>
                  </a:lnTo>
                  <a:lnTo>
                    <a:pt x="2444509" y="2206749"/>
                  </a:lnTo>
                  <a:lnTo>
                    <a:pt x="2443851" y="2206659"/>
                  </a:lnTo>
                  <a:lnTo>
                    <a:pt x="2443180" y="2206590"/>
                  </a:lnTo>
                  <a:lnTo>
                    <a:pt x="2442494" y="2206540"/>
                  </a:lnTo>
                  <a:lnTo>
                    <a:pt x="2441796" y="2206510"/>
                  </a:lnTo>
                  <a:lnTo>
                    <a:pt x="2441083" y="2206500"/>
                  </a:lnTo>
                  <a:lnTo>
                    <a:pt x="2440417" y="2206510"/>
                  </a:lnTo>
                  <a:lnTo>
                    <a:pt x="2439758" y="2206538"/>
                  </a:lnTo>
                  <a:lnTo>
                    <a:pt x="2439107" y="2206584"/>
                  </a:lnTo>
                  <a:lnTo>
                    <a:pt x="2438464" y="2206649"/>
                  </a:lnTo>
                  <a:lnTo>
                    <a:pt x="2437827" y="2206733"/>
                  </a:lnTo>
                  <a:lnTo>
                    <a:pt x="2437199" y="2206835"/>
                  </a:lnTo>
                  <a:lnTo>
                    <a:pt x="2436577" y="2206956"/>
                  </a:lnTo>
                  <a:lnTo>
                    <a:pt x="2435963" y="2207096"/>
                  </a:lnTo>
                  <a:lnTo>
                    <a:pt x="2435357" y="2207254"/>
                  </a:lnTo>
                  <a:lnTo>
                    <a:pt x="2434758" y="2207431"/>
                  </a:lnTo>
                  <a:lnTo>
                    <a:pt x="2434181" y="2207626"/>
                  </a:lnTo>
                  <a:lnTo>
                    <a:pt x="2433617" y="2207840"/>
                  </a:lnTo>
                  <a:lnTo>
                    <a:pt x="2433065" y="2208072"/>
                  </a:lnTo>
                  <a:lnTo>
                    <a:pt x="2432525" y="2208324"/>
                  </a:lnTo>
                  <a:lnTo>
                    <a:pt x="2431998" y="2208593"/>
                  </a:lnTo>
                  <a:lnTo>
                    <a:pt x="2431484" y="2208882"/>
                  </a:lnTo>
                  <a:lnTo>
                    <a:pt x="2430981" y="2209189"/>
                  </a:lnTo>
                  <a:lnTo>
                    <a:pt x="2430491" y="2209514"/>
                  </a:lnTo>
                  <a:lnTo>
                    <a:pt x="2430014" y="2209858"/>
                  </a:lnTo>
                  <a:lnTo>
                    <a:pt x="2429549" y="2210221"/>
                  </a:lnTo>
                  <a:lnTo>
                    <a:pt x="2429098" y="2210603"/>
                  </a:lnTo>
                  <a:lnTo>
                    <a:pt x="2428663" y="2211003"/>
                  </a:lnTo>
                  <a:lnTo>
                    <a:pt x="2428245" y="2211421"/>
                  </a:lnTo>
                  <a:lnTo>
                    <a:pt x="2427842" y="2211858"/>
                  </a:lnTo>
                  <a:lnTo>
                    <a:pt x="2427456" y="2212314"/>
                  </a:lnTo>
                  <a:lnTo>
                    <a:pt x="2427086" y="2212788"/>
                  </a:lnTo>
                  <a:lnTo>
                    <a:pt x="2426732" y="2213281"/>
                  </a:lnTo>
                  <a:lnTo>
                    <a:pt x="2426394" y="2213793"/>
                  </a:lnTo>
                  <a:lnTo>
                    <a:pt x="2426072" y="2214323"/>
                  </a:lnTo>
                  <a:lnTo>
                    <a:pt x="2425766" y="2214872"/>
                  </a:lnTo>
                  <a:lnTo>
                    <a:pt x="2425491" y="2215427"/>
                  </a:lnTo>
                  <a:lnTo>
                    <a:pt x="2425235" y="2216001"/>
                  </a:lnTo>
                  <a:lnTo>
                    <a:pt x="2425000" y="2216593"/>
                  </a:lnTo>
                  <a:lnTo>
                    <a:pt x="2424784" y="2217204"/>
                  </a:lnTo>
                  <a:lnTo>
                    <a:pt x="2424588" y="2217833"/>
                  </a:lnTo>
                  <a:lnTo>
                    <a:pt x="2424412" y="2218481"/>
                  </a:lnTo>
                  <a:lnTo>
                    <a:pt x="2424255" y="2219148"/>
                  </a:lnTo>
                  <a:lnTo>
                    <a:pt x="2424119" y="2219833"/>
                  </a:lnTo>
                  <a:lnTo>
                    <a:pt x="2424002" y="2220537"/>
                  </a:lnTo>
                  <a:lnTo>
                    <a:pt x="2423906" y="2221259"/>
                  </a:lnTo>
                  <a:lnTo>
                    <a:pt x="2412496" y="2220205"/>
                  </a:lnTo>
                  <a:lnTo>
                    <a:pt x="2412622" y="2219268"/>
                  </a:lnTo>
                  <a:lnTo>
                    <a:pt x="2412778" y="2218342"/>
                  </a:lnTo>
                  <a:lnTo>
                    <a:pt x="2412964" y="2217428"/>
                  </a:lnTo>
                  <a:lnTo>
                    <a:pt x="2413180" y="2216524"/>
                  </a:lnTo>
                  <a:lnTo>
                    <a:pt x="2413426" y="2215632"/>
                  </a:lnTo>
                  <a:lnTo>
                    <a:pt x="2413701" y="2214751"/>
                  </a:lnTo>
                  <a:lnTo>
                    <a:pt x="2414006" y="2213880"/>
                  </a:lnTo>
                  <a:lnTo>
                    <a:pt x="2414341" y="2213022"/>
                  </a:lnTo>
                  <a:lnTo>
                    <a:pt x="2414706" y="2212174"/>
                  </a:lnTo>
                  <a:lnTo>
                    <a:pt x="2415100" y="2211337"/>
                  </a:lnTo>
                  <a:lnTo>
                    <a:pt x="2415525" y="2210517"/>
                  </a:lnTo>
                  <a:lnTo>
                    <a:pt x="2415981" y="2209718"/>
                  </a:lnTo>
                  <a:lnTo>
                    <a:pt x="2416467" y="2208939"/>
                  </a:lnTo>
                  <a:lnTo>
                    <a:pt x="2416985" y="2208182"/>
                  </a:lnTo>
                  <a:lnTo>
                    <a:pt x="2417534" y="2207446"/>
                  </a:lnTo>
                  <a:lnTo>
                    <a:pt x="2418114" y="2206731"/>
                  </a:lnTo>
                  <a:lnTo>
                    <a:pt x="2418725" y="2206037"/>
                  </a:lnTo>
                  <a:lnTo>
                    <a:pt x="2419366" y="2205364"/>
                  </a:lnTo>
                  <a:lnTo>
                    <a:pt x="2420039" y="2204713"/>
                  </a:lnTo>
                  <a:lnTo>
                    <a:pt x="2420743" y="2204082"/>
                  </a:lnTo>
                  <a:lnTo>
                    <a:pt x="2421477" y="2203463"/>
                  </a:lnTo>
                  <a:lnTo>
                    <a:pt x="2422239" y="2202872"/>
                  </a:lnTo>
                  <a:lnTo>
                    <a:pt x="2423030" y="2202307"/>
                  </a:lnTo>
                  <a:lnTo>
                    <a:pt x="2423849" y="2201770"/>
                  </a:lnTo>
                  <a:lnTo>
                    <a:pt x="2424696" y="2201260"/>
                  </a:lnTo>
                  <a:lnTo>
                    <a:pt x="2425573" y="2200778"/>
                  </a:lnTo>
                  <a:lnTo>
                    <a:pt x="2426477" y="2200323"/>
                  </a:lnTo>
                  <a:lnTo>
                    <a:pt x="2427411" y="2199895"/>
                  </a:lnTo>
                  <a:lnTo>
                    <a:pt x="2428372" y="2199494"/>
                  </a:lnTo>
                  <a:lnTo>
                    <a:pt x="2429363" y="2199121"/>
                  </a:lnTo>
                  <a:lnTo>
                    <a:pt x="2430395" y="2198779"/>
                  </a:lnTo>
                  <a:lnTo>
                    <a:pt x="2431459" y="2198474"/>
                  </a:lnTo>
                  <a:lnTo>
                    <a:pt x="2432553" y="2198204"/>
                  </a:lnTo>
                  <a:lnTo>
                    <a:pt x="2433679" y="2197970"/>
                  </a:lnTo>
                  <a:lnTo>
                    <a:pt x="2434835" y="2197772"/>
                  </a:lnTo>
                  <a:lnTo>
                    <a:pt x="2436023" y="2197610"/>
                  </a:lnTo>
                  <a:lnTo>
                    <a:pt x="2437241" y="2197485"/>
                  </a:lnTo>
                  <a:lnTo>
                    <a:pt x="2438491" y="2197395"/>
                  </a:lnTo>
                  <a:lnTo>
                    <a:pt x="2439771" y="2197341"/>
                  </a:lnTo>
                  <a:lnTo>
                    <a:pt x="2441083" y="2197323"/>
                  </a:lnTo>
                  <a:lnTo>
                    <a:pt x="2442371" y="2197338"/>
                  </a:lnTo>
                  <a:lnTo>
                    <a:pt x="2443630" y="2197385"/>
                  </a:lnTo>
                  <a:lnTo>
                    <a:pt x="2444861" y="2197462"/>
                  </a:lnTo>
                  <a:lnTo>
                    <a:pt x="2446064" y="2197571"/>
                  </a:lnTo>
                  <a:lnTo>
                    <a:pt x="2447238" y="2197710"/>
                  </a:lnTo>
                  <a:lnTo>
                    <a:pt x="2448383" y="2197881"/>
                  </a:lnTo>
                  <a:lnTo>
                    <a:pt x="2449500" y="2198082"/>
                  </a:lnTo>
                  <a:lnTo>
                    <a:pt x="2450588" y="2198315"/>
                  </a:lnTo>
                  <a:lnTo>
                    <a:pt x="2451648" y="2198578"/>
                  </a:lnTo>
                  <a:lnTo>
                    <a:pt x="2452679" y="2198873"/>
                  </a:lnTo>
                  <a:lnTo>
                    <a:pt x="2453680" y="2199198"/>
                  </a:lnTo>
                  <a:lnTo>
                    <a:pt x="2454649" y="2199553"/>
                  </a:lnTo>
                  <a:lnTo>
                    <a:pt x="2455585" y="2199937"/>
                  </a:lnTo>
                  <a:lnTo>
                    <a:pt x="2456489" y="2200351"/>
                  </a:lnTo>
                  <a:lnTo>
                    <a:pt x="2457361" y="2200795"/>
                  </a:lnTo>
                  <a:lnTo>
                    <a:pt x="2458201" y="2201269"/>
                  </a:lnTo>
                  <a:lnTo>
                    <a:pt x="2459008" y="2201773"/>
                  </a:lnTo>
                  <a:lnTo>
                    <a:pt x="2459783" y="2202306"/>
                  </a:lnTo>
                  <a:lnTo>
                    <a:pt x="2460526" y="2202869"/>
                  </a:lnTo>
                  <a:lnTo>
                    <a:pt x="2461237" y="2203462"/>
                  </a:lnTo>
                  <a:lnTo>
                    <a:pt x="2461927" y="2204084"/>
                  </a:lnTo>
                  <a:lnTo>
                    <a:pt x="2462584" y="2204734"/>
                  </a:lnTo>
                  <a:lnTo>
                    <a:pt x="2463207" y="2205413"/>
                  </a:lnTo>
                  <a:lnTo>
                    <a:pt x="2463797" y="2206121"/>
                  </a:lnTo>
                  <a:lnTo>
                    <a:pt x="2464353" y="2206857"/>
                  </a:lnTo>
                  <a:lnTo>
                    <a:pt x="2464876" y="2207622"/>
                  </a:lnTo>
                  <a:lnTo>
                    <a:pt x="2465365" y="2208415"/>
                  </a:lnTo>
                  <a:lnTo>
                    <a:pt x="2465821" y="2209236"/>
                  </a:lnTo>
                  <a:lnTo>
                    <a:pt x="2466243" y="2210087"/>
                  </a:lnTo>
                  <a:lnTo>
                    <a:pt x="2466632" y="2210965"/>
                  </a:lnTo>
                  <a:lnTo>
                    <a:pt x="2466985" y="2211872"/>
                  </a:lnTo>
                  <a:lnTo>
                    <a:pt x="2467302" y="2212806"/>
                  </a:lnTo>
                  <a:lnTo>
                    <a:pt x="2467581" y="2213767"/>
                  </a:lnTo>
                  <a:lnTo>
                    <a:pt x="2467822" y="2214755"/>
                  </a:lnTo>
                  <a:lnTo>
                    <a:pt x="2468027" y="2215771"/>
                  </a:lnTo>
                  <a:lnTo>
                    <a:pt x="2468195" y="2216814"/>
                  </a:lnTo>
                  <a:lnTo>
                    <a:pt x="2468325" y="2217885"/>
                  </a:lnTo>
                  <a:lnTo>
                    <a:pt x="2468418" y="2218982"/>
                  </a:lnTo>
                  <a:lnTo>
                    <a:pt x="2468474" y="2220107"/>
                  </a:lnTo>
                  <a:lnTo>
                    <a:pt x="2468492" y="2221259"/>
                  </a:lnTo>
                  <a:lnTo>
                    <a:pt x="2468476" y="2222135"/>
                  </a:lnTo>
                  <a:lnTo>
                    <a:pt x="2468428" y="2223003"/>
                  </a:lnTo>
                  <a:lnTo>
                    <a:pt x="2468347" y="2223862"/>
                  </a:lnTo>
                  <a:lnTo>
                    <a:pt x="2468234" y="2224712"/>
                  </a:lnTo>
                  <a:lnTo>
                    <a:pt x="2468089" y="2225554"/>
                  </a:lnTo>
                  <a:lnTo>
                    <a:pt x="2467912" y="2226386"/>
                  </a:lnTo>
                  <a:lnTo>
                    <a:pt x="2467702" y="2227211"/>
                  </a:lnTo>
                  <a:lnTo>
                    <a:pt x="2467460" y="2228026"/>
                  </a:lnTo>
                  <a:lnTo>
                    <a:pt x="2467186" y="2228833"/>
                  </a:lnTo>
                  <a:lnTo>
                    <a:pt x="2466880" y="2229631"/>
                  </a:lnTo>
                  <a:lnTo>
                    <a:pt x="2466559" y="2230421"/>
                  </a:lnTo>
                  <a:lnTo>
                    <a:pt x="2466215" y="2231203"/>
                  </a:lnTo>
                  <a:lnTo>
                    <a:pt x="2465849" y="2231979"/>
                  </a:lnTo>
                  <a:lnTo>
                    <a:pt x="2465461" y="2232746"/>
                  </a:lnTo>
                  <a:lnTo>
                    <a:pt x="2465051" y="2233507"/>
                  </a:lnTo>
                  <a:lnTo>
                    <a:pt x="2464618" y="2234259"/>
                  </a:lnTo>
                  <a:lnTo>
                    <a:pt x="2464163" y="2235005"/>
                  </a:lnTo>
                  <a:lnTo>
                    <a:pt x="2463685" y="2235743"/>
                  </a:lnTo>
                  <a:lnTo>
                    <a:pt x="2463185" y="2236473"/>
                  </a:lnTo>
                  <a:lnTo>
                    <a:pt x="2462663" y="2237196"/>
                  </a:lnTo>
                  <a:lnTo>
                    <a:pt x="2462133" y="2237913"/>
                  </a:lnTo>
                  <a:lnTo>
                    <a:pt x="2461587" y="2238625"/>
                  </a:lnTo>
                  <a:lnTo>
                    <a:pt x="2461022" y="2239332"/>
                  </a:lnTo>
                  <a:lnTo>
                    <a:pt x="2460441" y="2240034"/>
                  </a:lnTo>
                  <a:lnTo>
                    <a:pt x="2459842" y="2240731"/>
                  </a:lnTo>
                  <a:lnTo>
                    <a:pt x="2459225" y="2241423"/>
                  </a:lnTo>
                  <a:lnTo>
                    <a:pt x="2458591" y="2242110"/>
                  </a:lnTo>
                  <a:lnTo>
                    <a:pt x="2457940" y="2242792"/>
                  </a:lnTo>
                  <a:lnTo>
                    <a:pt x="2457272" y="2243469"/>
                  </a:lnTo>
                  <a:lnTo>
                    <a:pt x="2456586" y="2244142"/>
                  </a:lnTo>
                  <a:lnTo>
                    <a:pt x="2455888" y="2244810"/>
                  </a:lnTo>
                  <a:lnTo>
                    <a:pt x="2455184" y="2245476"/>
                  </a:lnTo>
                  <a:lnTo>
                    <a:pt x="2454474" y="2246140"/>
                  </a:lnTo>
                  <a:lnTo>
                    <a:pt x="2453758" y="2246801"/>
                  </a:lnTo>
                  <a:lnTo>
                    <a:pt x="2453036" y="2247459"/>
                  </a:lnTo>
                  <a:lnTo>
                    <a:pt x="2452307" y="2248115"/>
                  </a:lnTo>
                  <a:lnTo>
                    <a:pt x="2451572" y="2248769"/>
                  </a:lnTo>
                  <a:lnTo>
                    <a:pt x="2450831" y="2249420"/>
                  </a:lnTo>
                  <a:lnTo>
                    <a:pt x="2450084" y="2250069"/>
                  </a:lnTo>
                  <a:lnTo>
                    <a:pt x="2449331" y="2250715"/>
                  </a:lnTo>
                  <a:lnTo>
                    <a:pt x="2448573" y="2251347"/>
                  </a:lnTo>
                  <a:lnTo>
                    <a:pt x="2447815" y="2251980"/>
                  </a:lnTo>
                  <a:lnTo>
                    <a:pt x="2447055" y="2252612"/>
                  </a:lnTo>
                  <a:lnTo>
                    <a:pt x="2446294" y="2253245"/>
                  </a:lnTo>
                  <a:lnTo>
                    <a:pt x="2445532" y="2253877"/>
                  </a:lnTo>
                  <a:lnTo>
                    <a:pt x="2444769" y="2254510"/>
                  </a:lnTo>
                  <a:lnTo>
                    <a:pt x="2444004" y="2255142"/>
                  </a:lnTo>
                  <a:lnTo>
                    <a:pt x="2443239" y="2255775"/>
                  </a:lnTo>
                  <a:lnTo>
                    <a:pt x="2442471" y="2256408"/>
                  </a:lnTo>
                  <a:lnTo>
                    <a:pt x="2441703" y="2257040"/>
                  </a:lnTo>
                  <a:lnTo>
                    <a:pt x="2440939" y="2257661"/>
                  </a:lnTo>
                  <a:lnTo>
                    <a:pt x="2440183" y="2258283"/>
                  </a:lnTo>
                  <a:lnTo>
                    <a:pt x="2439435" y="2258906"/>
                  </a:lnTo>
                  <a:lnTo>
                    <a:pt x="2438697" y="2259530"/>
                  </a:lnTo>
                  <a:lnTo>
                    <a:pt x="2437967" y="2260156"/>
                  </a:lnTo>
                  <a:lnTo>
                    <a:pt x="2437246" y="2260783"/>
                  </a:lnTo>
                  <a:lnTo>
                    <a:pt x="2436533" y="2261411"/>
                  </a:lnTo>
                  <a:lnTo>
                    <a:pt x="2435829" y="2262041"/>
                  </a:lnTo>
                  <a:lnTo>
                    <a:pt x="2435134" y="2262671"/>
                  </a:lnTo>
                  <a:lnTo>
                    <a:pt x="2434448" y="2263303"/>
                  </a:lnTo>
                  <a:lnTo>
                    <a:pt x="2433785" y="2263937"/>
                  </a:lnTo>
                  <a:lnTo>
                    <a:pt x="2433136" y="2264573"/>
                  </a:lnTo>
                  <a:lnTo>
                    <a:pt x="2432500" y="2265212"/>
                  </a:lnTo>
                  <a:lnTo>
                    <a:pt x="2431878" y="2265853"/>
                  </a:lnTo>
                  <a:lnTo>
                    <a:pt x="2431270" y="2266497"/>
                  </a:lnTo>
                  <a:lnTo>
                    <a:pt x="2430675" y="2267143"/>
                  </a:lnTo>
                  <a:lnTo>
                    <a:pt x="2430094" y="2267792"/>
                  </a:lnTo>
                  <a:lnTo>
                    <a:pt x="2429526" y="2268443"/>
                  </a:lnTo>
                  <a:lnTo>
                    <a:pt x="2428973" y="2269096"/>
                  </a:lnTo>
                  <a:lnTo>
                    <a:pt x="2428433" y="2269752"/>
                  </a:lnTo>
                  <a:lnTo>
                    <a:pt x="2427911" y="2270400"/>
                  </a:lnTo>
                  <a:lnTo>
                    <a:pt x="2427413" y="2271055"/>
                  </a:lnTo>
                  <a:lnTo>
                    <a:pt x="2426939" y="2271715"/>
                  </a:lnTo>
                  <a:lnTo>
                    <a:pt x="2426488" y="2272382"/>
                  </a:lnTo>
                  <a:lnTo>
                    <a:pt x="2426061" y="2273055"/>
                  </a:lnTo>
                  <a:lnTo>
                    <a:pt x="2425657" y="2273734"/>
                  </a:lnTo>
                  <a:lnTo>
                    <a:pt x="2425277" y="2274419"/>
                  </a:lnTo>
                  <a:lnTo>
                    <a:pt x="2424920" y="2275110"/>
                  </a:lnTo>
                  <a:lnTo>
                    <a:pt x="2424587" y="2275808"/>
                  </a:lnTo>
                  <a:lnTo>
                    <a:pt x="2424278" y="2276512"/>
                  </a:lnTo>
                  <a:lnTo>
                    <a:pt x="2469856" y="2276512"/>
                  </a:lnTo>
                  <a:lnTo>
                    <a:pt x="2469856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" name="ph45"/>
            <p:cNvSpPr/>
            <p:nvPr/>
          </p:nvSpPr>
          <p:spPr>
            <a:xfrm>
              <a:off x="3954400" y="2174960"/>
              <a:ext cx="2412000" cy="2330958"/>
            </a:xfrm>
            <a:custGeom>
              <a:avLst/>
              <a:gdLst/>
              <a:ahLst/>
              <a:cxnLst/>
              <a:rect l="0" t="0" r="0" b="0"/>
              <a:pathLst>
                <a:path w="2412000" h="2330958">
                  <a:moveTo>
                    <a:pt x="2412000" y="2286000"/>
                  </a:moveTo>
                  <a:lnTo>
                    <a:pt x="2411975" y="2288477"/>
                  </a:lnTo>
                  <a:lnTo>
                    <a:pt x="2411903" y="2290876"/>
                  </a:lnTo>
                  <a:lnTo>
                    <a:pt x="2411782" y="2293195"/>
                  </a:lnTo>
                  <a:lnTo>
                    <a:pt x="2411613" y="2295435"/>
                  </a:lnTo>
                  <a:lnTo>
                    <a:pt x="2411395" y="2297596"/>
                  </a:lnTo>
                  <a:lnTo>
                    <a:pt x="2411129" y="2299677"/>
                  </a:lnTo>
                  <a:lnTo>
                    <a:pt x="2410814" y="2301679"/>
                  </a:lnTo>
                  <a:lnTo>
                    <a:pt x="2410452" y="2303601"/>
                  </a:lnTo>
                  <a:lnTo>
                    <a:pt x="2410041" y="2305444"/>
                  </a:lnTo>
                  <a:lnTo>
                    <a:pt x="2409581" y="2307208"/>
                  </a:lnTo>
                  <a:lnTo>
                    <a:pt x="2409092" y="2308887"/>
                  </a:lnTo>
                  <a:lnTo>
                    <a:pt x="2408567" y="2310502"/>
                  </a:lnTo>
                  <a:lnTo>
                    <a:pt x="2408005" y="2312052"/>
                  </a:lnTo>
                  <a:lnTo>
                    <a:pt x="2407408" y="2313538"/>
                  </a:lnTo>
                  <a:lnTo>
                    <a:pt x="2406775" y="2314959"/>
                  </a:lnTo>
                  <a:lnTo>
                    <a:pt x="2406106" y="2316316"/>
                  </a:lnTo>
                  <a:lnTo>
                    <a:pt x="2405401" y="2317608"/>
                  </a:lnTo>
                  <a:lnTo>
                    <a:pt x="2404660" y="2318836"/>
                  </a:lnTo>
                  <a:lnTo>
                    <a:pt x="2403883" y="2319999"/>
                  </a:lnTo>
                  <a:lnTo>
                    <a:pt x="2403070" y="2321098"/>
                  </a:lnTo>
                  <a:lnTo>
                    <a:pt x="2402236" y="2322123"/>
                  </a:lnTo>
                  <a:lnTo>
                    <a:pt x="2401373" y="2323087"/>
                  </a:lnTo>
                  <a:lnTo>
                    <a:pt x="2400480" y="2323993"/>
                  </a:lnTo>
                  <a:lnTo>
                    <a:pt x="2399557" y="2324839"/>
                  </a:lnTo>
                  <a:lnTo>
                    <a:pt x="2398605" y="2325625"/>
                  </a:lnTo>
                  <a:lnTo>
                    <a:pt x="2397623" y="2326352"/>
                  </a:lnTo>
                  <a:lnTo>
                    <a:pt x="2396611" y="2327019"/>
                  </a:lnTo>
                  <a:lnTo>
                    <a:pt x="2395569" y="2327627"/>
                  </a:lnTo>
                  <a:lnTo>
                    <a:pt x="2394497" y="2328175"/>
                  </a:lnTo>
                  <a:lnTo>
                    <a:pt x="2393396" y="2328664"/>
                  </a:lnTo>
                  <a:lnTo>
                    <a:pt x="2392272" y="2329100"/>
                  </a:lnTo>
                  <a:lnTo>
                    <a:pt x="2391134" y="2329490"/>
                  </a:lnTo>
                  <a:lnTo>
                    <a:pt x="2389980" y="2329834"/>
                  </a:lnTo>
                  <a:lnTo>
                    <a:pt x="2388812" y="2330132"/>
                  </a:lnTo>
                  <a:lnTo>
                    <a:pt x="2387629" y="2330384"/>
                  </a:lnTo>
                  <a:lnTo>
                    <a:pt x="2386431" y="2330591"/>
                  </a:lnTo>
                  <a:lnTo>
                    <a:pt x="2385218" y="2330751"/>
                  </a:lnTo>
                  <a:lnTo>
                    <a:pt x="2383990" y="2330866"/>
                  </a:lnTo>
                  <a:lnTo>
                    <a:pt x="2382747" y="2330935"/>
                  </a:lnTo>
                  <a:lnTo>
                    <a:pt x="2381490" y="2330958"/>
                  </a:lnTo>
                  <a:lnTo>
                    <a:pt x="2380221" y="2330935"/>
                  </a:lnTo>
                  <a:lnTo>
                    <a:pt x="2378970" y="2330866"/>
                  </a:lnTo>
                  <a:lnTo>
                    <a:pt x="2377736" y="2330751"/>
                  </a:lnTo>
                  <a:lnTo>
                    <a:pt x="2376519" y="2330591"/>
                  </a:lnTo>
                  <a:lnTo>
                    <a:pt x="2375320" y="2330384"/>
                  </a:lnTo>
                  <a:lnTo>
                    <a:pt x="2374138" y="2330132"/>
                  </a:lnTo>
                  <a:lnTo>
                    <a:pt x="2372973" y="2329834"/>
                  </a:lnTo>
                  <a:lnTo>
                    <a:pt x="2371826" y="2329490"/>
                  </a:lnTo>
                  <a:lnTo>
                    <a:pt x="2370696" y="2329100"/>
                  </a:lnTo>
                  <a:lnTo>
                    <a:pt x="2369583" y="2328664"/>
                  </a:lnTo>
                  <a:lnTo>
                    <a:pt x="2368494" y="2328175"/>
                  </a:lnTo>
                  <a:lnTo>
                    <a:pt x="2367433" y="2327627"/>
                  </a:lnTo>
                  <a:lnTo>
                    <a:pt x="2366400" y="2327019"/>
                  </a:lnTo>
                  <a:lnTo>
                    <a:pt x="2365396" y="2326352"/>
                  </a:lnTo>
                  <a:lnTo>
                    <a:pt x="2364421" y="2325625"/>
                  </a:lnTo>
                  <a:lnTo>
                    <a:pt x="2363474" y="2324839"/>
                  </a:lnTo>
                  <a:lnTo>
                    <a:pt x="2362556" y="2323993"/>
                  </a:lnTo>
                  <a:lnTo>
                    <a:pt x="2361666" y="2323087"/>
                  </a:lnTo>
                  <a:lnTo>
                    <a:pt x="2360804" y="2322123"/>
                  </a:lnTo>
                  <a:lnTo>
                    <a:pt x="2359972" y="2321098"/>
                  </a:lnTo>
                  <a:lnTo>
                    <a:pt x="2359182" y="2320011"/>
                  </a:lnTo>
                  <a:lnTo>
                    <a:pt x="2358426" y="2318858"/>
                  </a:lnTo>
                  <a:lnTo>
                    <a:pt x="2357704" y="2317640"/>
                  </a:lnTo>
                  <a:lnTo>
                    <a:pt x="2357015" y="2316355"/>
                  </a:lnTo>
                  <a:lnTo>
                    <a:pt x="2356359" y="2315005"/>
                  </a:lnTo>
                  <a:lnTo>
                    <a:pt x="2355738" y="2313590"/>
                  </a:lnTo>
                  <a:lnTo>
                    <a:pt x="2355149" y="2312108"/>
                  </a:lnTo>
                  <a:lnTo>
                    <a:pt x="2354594" y="2310561"/>
                  </a:lnTo>
                  <a:lnTo>
                    <a:pt x="2354072" y="2308948"/>
                  </a:lnTo>
                  <a:lnTo>
                    <a:pt x="2353584" y="2307270"/>
                  </a:lnTo>
                  <a:lnTo>
                    <a:pt x="2353149" y="2305505"/>
                  </a:lnTo>
                  <a:lnTo>
                    <a:pt x="2352758" y="2303660"/>
                  </a:lnTo>
                  <a:lnTo>
                    <a:pt x="2352414" y="2301735"/>
                  </a:lnTo>
                  <a:lnTo>
                    <a:pt x="2352116" y="2299729"/>
                  </a:lnTo>
                  <a:lnTo>
                    <a:pt x="2351864" y="2297642"/>
                  </a:lnTo>
                  <a:lnTo>
                    <a:pt x="2351657" y="2295475"/>
                  </a:lnTo>
                  <a:lnTo>
                    <a:pt x="2351497" y="2293227"/>
                  </a:lnTo>
                  <a:lnTo>
                    <a:pt x="2351382" y="2290898"/>
                  </a:lnTo>
                  <a:lnTo>
                    <a:pt x="2351313" y="2288489"/>
                  </a:lnTo>
                  <a:lnTo>
                    <a:pt x="2351290" y="2286000"/>
                  </a:lnTo>
                  <a:lnTo>
                    <a:pt x="2351313" y="2283404"/>
                  </a:lnTo>
                  <a:lnTo>
                    <a:pt x="2351382" y="2280900"/>
                  </a:lnTo>
                  <a:lnTo>
                    <a:pt x="2351497" y="2278487"/>
                  </a:lnTo>
                  <a:lnTo>
                    <a:pt x="2351657" y="2276167"/>
                  </a:lnTo>
                  <a:lnTo>
                    <a:pt x="2351864" y="2273938"/>
                  </a:lnTo>
                  <a:lnTo>
                    <a:pt x="2352116" y="2271801"/>
                  </a:lnTo>
                  <a:lnTo>
                    <a:pt x="2352414" y="2269756"/>
                  </a:lnTo>
                  <a:lnTo>
                    <a:pt x="2352758" y="2267803"/>
                  </a:lnTo>
                  <a:lnTo>
                    <a:pt x="2353149" y="2265941"/>
                  </a:lnTo>
                  <a:lnTo>
                    <a:pt x="2353584" y="2264171"/>
                  </a:lnTo>
                  <a:lnTo>
                    <a:pt x="2354073" y="2262470"/>
                  </a:lnTo>
                  <a:lnTo>
                    <a:pt x="2354596" y="2260840"/>
                  </a:lnTo>
                  <a:lnTo>
                    <a:pt x="2355155" y="2259281"/>
                  </a:lnTo>
                  <a:lnTo>
                    <a:pt x="2355747" y="2257792"/>
                  </a:lnTo>
                  <a:lnTo>
                    <a:pt x="2356375" y="2256373"/>
                  </a:lnTo>
                  <a:lnTo>
                    <a:pt x="2357037" y="2255026"/>
                  </a:lnTo>
                  <a:lnTo>
                    <a:pt x="2357734" y="2253749"/>
                  </a:lnTo>
                  <a:lnTo>
                    <a:pt x="2358466" y="2252543"/>
                  </a:lnTo>
                  <a:lnTo>
                    <a:pt x="2359232" y="2251408"/>
                  </a:lnTo>
                  <a:lnTo>
                    <a:pt x="2360034" y="2250343"/>
                  </a:lnTo>
                  <a:lnTo>
                    <a:pt x="2360867" y="2249344"/>
                  </a:lnTo>
                  <a:lnTo>
                    <a:pt x="2361730" y="2248408"/>
                  </a:lnTo>
                  <a:lnTo>
                    <a:pt x="2362623" y="2247534"/>
                  </a:lnTo>
                  <a:lnTo>
                    <a:pt x="2363546" y="2246721"/>
                  </a:lnTo>
                  <a:lnTo>
                    <a:pt x="2364499" y="2245971"/>
                  </a:lnTo>
                  <a:lnTo>
                    <a:pt x="2365481" y="2245283"/>
                  </a:lnTo>
                  <a:lnTo>
                    <a:pt x="2366493" y="2244656"/>
                  </a:lnTo>
                  <a:lnTo>
                    <a:pt x="2367535" y="2244092"/>
                  </a:lnTo>
                  <a:lnTo>
                    <a:pt x="2368606" y="2243590"/>
                  </a:lnTo>
                  <a:lnTo>
                    <a:pt x="2369708" y="2243149"/>
                  </a:lnTo>
                  <a:lnTo>
                    <a:pt x="2370834" y="2242749"/>
                  </a:lnTo>
                  <a:lnTo>
                    <a:pt x="2371980" y="2242390"/>
                  </a:lnTo>
                  <a:lnTo>
                    <a:pt x="2373145" y="2242074"/>
                  </a:lnTo>
                  <a:lnTo>
                    <a:pt x="2374331" y="2241800"/>
                  </a:lnTo>
                  <a:lnTo>
                    <a:pt x="2375537" y="2241568"/>
                  </a:lnTo>
                  <a:lnTo>
                    <a:pt x="2376762" y="2241378"/>
                  </a:lnTo>
                  <a:lnTo>
                    <a:pt x="2378007" y="2241231"/>
                  </a:lnTo>
                  <a:lnTo>
                    <a:pt x="2379272" y="2241125"/>
                  </a:lnTo>
                  <a:lnTo>
                    <a:pt x="2380557" y="2241062"/>
                  </a:lnTo>
                  <a:lnTo>
                    <a:pt x="2381862" y="2241041"/>
                  </a:lnTo>
                  <a:lnTo>
                    <a:pt x="2383106" y="2241062"/>
                  </a:lnTo>
                  <a:lnTo>
                    <a:pt x="2384335" y="2241125"/>
                  </a:lnTo>
                  <a:lnTo>
                    <a:pt x="2385547" y="2241231"/>
                  </a:lnTo>
                  <a:lnTo>
                    <a:pt x="2386743" y="2241378"/>
                  </a:lnTo>
                  <a:lnTo>
                    <a:pt x="2387923" y="2241568"/>
                  </a:lnTo>
                  <a:lnTo>
                    <a:pt x="2389087" y="2241800"/>
                  </a:lnTo>
                  <a:lnTo>
                    <a:pt x="2390235" y="2242074"/>
                  </a:lnTo>
                  <a:lnTo>
                    <a:pt x="2391367" y="2242390"/>
                  </a:lnTo>
                  <a:lnTo>
                    <a:pt x="2392483" y="2242749"/>
                  </a:lnTo>
                  <a:lnTo>
                    <a:pt x="2393582" y="2243149"/>
                  </a:lnTo>
                  <a:lnTo>
                    <a:pt x="2394672" y="2243590"/>
                  </a:lnTo>
                  <a:lnTo>
                    <a:pt x="2395733" y="2244092"/>
                  </a:lnTo>
                  <a:lnTo>
                    <a:pt x="2396765" y="2244656"/>
                  </a:lnTo>
                  <a:lnTo>
                    <a:pt x="2397769" y="2245283"/>
                  </a:lnTo>
                  <a:lnTo>
                    <a:pt x="2398744" y="2245971"/>
                  </a:lnTo>
                  <a:lnTo>
                    <a:pt x="2399691" y="2246721"/>
                  </a:lnTo>
                  <a:lnTo>
                    <a:pt x="2400610" y="2247534"/>
                  </a:lnTo>
                  <a:lnTo>
                    <a:pt x="2401500" y="2248408"/>
                  </a:lnTo>
                  <a:lnTo>
                    <a:pt x="2402361" y="2249344"/>
                  </a:lnTo>
                  <a:lnTo>
                    <a:pt x="2403194" y="2250343"/>
                  </a:lnTo>
                  <a:lnTo>
                    <a:pt x="2403995" y="2251408"/>
                  </a:lnTo>
                  <a:lnTo>
                    <a:pt x="2404761" y="2252543"/>
                  </a:lnTo>
                  <a:lnTo>
                    <a:pt x="2405493" y="2253749"/>
                  </a:lnTo>
                  <a:lnTo>
                    <a:pt x="2406190" y="2255026"/>
                  </a:lnTo>
                  <a:lnTo>
                    <a:pt x="2406853" y="2256373"/>
                  </a:lnTo>
                  <a:lnTo>
                    <a:pt x="2407480" y="2257792"/>
                  </a:lnTo>
                  <a:lnTo>
                    <a:pt x="2408073" y="2259281"/>
                  </a:lnTo>
                  <a:lnTo>
                    <a:pt x="2408631" y="2260840"/>
                  </a:lnTo>
                  <a:lnTo>
                    <a:pt x="2409154" y="2262470"/>
                  </a:lnTo>
                  <a:lnTo>
                    <a:pt x="2409643" y="2264171"/>
                  </a:lnTo>
                  <a:lnTo>
                    <a:pt x="2410091" y="2265941"/>
                  </a:lnTo>
                  <a:lnTo>
                    <a:pt x="2410491" y="2267803"/>
                  </a:lnTo>
                  <a:lnTo>
                    <a:pt x="2410845" y="2269756"/>
                  </a:lnTo>
                  <a:lnTo>
                    <a:pt x="2411151" y="2271801"/>
                  </a:lnTo>
                  <a:lnTo>
                    <a:pt x="2411410" y="2273938"/>
                  </a:lnTo>
                  <a:lnTo>
                    <a:pt x="2411622" y="2276167"/>
                  </a:lnTo>
                  <a:lnTo>
                    <a:pt x="2411787" y="2278487"/>
                  </a:lnTo>
                  <a:lnTo>
                    <a:pt x="2411905" y="2280900"/>
                  </a:lnTo>
                  <a:lnTo>
                    <a:pt x="2411976" y="2283404"/>
                  </a:lnTo>
                  <a:close/>
                  <a:moveTo>
                    <a:pt x="2400651" y="2286000"/>
                  </a:moveTo>
                  <a:lnTo>
                    <a:pt x="2400639" y="2283951"/>
                  </a:lnTo>
                  <a:lnTo>
                    <a:pt x="2400602" y="2281974"/>
                  </a:lnTo>
                  <a:lnTo>
                    <a:pt x="2400540" y="2280067"/>
                  </a:lnTo>
                  <a:lnTo>
                    <a:pt x="2400453" y="2278231"/>
                  </a:lnTo>
                  <a:lnTo>
                    <a:pt x="2400341" y="2276465"/>
                  </a:lnTo>
                  <a:lnTo>
                    <a:pt x="2400205" y="2274770"/>
                  </a:lnTo>
                  <a:lnTo>
                    <a:pt x="2400044" y="2273146"/>
                  </a:lnTo>
                  <a:lnTo>
                    <a:pt x="2399858" y="2271593"/>
                  </a:lnTo>
                  <a:lnTo>
                    <a:pt x="2399647" y="2270110"/>
                  </a:lnTo>
                  <a:lnTo>
                    <a:pt x="2399411" y="2268698"/>
                  </a:lnTo>
                  <a:lnTo>
                    <a:pt x="2399151" y="2267338"/>
                  </a:lnTo>
                  <a:lnTo>
                    <a:pt x="2398868" y="2266034"/>
                  </a:lnTo>
                  <a:lnTo>
                    <a:pt x="2398561" y="2264788"/>
                  </a:lnTo>
                  <a:lnTo>
                    <a:pt x="2398230" y="2263598"/>
                  </a:lnTo>
                  <a:lnTo>
                    <a:pt x="2397876" y="2262466"/>
                  </a:lnTo>
                  <a:lnTo>
                    <a:pt x="2397499" y="2261391"/>
                  </a:lnTo>
                  <a:lnTo>
                    <a:pt x="2397097" y="2260373"/>
                  </a:lnTo>
                  <a:lnTo>
                    <a:pt x="2396673" y="2259411"/>
                  </a:lnTo>
                  <a:lnTo>
                    <a:pt x="2396224" y="2258507"/>
                  </a:lnTo>
                  <a:lnTo>
                    <a:pt x="2395752" y="2257660"/>
                  </a:lnTo>
                  <a:lnTo>
                    <a:pt x="2395258" y="2256854"/>
                  </a:lnTo>
                  <a:lnTo>
                    <a:pt x="2394740" y="2256097"/>
                  </a:lnTo>
                  <a:lnTo>
                    <a:pt x="2394201" y="2255391"/>
                  </a:lnTo>
                  <a:lnTo>
                    <a:pt x="2393639" y="2254733"/>
                  </a:lnTo>
                  <a:lnTo>
                    <a:pt x="2393055" y="2254125"/>
                  </a:lnTo>
                  <a:lnTo>
                    <a:pt x="2392448" y="2253567"/>
                  </a:lnTo>
                  <a:lnTo>
                    <a:pt x="2391820" y="2253059"/>
                  </a:lnTo>
                  <a:lnTo>
                    <a:pt x="2391169" y="2252600"/>
                  </a:lnTo>
                  <a:lnTo>
                    <a:pt x="2390495" y="2252191"/>
                  </a:lnTo>
                  <a:lnTo>
                    <a:pt x="2389799" y="2251831"/>
                  </a:lnTo>
                  <a:lnTo>
                    <a:pt x="2389095" y="2251501"/>
                  </a:lnTo>
                  <a:lnTo>
                    <a:pt x="2388371" y="2251206"/>
                  </a:lnTo>
                  <a:lnTo>
                    <a:pt x="2387626" y="2250946"/>
                  </a:lnTo>
                  <a:lnTo>
                    <a:pt x="2386862" y="2250720"/>
                  </a:lnTo>
                  <a:lnTo>
                    <a:pt x="2386079" y="2250529"/>
                  </a:lnTo>
                  <a:lnTo>
                    <a:pt x="2385275" y="2250373"/>
                  </a:lnTo>
                  <a:lnTo>
                    <a:pt x="2384451" y="2250251"/>
                  </a:lnTo>
                  <a:lnTo>
                    <a:pt x="2383608" y="2250164"/>
                  </a:lnTo>
                  <a:lnTo>
                    <a:pt x="2382745" y="2250112"/>
                  </a:lnTo>
                  <a:lnTo>
                    <a:pt x="2381862" y="2250095"/>
                  </a:lnTo>
                  <a:lnTo>
                    <a:pt x="2380930" y="2250112"/>
                  </a:lnTo>
                  <a:lnTo>
                    <a:pt x="2380021" y="2250164"/>
                  </a:lnTo>
                  <a:lnTo>
                    <a:pt x="2379135" y="2250251"/>
                  </a:lnTo>
                  <a:lnTo>
                    <a:pt x="2378270" y="2250373"/>
                  </a:lnTo>
                  <a:lnTo>
                    <a:pt x="2377428" y="2250529"/>
                  </a:lnTo>
                  <a:lnTo>
                    <a:pt x="2376608" y="2250720"/>
                  </a:lnTo>
                  <a:lnTo>
                    <a:pt x="2375811" y="2250946"/>
                  </a:lnTo>
                  <a:lnTo>
                    <a:pt x="2375036" y="2251206"/>
                  </a:lnTo>
                  <a:lnTo>
                    <a:pt x="2374283" y="2251501"/>
                  </a:lnTo>
                  <a:lnTo>
                    <a:pt x="2373552" y="2251831"/>
                  </a:lnTo>
                  <a:lnTo>
                    <a:pt x="2372844" y="2252202"/>
                  </a:lnTo>
                  <a:lnTo>
                    <a:pt x="2372158" y="2252622"/>
                  </a:lnTo>
                  <a:lnTo>
                    <a:pt x="2371495" y="2253091"/>
                  </a:lnTo>
                  <a:lnTo>
                    <a:pt x="2370853" y="2253607"/>
                  </a:lnTo>
                  <a:lnTo>
                    <a:pt x="2370235" y="2254172"/>
                  </a:lnTo>
                  <a:lnTo>
                    <a:pt x="2369638" y="2254785"/>
                  </a:lnTo>
                  <a:lnTo>
                    <a:pt x="2369064" y="2255447"/>
                  </a:lnTo>
                  <a:lnTo>
                    <a:pt x="2368512" y="2256157"/>
                  </a:lnTo>
                  <a:lnTo>
                    <a:pt x="2367982" y="2256915"/>
                  </a:lnTo>
                  <a:lnTo>
                    <a:pt x="2367475" y="2257722"/>
                  </a:lnTo>
                  <a:lnTo>
                    <a:pt x="2367003" y="2258569"/>
                  </a:lnTo>
                  <a:lnTo>
                    <a:pt x="2366555" y="2259473"/>
                  </a:lnTo>
                  <a:lnTo>
                    <a:pt x="2366130" y="2260435"/>
                  </a:lnTo>
                  <a:lnTo>
                    <a:pt x="2365729" y="2261453"/>
                  </a:lnTo>
                  <a:lnTo>
                    <a:pt x="2365351" y="2262528"/>
                  </a:lnTo>
                  <a:lnTo>
                    <a:pt x="2364997" y="2263660"/>
                  </a:lnTo>
                  <a:lnTo>
                    <a:pt x="2364667" y="2264850"/>
                  </a:lnTo>
                  <a:lnTo>
                    <a:pt x="2364360" y="2266096"/>
                  </a:lnTo>
                  <a:lnTo>
                    <a:pt x="2364076" y="2267400"/>
                  </a:lnTo>
                  <a:lnTo>
                    <a:pt x="2363816" y="2268760"/>
                  </a:lnTo>
                  <a:lnTo>
                    <a:pt x="2363581" y="2270172"/>
                  </a:lnTo>
                  <a:lnTo>
                    <a:pt x="2363370" y="2271652"/>
                  </a:lnTo>
                  <a:lnTo>
                    <a:pt x="2363184" y="2273203"/>
                  </a:lnTo>
                  <a:lnTo>
                    <a:pt x="2363023" y="2274823"/>
                  </a:lnTo>
                  <a:lnTo>
                    <a:pt x="2362886" y="2276512"/>
                  </a:lnTo>
                  <a:lnTo>
                    <a:pt x="2362775" y="2278270"/>
                  </a:lnTo>
                  <a:lnTo>
                    <a:pt x="2362688" y="2280098"/>
                  </a:lnTo>
                  <a:lnTo>
                    <a:pt x="2362626" y="2281996"/>
                  </a:lnTo>
                  <a:lnTo>
                    <a:pt x="2362589" y="2283963"/>
                  </a:lnTo>
                  <a:lnTo>
                    <a:pt x="2362576" y="2286000"/>
                  </a:lnTo>
                  <a:lnTo>
                    <a:pt x="2362589" y="2287977"/>
                  </a:lnTo>
                  <a:lnTo>
                    <a:pt x="2362626" y="2289891"/>
                  </a:lnTo>
                  <a:lnTo>
                    <a:pt x="2362688" y="2291742"/>
                  </a:lnTo>
                  <a:lnTo>
                    <a:pt x="2362775" y="2293530"/>
                  </a:lnTo>
                  <a:lnTo>
                    <a:pt x="2362886" y="2295255"/>
                  </a:lnTo>
                  <a:lnTo>
                    <a:pt x="2363023" y="2296916"/>
                  </a:lnTo>
                  <a:lnTo>
                    <a:pt x="2363184" y="2298514"/>
                  </a:lnTo>
                  <a:lnTo>
                    <a:pt x="2363370" y="2300049"/>
                  </a:lnTo>
                  <a:lnTo>
                    <a:pt x="2363581" y="2301520"/>
                  </a:lnTo>
                  <a:lnTo>
                    <a:pt x="2363816" y="2302929"/>
                  </a:lnTo>
                  <a:lnTo>
                    <a:pt x="2364088" y="2304279"/>
                  </a:lnTo>
                  <a:lnTo>
                    <a:pt x="2364382" y="2305575"/>
                  </a:lnTo>
                  <a:lnTo>
                    <a:pt x="2364698" y="2306819"/>
                  </a:lnTo>
                  <a:lnTo>
                    <a:pt x="2365037" y="2308009"/>
                  </a:lnTo>
                  <a:lnTo>
                    <a:pt x="2365398" y="2309145"/>
                  </a:lnTo>
                  <a:lnTo>
                    <a:pt x="2365781" y="2310229"/>
                  </a:lnTo>
                  <a:lnTo>
                    <a:pt x="2366186" y="2311259"/>
                  </a:lnTo>
                  <a:lnTo>
                    <a:pt x="2366614" y="2312235"/>
                  </a:lnTo>
                  <a:lnTo>
                    <a:pt x="2367065" y="2313159"/>
                  </a:lnTo>
                  <a:lnTo>
                    <a:pt x="2367537" y="2314029"/>
                  </a:lnTo>
                  <a:lnTo>
                    <a:pt x="2368044" y="2314837"/>
                  </a:lnTo>
                  <a:lnTo>
                    <a:pt x="2368571" y="2315599"/>
                  </a:lnTo>
                  <a:lnTo>
                    <a:pt x="2369120" y="2316315"/>
                  </a:lnTo>
                  <a:lnTo>
                    <a:pt x="2369690" y="2316986"/>
                  </a:lnTo>
                  <a:lnTo>
                    <a:pt x="2370281" y="2317610"/>
                  </a:lnTo>
                  <a:lnTo>
                    <a:pt x="2370893" y="2318189"/>
                  </a:lnTo>
                  <a:lnTo>
                    <a:pt x="2371526" y="2318721"/>
                  </a:lnTo>
                  <a:lnTo>
                    <a:pt x="2372181" y="2319208"/>
                  </a:lnTo>
                  <a:lnTo>
                    <a:pt x="2372856" y="2319649"/>
                  </a:lnTo>
                  <a:lnTo>
                    <a:pt x="2373552" y="2320044"/>
                  </a:lnTo>
                  <a:lnTo>
                    <a:pt x="2374269" y="2320386"/>
                  </a:lnTo>
                  <a:lnTo>
                    <a:pt x="2375006" y="2320691"/>
                  </a:lnTo>
                  <a:lnTo>
                    <a:pt x="2375762" y="2320961"/>
                  </a:lnTo>
                  <a:lnTo>
                    <a:pt x="2376539" y="2321195"/>
                  </a:lnTo>
                  <a:lnTo>
                    <a:pt x="2377335" y="2321393"/>
                  </a:lnTo>
                  <a:lnTo>
                    <a:pt x="2378151" y="2321555"/>
                  </a:lnTo>
                  <a:lnTo>
                    <a:pt x="2378987" y="2321680"/>
                  </a:lnTo>
                  <a:lnTo>
                    <a:pt x="2379843" y="2321770"/>
                  </a:lnTo>
                  <a:lnTo>
                    <a:pt x="2380718" y="2321824"/>
                  </a:lnTo>
                  <a:lnTo>
                    <a:pt x="2381614" y="2321842"/>
                  </a:lnTo>
                  <a:lnTo>
                    <a:pt x="2382486" y="2321824"/>
                  </a:lnTo>
                  <a:lnTo>
                    <a:pt x="2383340" y="2321770"/>
                  </a:lnTo>
                  <a:lnTo>
                    <a:pt x="2384177" y="2321680"/>
                  </a:lnTo>
                  <a:lnTo>
                    <a:pt x="2384997" y="2321555"/>
                  </a:lnTo>
                  <a:lnTo>
                    <a:pt x="2385800" y="2321393"/>
                  </a:lnTo>
                  <a:lnTo>
                    <a:pt x="2386585" y="2321195"/>
                  </a:lnTo>
                  <a:lnTo>
                    <a:pt x="2387352" y="2320961"/>
                  </a:lnTo>
                  <a:lnTo>
                    <a:pt x="2388103" y="2320691"/>
                  </a:lnTo>
                  <a:lnTo>
                    <a:pt x="2388836" y="2320386"/>
                  </a:lnTo>
                  <a:lnTo>
                    <a:pt x="2389551" y="2320044"/>
                  </a:lnTo>
                  <a:lnTo>
                    <a:pt x="2390247" y="2319649"/>
                  </a:lnTo>
                  <a:lnTo>
                    <a:pt x="2390920" y="2319208"/>
                  </a:lnTo>
                  <a:lnTo>
                    <a:pt x="2391572" y="2318721"/>
                  </a:lnTo>
                  <a:lnTo>
                    <a:pt x="2392200" y="2318189"/>
                  </a:lnTo>
                  <a:lnTo>
                    <a:pt x="2392807" y="2317610"/>
                  </a:lnTo>
                  <a:lnTo>
                    <a:pt x="2393391" y="2316986"/>
                  </a:lnTo>
                  <a:lnTo>
                    <a:pt x="2393953" y="2316315"/>
                  </a:lnTo>
                  <a:lnTo>
                    <a:pt x="2394492" y="2315599"/>
                  </a:lnTo>
                  <a:lnTo>
                    <a:pt x="2395010" y="2314837"/>
                  </a:lnTo>
                  <a:lnTo>
                    <a:pt x="2395504" y="2314029"/>
                  </a:lnTo>
                  <a:lnTo>
                    <a:pt x="2395989" y="2313159"/>
                  </a:lnTo>
                  <a:lnTo>
                    <a:pt x="2396449" y="2312235"/>
                  </a:lnTo>
                  <a:lnTo>
                    <a:pt x="2396887" y="2311259"/>
                  </a:lnTo>
                  <a:lnTo>
                    <a:pt x="2397300" y="2310229"/>
                  </a:lnTo>
                  <a:lnTo>
                    <a:pt x="2397690" y="2309145"/>
                  </a:lnTo>
                  <a:lnTo>
                    <a:pt x="2398057" y="2308009"/>
                  </a:lnTo>
                  <a:lnTo>
                    <a:pt x="2398400" y="2306819"/>
                  </a:lnTo>
                  <a:lnTo>
                    <a:pt x="2398719" y="2305575"/>
                  </a:lnTo>
                  <a:lnTo>
                    <a:pt x="2399015" y="2304279"/>
                  </a:lnTo>
                  <a:lnTo>
                    <a:pt x="2399287" y="2302929"/>
                  </a:lnTo>
                  <a:lnTo>
                    <a:pt x="2399546" y="2301520"/>
                  </a:lnTo>
                  <a:lnTo>
                    <a:pt x="2399778" y="2300049"/>
                  </a:lnTo>
                  <a:lnTo>
                    <a:pt x="2399983" y="2298514"/>
                  </a:lnTo>
                  <a:lnTo>
                    <a:pt x="2400160" y="2296916"/>
                  </a:lnTo>
                  <a:lnTo>
                    <a:pt x="2400310" y="2295255"/>
                  </a:lnTo>
                  <a:lnTo>
                    <a:pt x="2400433" y="2293530"/>
                  </a:lnTo>
                  <a:lnTo>
                    <a:pt x="2400529" y="2291742"/>
                  </a:lnTo>
                  <a:lnTo>
                    <a:pt x="2400597" y="2289891"/>
                  </a:lnTo>
                  <a:lnTo>
                    <a:pt x="2400638" y="2287977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7" name="ph46"/>
            <p:cNvSpPr/>
            <p:nvPr/>
          </p:nvSpPr>
          <p:spPr>
            <a:xfrm>
              <a:off x="3965748" y="2218678"/>
              <a:ext cx="2469856" cy="2286000"/>
            </a:xfrm>
            <a:custGeom>
              <a:avLst/>
              <a:gdLst/>
              <a:ahLst/>
              <a:cxnLst/>
              <a:rect l="0" t="0" r="0" b="0"/>
              <a:pathLst>
                <a:path w="2469856" h="2286000">
                  <a:moveTo>
                    <a:pt x="2412000" y="2286000"/>
                  </a:moveTo>
                  <a:lnTo>
                    <a:pt x="2412000" y="2278124"/>
                  </a:lnTo>
                  <a:lnTo>
                    <a:pt x="2412646" y="2276690"/>
                  </a:lnTo>
                  <a:lnTo>
                    <a:pt x="2413319" y="2275291"/>
                  </a:lnTo>
                  <a:lnTo>
                    <a:pt x="2414020" y="2273927"/>
                  </a:lnTo>
                  <a:lnTo>
                    <a:pt x="2414748" y="2272598"/>
                  </a:lnTo>
                  <a:lnTo>
                    <a:pt x="2415503" y="2271303"/>
                  </a:lnTo>
                  <a:lnTo>
                    <a:pt x="2416286" y="2270043"/>
                  </a:lnTo>
                  <a:lnTo>
                    <a:pt x="2417096" y="2268817"/>
                  </a:lnTo>
                  <a:lnTo>
                    <a:pt x="2417933" y="2267627"/>
                  </a:lnTo>
                  <a:lnTo>
                    <a:pt x="2418797" y="2266471"/>
                  </a:lnTo>
                  <a:lnTo>
                    <a:pt x="2419689" y="2265350"/>
                  </a:lnTo>
                  <a:lnTo>
                    <a:pt x="2420611" y="2264245"/>
                  </a:lnTo>
                  <a:lnTo>
                    <a:pt x="2421542" y="2263162"/>
                  </a:lnTo>
                  <a:lnTo>
                    <a:pt x="2422481" y="2262101"/>
                  </a:lnTo>
                  <a:lnTo>
                    <a:pt x="2423430" y="2261063"/>
                  </a:lnTo>
                  <a:lnTo>
                    <a:pt x="2424386" y="2260048"/>
                  </a:lnTo>
                  <a:lnTo>
                    <a:pt x="2425352" y="2259054"/>
                  </a:lnTo>
                  <a:lnTo>
                    <a:pt x="2426326" y="2258083"/>
                  </a:lnTo>
                  <a:lnTo>
                    <a:pt x="2427309" y="2257134"/>
                  </a:lnTo>
                  <a:lnTo>
                    <a:pt x="2428301" y="2256208"/>
                  </a:lnTo>
                  <a:lnTo>
                    <a:pt x="2429301" y="2255304"/>
                  </a:lnTo>
                  <a:lnTo>
                    <a:pt x="2430304" y="2254405"/>
                  </a:lnTo>
                  <a:lnTo>
                    <a:pt x="2431305" y="2253520"/>
                  </a:lnTo>
                  <a:lnTo>
                    <a:pt x="2432303" y="2252649"/>
                  </a:lnTo>
                  <a:lnTo>
                    <a:pt x="2433299" y="2251791"/>
                  </a:lnTo>
                  <a:lnTo>
                    <a:pt x="2434293" y="2250947"/>
                  </a:lnTo>
                  <a:lnTo>
                    <a:pt x="2435284" y="2250117"/>
                  </a:lnTo>
                  <a:lnTo>
                    <a:pt x="2436272" y="2249300"/>
                  </a:lnTo>
                  <a:lnTo>
                    <a:pt x="2437258" y="2248497"/>
                  </a:lnTo>
                  <a:lnTo>
                    <a:pt x="2438242" y="2247708"/>
                  </a:lnTo>
                  <a:lnTo>
                    <a:pt x="2439223" y="2246932"/>
                  </a:lnTo>
                  <a:lnTo>
                    <a:pt x="2440205" y="2246163"/>
                  </a:lnTo>
                  <a:lnTo>
                    <a:pt x="2441167" y="2245394"/>
                  </a:lnTo>
                  <a:lnTo>
                    <a:pt x="2442110" y="2244625"/>
                  </a:lnTo>
                  <a:lnTo>
                    <a:pt x="2443033" y="2243856"/>
                  </a:lnTo>
                  <a:lnTo>
                    <a:pt x="2443936" y="2243087"/>
                  </a:lnTo>
                  <a:lnTo>
                    <a:pt x="2444819" y="2242318"/>
                  </a:lnTo>
                  <a:lnTo>
                    <a:pt x="2445682" y="2241550"/>
                  </a:lnTo>
                  <a:lnTo>
                    <a:pt x="2446525" y="2240781"/>
                  </a:lnTo>
                  <a:lnTo>
                    <a:pt x="2447349" y="2240012"/>
                  </a:lnTo>
                  <a:lnTo>
                    <a:pt x="2448152" y="2239243"/>
                  </a:lnTo>
                  <a:lnTo>
                    <a:pt x="2448931" y="2238470"/>
                  </a:lnTo>
                  <a:lnTo>
                    <a:pt x="2449678" y="2237690"/>
                  </a:lnTo>
                  <a:lnTo>
                    <a:pt x="2450394" y="2236902"/>
                  </a:lnTo>
                  <a:lnTo>
                    <a:pt x="2451079" y="2236107"/>
                  </a:lnTo>
                  <a:lnTo>
                    <a:pt x="2451734" y="2235305"/>
                  </a:lnTo>
                  <a:lnTo>
                    <a:pt x="2452357" y="2234495"/>
                  </a:lnTo>
                  <a:lnTo>
                    <a:pt x="2452949" y="2233678"/>
                  </a:lnTo>
                  <a:lnTo>
                    <a:pt x="2453510" y="2232853"/>
                  </a:lnTo>
                  <a:lnTo>
                    <a:pt x="2454040" y="2232021"/>
                  </a:lnTo>
                  <a:lnTo>
                    <a:pt x="2454540" y="2231181"/>
                  </a:lnTo>
                  <a:lnTo>
                    <a:pt x="2455011" y="2230327"/>
                  </a:lnTo>
                  <a:lnTo>
                    <a:pt x="2455433" y="2229450"/>
                  </a:lnTo>
                  <a:lnTo>
                    <a:pt x="2455805" y="2228551"/>
                  </a:lnTo>
                  <a:lnTo>
                    <a:pt x="2456127" y="2227629"/>
                  </a:lnTo>
                  <a:lnTo>
                    <a:pt x="2456400" y="2226685"/>
                  </a:lnTo>
                  <a:lnTo>
                    <a:pt x="2456623" y="2225719"/>
                  </a:lnTo>
                  <a:lnTo>
                    <a:pt x="2456797" y="2224731"/>
                  </a:lnTo>
                  <a:lnTo>
                    <a:pt x="2456921" y="2223720"/>
                  </a:lnTo>
                  <a:lnTo>
                    <a:pt x="2456995" y="2222687"/>
                  </a:lnTo>
                  <a:lnTo>
                    <a:pt x="2457020" y="2221631"/>
                  </a:lnTo>
                  <a:lnTo>
                    <a:pt x="2457009" y="2220896"/>
                  </a:lnTo>
                  <a:lnTo>
                    <a:pt x="2456975" y="2220180"/>
                  </a:lnTo>
                  <a:lnTo>
                    <a:pt x="2456920" y="2219483"/>
                  </a:lnTo>
                  <a:lnTo>
                    <a:pt x="2456841" y="2218804"/>
                  </a:lnTo>
                  <a:lnTo>
                    <a:pt x="2456741" y="2218143"/>
                  </a:lnTo>
                  <a:lnTo>
                    <a:pt x="2456618" y="2217501"/>
                  </a:lnTo>
                  <a:lnTo>
                    <a:pt x="2456473" y="2216878"/>
                  </a:lnTo>
                  <a:lnTo>
                    <a:pt x="2456306" y="2216274"/>
                  </a:lnTo>
                  <a:lnTo>
                    <a:pt x="2456116" y="2215688"/>
                  </a:lnTo>
                  <a:lnTo>
                    <a:pt x="2455904" y="2215120"/>
                  </a:lnTo>
                  <a:lnTo>
                    <a:pt x="2455671" y="2214559"/>
                  </a:lnTo>
                  <a:lnTo>
                    <a:pt x="2455418" y="2214016"/>
                  </a:lnTo>
                  <a:lnTo>
                    <a:pt x="2455145" y="2213492"/>
                  </a:lnTo>
                  <a:lnTo>
                    <a:pt x="2454852" y="2212987"/>
                  </a:lnTo>
                  <a:lnTo>
                    <a:pt x="2454540" y="2212500"/>
                  </a:lnTo>
                  <a:lnTo>
                    <a:pt x="2454207" y="2212032"/>
                  </a:lnTo>
                  <a:lnTo>
                    <a:pt x="2453855" y="2211582"/>
                  </a:lnTo>
                  <a:lnTo>
                    <a:pt x="2453483" y="2211151"/>
                  </a:lnTo>
                  <a:lnTo>
                    <a:pt x="2453091" y="2210739"/>
                  </a:lnTo>
                  <a:lnTo>
                    <a:pt x="2452679" y="2210345"/>
                  </a:lnTo>
                  <a:lnTo>
                    <a:pt x="2452249" y="2209971"/>
                  </a:lnTo>
                  <a:lnTo>
                    <a:pt x="2451801" y="2209616"/>
                  </a:lnTo>
                  <a:lnTo>
                    <a:pt x="2451336" y="2209281"/>
                  </a:lnTo>
                  <a:lnTo>
                    <a:pt x="2450854" y="2208966"/>
                  </a:lnTo>
                  <a:lnTo>
                    <a:pt x="2450354" y="2208671"/>
                  </a:lnTo>
                  <a:lnTo>
                    <a:pt x="2449837" y="2208396"/>
                  </a:lnTo>
                  <a:lnTo>
                    <a:pt x="2449302" y="2208140"/>
                  </a:lnTo>
                  <a:lnTo>
                    <a:pt x="2448750" y="2207904"/>
                  </a:lnTo>
                  <a:lnTo>
                    <a:pt x="2448181" y="2207689"/>
                  </a:lnTo>
                  <a:lnTo>
                    <a:pt x="2447594" y="2207493"/>
                  </a:lnTo>
                  <a:lnTo>
                    <a:pt x="2447004" y="2207304"/>
                  </a:lnTo>
                  <a:lnTo>
                    <a:pt x="2446401" y="2207135"/>
                  </a:lnTo>
                  <a:lnTo>
                    <a:pt x="2445784" y="2206987"/>
                  </a:lnTo>
                  <a:lnTo>
                    <a:pt x="2445153" y="2206858"/>
                  </a:lnTo>
                  <a:lnTo>
                    <a:pt x="2444509" y="2206749"/>
                  </a:lnTo>
                  <a:lnTo>
                    <a:pt x="2443851" y="2206659"/>
                  </a:lnTo>
                  <a:lnTo>
                    <a:pt x="2443180" y="2206590"/>
                  </a:lnTo>
                  <a:lnTo>
                    <a:pt x="2442494" y="2206540"/>
                  </a:lnTo>
                  <a:lnTo>
                    <a:pt x="2441796" y="2206510"/>
                  </a:lnTo>
                  <a:lnTo>
                    <a:pt x="2441083" y="2206500"/>
                  </a:lnTo>
                  <a:lnTo>
                    <a:pt x="2440417" y="2206510"/>
                  </a:lnTo>
                  <a:lnTo>
                    <a:pt x="2439758" y="2206538"/>
                  </a:lnTo>
                  <a:lnTo>
                    <a:pt x="2439107" y="2206584"/>
                  </a:lnTo>
                  <a:lnTo>
                    <a:pt x="2438464" y="2206649"/>
                  </a:lnTo>
                  <a:lnTo>
                    <a:pt x="2437827" y="2206733"/>
                  </a:lnTo>
                  <a:lnTo>
                    <a:pt x="2437199" y="2206835"/>
                  </a:lnTo>
                  <a:lnTo>
                    <a:pt x="2436577" y="2206956"/>
                  </a:lnTo>
                  <a:lnTo>
                    <a:pt x="2435963" y="2207096"/>
                  </a:lnTo>
                  <a:lnTo>
                    <a:pt x="2435357" y="2207254"/>
                  </a:lnTo>
                  <a:lnTo>
                    <a:pt x="2434758" y="2207431"/>
                  </a:lnTo>
                  <a:lnTo>
                    <a:pt x="2434181" y="2207626"/>
                  </a:lnTo>
                  <a:lnTo>
                    <a:pt x="2433617" y="2207840"/>
                  </a:lnTo>
                  <a:lnTo>
                    <a:pt x="2433065" y="2208072"/>
                  </a:lnTo>
                  <a:lnTo>
                    <a:pt x="2432525" y="2208324"/>
                  </a:lnTo>
                  <a:lnTo>
                    <a:pt x="2431998" y="2208593"/>
                  </a:lnTo>
                  <a:lnTo>
                    <a:pt x="2431484" y="2208882"/>
                  </a:lnTo>
                  <a:lnTo>
                    <a:pt x="2430981" y="2209189"/>
                  </a:lnTo>
                  <a:lnTo>
                    <a:pt x="2430491" y="2209514"/>
                  </a:lnTo>
                  <a:lnTo>
                    <a:pt x="2430014" y="2209858"/>
                  </a:lnTo>
                  <a:lnTo>
                    <a:pt x="2429549" y="2210221"/>
                  </a:lnTo>
                  <a:lnTo>
                    <a:pt x="2429098" y="2210603"/>
                  </a:lnTo>
                  <a:lnTo>
                    <a:pt x="2428663" y="2211003"/>
                  </a:lnTo>
                  <a:lnTo>
                    <a:pt x="2428245" y="2211421"/>
                  </a:lnTo>
                  <a:lnTo>
                    <a:pt x="2427842" y="2211858"/>
                  </a:lnTo>
                  <a:lnTo>
                    <a:pt x="2427456" y="2212314"/>
                  </a:lnTo>
                  <a:lnTo>
                    <a:pt x="2427086" y="2212788"/>
                  </a:lnTo>
                  <a:lnTo>
                    <a:pt x="2426732" y="2213281"/>
                  </a:lnTo>
                  <a:lnTo>
                    <a:pt x="2426394" y="2213793"/>
                  </a:lnTo>
                  <a:lnTo>
                    <a:pt x="2426072" y="2214323"/>
                  </a:lnTo>
                  <a:lnTo>
                    <a:pt x="2425766" y="2214872"/>
                  </a:lnTo>
                  <a:lnTo>
                    <a:pt x="2425491" y="2215427"/>
                  </a:lnTo>
                  <a:lnTo>
                    <a:pt x="2425235" y="2216001"/>
                  </a:lnTo>
                  <a:lnTo>
                    <a:pt x="2425000" y="2216593"/>
                  </a:lnTo>
                  <a:lnTo>
                    <a:pt x="2424784" y="2217204"/>
                  </a:lnTo>
                  <a:lnTo>
                    <a:pt x="2424588" y="2217833"/>
                  </a:lnTo>
                  <a:lnTo>
                    <a:pt x="2424412" y="2218481"/>
                  </a:lnTo>
                  <a:lnTo>
                    <a:pt x="2424255" y="2219148"/>
                  </a:lnTo>
                  <a:lnTo>
                    <a:pt x="2424119" y="2219833"/>
                  </a:lnTo>
                  <a:lnTo>
                    <a:pt x="2424002" y="2220537"/>
                  </a:lnTo>
                  <a:lnTo>
                    <a:pt x="2423906" y="2221259"/>
                  </a:lnTo>
                  <a:lnTo>
                    <a:pt x="2412496" y="2220205"/>
                  </a:lnTo>
                  <a:lnTo>
                    <a:pt x="2412622" y="2219268"/>
                  </a:lnTo>
                  <a:lnTo>
                    <a:pt x="2412778" y="2218342"/>
                  </a:lnTo>
                  <a:lnTo>
                    <a:pt x="2412964" y="2217428"/>
                  </a:lnTo>
                  <a:lnTo>
                    <a:pt x="2413180" y="2216524"/>
                  </a:lnTo>
                  <a:lnTo>
                    <a:pt x="2413426" y="2215632"/>
                  </a:lnTo>
                  <a:lnTo>
                    <a:pt x="2413701" y="2214751"/>
                  </a:lnTo>
                  <a:lnTo>
                    <a:pt x="2414006" y="2213880"/>
                  </a:lnTo>
                  <a:lnTo>
                    <a:pt x="2414341" y="2213022"/>
                  </a:lnTo>
                  <a:lnTo>
                    <a:pt x="2414706" y="2212174"/>
                  </a:lnTo>
                  <a:lnTo>
                    <a:pt x="2415100" y="2211337"/>
                  </a:lnTo>
                  <a:lnTo>
                    <a:pt x="2415525" y="2210517"/>
                  </a:lnTo>
                  <a:lnTo>
                    <a:pt x="2415981" y="2209718"/>
                  </a:lnTo>
                  <a:lnTo>
                    <a:pt x="2416467" y="2208939"/>
                  </a:lnTo>
                  <a:lnTo>
                    <a:pt x="2416985" y="2208182"/>
                  </a:lnTo>
                  <a:lnTo>
                    <a:pt x="2417534" y="2207446"/>
                  </a:lnTo>
                  <a:lnTo>
                    <a:pt x="2418114" y="2206731"/>
                  </a:lnTo>
                  <a:lnTo>
                    <a:pt x="2418725" y="2206037"/>
                  </a:lnTo>
                  <a:lnTo>
                    <a:pt x="2419366" y="2205364"/>
                  </a:lnTo>
                  <a:lnTo>
                    <a:pt x="2420039" y="2204713"/>
                  </a:lnTo>
                  <a:lnTo>
                    <a:pt x="2420743" y="2204082"/>
                  </a:lnTo>
                  <a:lnTo>
                    <a:pt x="2421477" y="2203463"/>
                  </a:lnTo>
                  <a:lnTo>
                    <a:pt x="2422239" y="2202872"/>
                  </a:lnTo>
                  <a:lnTo>
                    <a:pt x="2423030" y="2202307"/>
                  </a:lnTo>
                  <a:lnTo>
                    <a:pt x="2423849" y="2201770"/>
                  </a:lnTo>
                  <a:lnTo>
                    <a:pt x="2424696" y="2201260"/>
                  </a:lnTo>
                  <a:lnTo>
                    <a:pt x="2425573" y="2200778"/>
                  </a:lnTo>
                  <a:lnTo>
                    <a:pt x="2426477" y="2200323"/>
                  </a:lnTo>
                  <a:lnTo>
                    <a:pt x="2427411" y="2199895"/>
                  </a:lnTo>
                  <a:lnTo>
                    <a:pt x="2428372" y="2199494"/>
                  </a:lnTo>
                  <a:lnTo>
                    <a:pt x="2429363" y="2199121"/>
                  </a:lnTo>
                  <a:lnTo>
                    <a:pt x="2430395" y="2198779"/>
                  </a:lnTo>
                  <a:lnTo>
                    <a:pt x="2431459" y="2198474"/>
                  </a:lnTo>
                  <a:lnTo>
                    <a:pt x="2432553" y="2198204"/>
                  </a:lnTo>
                  <a:lnTo>
                    <a:pt x="2433679" y="2197970"/>
                  </a:lnTo>
                  <a:lnTo>
                    <a:pt x="2434835" y="2197772"/>
                  </a:lnTo>
                  <a:lnTo>
                    <a:pt x="2436023" y="2197610"/>
                  </a:lnTo>
                  <a:lnTo>
                    <a:pt x="2437241" y="2197485"/>
                  </a:lnTo>
                  <a:lnTo>
                    <a:pt x="2438491" y="2197395"/>
                  </a:lnTo>
                  <a:lnTo>
                    <a:pt x="2439771" y="2197341"/>
                  </a:lnTo>
                  <a:lnTo>
                    <a:pt x="2441083" y="2197323"/>
                  </a:lnTo>
                  <a:lnTo>
                    <a:pt x="2442371" y="2197338"/>
                  </a:lnTo>
                  <a:lnTo>
                    <a:pt x="2443630" y="2197385"/>
                  </a:lnTo>
                  <a:lnTo>
                    <a:pt x="2444861" y="2197462"/>
                  </a:lnTo>
                  <a:lnTo>
                    <a:pt x="2446064" y="2197571"/>
                  </a:lnTo>
                  <a:lnTo>
                    <a:pt x="2447238" y="2197710"/>
                  </a:lnTo>
                  <a:lnTo>
                    <a:pt x="2448383" y="2197881"/>
                  </a:lnTo>
                  <a:lnTo>
                    <a:pt x="2449500" y="2198082"/>
                  </a:lnTo>
                  <a:lnTo>
                    <a:pt x="2450588" y="2198315"/>
                  </a:lnTo>
                  <a:lnTo>
                    <a:pt x="2451648" y="2198578"/>
                  </a:lnTo>
                  <a:lnTo>
                    <a:pt x="2452679" y="2198873"/>
                  </a:lnTo>
                  <a:lnTo>
                    <a:pt x="2453680" y="2199198"/>
                  </a:lnTo>
                  <a:lnTo>
                    <a:pt x="2454649" y="2199553"/>
                  </a:lnTo>
                  <a:lnTo>
                    <a:pt x="2455585" y="2199937"/>
                  </a:lnTo>
                  <a:lnTo>
                    <a:pt x="2456489" y="2200351"/>
                  </a:lnTo>
                  <a:lnTo>
                    <a:pt x="2457361" y="2200795"/>
                  </a:lnTo>
                  <a:lnTo>
                    <a:pt x="2458201" y="2201269"/>
                  </a:lnTo>
                  <a:lnTo>
                    <a:pt x="2459008" y="2201773"/>
                  </a:lnTo>
                  <a:lnTo>
                    <a:pt x="2459783" y="2202306"/>
                  </a:lnTo>
                  <a:lnTo>
                    <a:pt x="2460526" y="2202869"/>
                  </a:lnTo>
                  <a:lnTo>
                    <a:pt x="2461237" y="2203462"/>
                  </a:lnTo>
                  <a:lnTo>
                    <a:pt x="2461927" y="2204084"/>
                  </a:lnTo>
                  <a:lnTo>
                    <a:pt x="2462584" y="2204734"/>
                  </a:lnTo>
                  <a:lnTo>
                    <a:pt x="2463207" y="2205413"/>
                  </a:lnTo>
                  <a:lnTo>
                    <a:pt x="2463797" y="2206121"/>
                  </a:lnTo>
                  <a:lnTo>
                    <a:pt x="2464353" y="2206857"/>
                  </a:lnTo>
                  <a:lnTo>
                    <a:pt x="2464876" y="2207622"/>
                  </a:lnTo>
                  <a:lnTo>
                    <a:pt x="2465365" y="2208415"/>
                  </a:lnTo>
                  <a:lnTo>
                    <a:pt x="2465821" y="2209236"/>
                  </a:lnTo>
                  <a:lnTo>
                    <a:pt x="2466243" y="2210087"/>
                  </a:lnTo>
                  <a:lnTo>
                    <a:pt x="2466632" y="2210965"/>
                  </a:lnTo>
                  <a:lnTo>
                    <a:pt x="2466985" y="2211872"/>
                  </a:lnTo>
                  <a:lnTo>
                    <a:pt x="2467302" y="2212806"/>
                  </a:lnTo>
                  <a:lnTo>
                    <a:pt x="2467581" y="2213767"/>
                  </a:lnTo>
                  <a:lnTo>
                    <a:pt x="2467822" y="2214755"/>
                  </a:lnTo>
                  <a:lnTo>
                    <a:pt x="2468027" y="2215771"/>
                  </a:lnTo>
                  <a:lnTo>
                    <a:pt x="2468195" y="2216814"/>
                  </a:lnTo>
                  <a:lnTo>
                    <a:pt x="2468325" y="2217885"/>
                  </a:lnTo>
                  <a:lnTo>
                    <a:pt x="2468418" y="2218982"/>
                  </a:lnTo>
                  <a:lnTo>
                    <a:pt x="2468474" y="2220107"/>
                  </a:lnTo>
                  <a:lnTo>
                    <a:pt x="2468492" y="2221259"/>
                  </a:lnTo>
                  <a:lnTo>
                    <a:pt x="2468476" y="2222135"/>
                  </a:lnTo>
                  <a:lnTo>
                    <a:pt x="2468428" y="2223003"/>
                  </a:lnTo>
                  <a:lnTo>
                    <a:pt x="2468347" y="2223862"/>
                  </a:lnTo>
                  <a:lnTo>
                    <a:pt x="2468234" y="2224712"/>
                  </a:lnTo>
                  <a:lnTo>
                    <a:pt x="2468089" y="2225554"/>
                  </a:lnTo>
                  <a:lnTo>
                    <a:pt x="2467912" y="2226386"/>
                  </a:lnTo>
                  <a:lnTo>
                    <a:pt x="2467702" y="2227211"/>
                  </a:lnTo>
                  <a:lnTo>
                    <a:pt x="2467460" y="2228026"/>
                  </a:lnTo>
                  <a:lnTo>
                    <a:pt x="2467186" y="2228833"/>
                  </a:lnTo>
                  <a:lnTo>
                    <a:pt x="2466880" y="2229631"/>
                  </a:lnTo>
                  <a:lnTo>
                    <a:pt x="2466559" y="2230421"/>
                  </a:lnTo>
                  <a:lnTo>
                    <a:pt x="2466215" y="2231203"/>
                  </a:lnTo>
                  <a:lnTo>
                    <a:pt x="2465849" y="2231979"/>
                  </a:lnTo>
                  <a:lnTo>
                    <a:pt x="2465461" y="2232746"/>
                  </a:lnTo>
                  <a:lnTo>
                    <a:pt x="2465051" y="2233507"/>
                  </a:lnTo>
                  <a:lnTo>
                    <a:pt x="2464618" y="2234259"/>
                  </a:lnTo>
                  <a:lnTo>
                    <a:pt x="2464163" y="2235005"/>
                  </a:lnTo>
                  <a:lnTo>
                    <a:pt x="2463685" y="2235743"/>
                  </a:lnTo>
                  <a:lnTo>
                    <a:pt x="2463185" y="2236473"/>
                  </a:lnTo>
                  <a:lnTo>
                    <a:pt x="2462663" y="2237196"/>
                  </a:lnTo>
                  <a:lnTo>
                    <a:pt x="2462133" y="2237913"/>
                  </a:lnTo>
                  <a:lnTo>
                    <a:pt x="2461587" y="2238625"/>
                  </a:lnTo>
                  <a:lnTo>
                    <a:pt x="2461022" y="2239332"/>
                  </a:lnTo>
                  <a:lnTo>
                    <a:pt x="2460441" y="2240034"/>
                  </a:lnTo>
                  <a:lnTo>
                    <a:pt x="2459842" y="2240731"/>
                  </a:lnTo>
                  <a:lnTo>
                    <a:pt x="2459225" y="2241423"/>
                  </a:lnTo>
                  <a:lnTo>
                    <a:pt x="2458591" y="2242110"/>
                  </a:lnTo>
                  <a:lnTo>
                    <a:pt x="2457940" y="2242792"/>
                  </a:lnTo>
                  <a:lnTo>
                    <a:pt x="2457272" y="2243469"/>
                  </a:lnTo>
                  <a:lnTo>
                    <a:pt x="2456586" y="2244142"/>
                  </a:lnTo>
                  <a:lnTo>
                    <a:pt x="2455888" y="2244810"/>
                  </a:lnTo>
                  <a:lnTo>
                    <a:pt x="2455184" y="2245476"/>
                  </a:lnTo>
                  <a:lnTo>
                    <a:pt x="2454474" y="2246140"/>
                  </a:lnTo>
                  <a:lnTo>
                    <a:pt x="2453758" y="2246801"/>
                  </a:lnTo>
                  <a:lnTo>
                    <a:pt x="2453036" y="2247459"/>
                  </a:lnTo>
                  <a:lnTo>
                    <a:pt x="2452307" y="2248115"/>
                  </a:lnTo>
                  <a:lnTo>
                    <a:pt x="2451572" y="2248769"/>
                  </a:lnTo>
                  <a:lnTo>
                    <a:pt x="2450831" y="2249420"/>
                  </a:lnTo>
                  <a:lnTo>
                    <a:pt x="2450084" y="2250069"/>
                  </a:lnTo>
                  <a:lnTo>
                    <a:pt x="2449331" y="2250715"/>
                  </a:lnTo>
                  <a:lnTo>
                    <a:pt x="2448573" y="2251347"/>
                  </a:lnTo>
                  <a:lnTo>
                    <a:pt x="2447815" y="2251980"/>
                  </a:lnTo>
                  <a:lnTo>
                    <a:pt x="2447055" y="2252612"/>
                  </a:lnTo>
                  <a:lnTo>
                    <a:pt x="2446294" y="2253245"/>
                  </a:lnTo>
                  <a:lnTo>
                    <a:pt x="2445532" y="2253877"/>
                  </a:lnTo>
                  <a:lnTo>
                    <a:pt x="2444769" y="2254510"/>
                  </a:lnTo>
                  <a:lnTo>
                    <a:pt x="2444004" y="2255142"/>
                  </a:lnTo>
                  <a:lnTo>
                    <a:pt x="2443239" y="2255775"/>
                  </a:lnTo>
                  <a:lnTo>
                    <a:pt x="2442471" y="2256408"/>
                  </a:lnTo>
                  <a:lnTo>
                    <a:pt x="2441703" y="2257040"/>
                  </a:lnTo>
                  <a:lnTo>
                    <a:pt x="2440939" y="2257661"/>
                  </a:lnTo>
                  <a:lnTo>
                    <a:pt x="2440183" y="2258283"/>
                  </a:lnTo>
                  <a:lnTo>
                    <a:pt x="2439435" y="2258906"/>
                  </a:lnTo>
                  <a:lnTo>
                    <a:pt x="2438697" y="2259530"/>
                  </a:lnTo>
                  <a:lnTo>
                    <a:pt x="2437967" y="2260156"/>
                  </a:lnTo>
                  <a:lnTo>
                    <a:pt x="2437246" y="2260783"/>
                  </a:lnTo>
                  <a:lnTo>
                    <a:pt x="2436533" y="2261411"/>
                  </a:lnTo>
                  <a:lnTo>
                    <a:pt x="2435829" y="2262041"/>
                  </a:lnTo>
                  <a:lnTo>
                    <a:pt x="2435134" y="2262671"/>
                  </a:lnTo>
                  <a:lnTo>
                    <a:pt x="2434448" y="2263303"/>
                  </a:lnTo>
                  <a:lnTo>
                    <a:pt x="2433785" y="2263937"/>
                  </a:lnTo>
                  <a:lnTo>
                    <a:pt x="2433136" y="2264573"/>
                  </a:lnTo>
                  <a:lnTo>
                    <a:pt x="2432500" y="2265212"/>
                  </a:lnTo>
                  <a:lnTo>
                    <a:pt x="2431878" y="2265853"/>
                  </a:lnTo>
                  <a:lnTo>
                    <a:pt x="2431270" y="2266497"/>
                  </a:lnTo>
                  <a:lnTo>
                    <a:pt x="2430675" y="2267143"/>
                  </a:lnTo>
                  <a:lnTo>
                    <a:pt x="2430094" y="2267792"/>
                  </a:lnTo>
                  <a:lnTo>
                    <a:pt x="2429526" y="2268443"/>
                  </a:lnTo>
                  <a:lnTo>
                    <a:pt x="2428973" y="2269096"/>
                  </a:lnTo>
                  <a:lnTo>
                    <a:pt x="2428433" y="2269752"/>
                  </a:lnTo>
                  <a:lnTo>
                    <a:pt x="2427911" y="2270400"/>
                  </a:lnTo>
                  <a:lnTo>
                    <a:pt x="2427413" y="2271055"/>
                  </a:lnTo>
                  <a:lnTo>
                    <a:pt x="2426939" y="2271715"/>
                  </a:lnTo>
                  <a:lnTo>
                    <a:pt x="2426488" y="2272382"/>
                  </a:lnTo>
                  <a:lnTo>
                    <a:pt x="2426061" y="2273055"/>
                  </a:lnTo>
                  <a:lnTo>
                    <a:pt x="2425657" y="2273734"/>
                  </a:lnTo>
                  <a:lnTo>
                    <a:pt x="2425277" y="2274419"/>
                  </a:lnTo>
                  <a:lnTo>
                    <a:pt x="2424920" y="2275110"/>
                  </a:lnTo>
                  <a:lnTo>
                    <a:pt x="2424587" y="2275808"/>
                  </a:lnTo>
                  <a:lnTo>
                    <a:pt x="2424278" y="2276512"/>
                  </a:lnTo>
                  <a:lnTo>
                    <a:pt x="2469856" y="2276512"/>
                  </a:lnTo>
                  <a:lnTo>
                    <a:pt x="2469856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8" name="ph47"/>
            <p:cNvSpPr/>
            <p:nvPr/>
          </p:nvSpPr>
          <p:spPr>
            <a:xfrm>
              <a:off x="4095290" y="2190215"/>
              <a:ext cx="2412000" cy="2315703"/>
            </a:xfrm>
            <a:custGeom>
              <a:avLst/>
              <a:gdLst/>
              <a:ahLst/>
              <a:cxnLst/>
              <a:rect l="0" t="0" r="0" b="0"/>
              <a:pathLst>
                <a:path w="2412000" h="2315703">
                  <a:moveTo>
                    <a:pt x="2412000" y="2286000"/>
                  </a:moveTo>
                  <a:lnTo>
                    <a:pt x="2411980" y="2287303"/>
                  </a:lnTo>
                  <a:lnTo>
                    <a:pt x="2411920" y="2288584"/>
                  </a:lnTo>
                  <a:lnTo>
                    <a:pt x="2411821" y="2289843"/>
                  </a:lnTo>
                  <a:lnTo>
                    <a:pt x="2411682" y="2291080"/>
                  </a:lnTo>
                  <a:lnTo>
                    <a:pt x="2411503" y="2292294"/>
                  </a:lnTo>
                  <a:lnTo>
                    <a:pt x="2411285" y="2293486"/>
                  </a:lnTo>
                  <a:lnTo>
                    <a:pt x="2411027" y="2294655"/>
                  </a:lnTo>
                  <a:lnTo>
                    <a:pt x="2410730" y="2295802"/>
                  </a:lnTo>
                  <a:lnTo>
                    <a:pt x="2410392" y="2296927"/>
                  </a:lnTo>
                  <a:lnTo>
                    <a:pt x="2410015" y="2298030"/>
                  </a:lnTo>
                  <a:lnTo>
                    <a:pt x="2409599" y="2299106"/>
                  </a:lnTo>
                  <a:lnTo>
                    <a:pt x="2409144" y="2300153"/>
                  </a:lnTo>
                  <a:lnTo>
                    <a:pt x="2408651" y="2301170"/>
                  </a:lnTo>
                  <a:lnTo>
                    <a:pt x="2408120" y="2302157"/>
                  </a:lnTo>
                  <a:lnTo>
                    <a:pt x="2407550" y="2303115"/>
                  </a:lnTo>
                  <a:lnTo>
                    <a:pt x="2406942" y="2304042"/>
                  </a:lnTo>
                  <a:lnTo>
                    <a:pt x="2406295" y="2304940"/>
                  </a:lnTo>
                  <a:lnTo>
                    <a:pt x="2405610" y="2305809"/>
                  </a:lnTo>
                  <a:lnTo>
                    <a:pt x="2404886" y="2306647"/>
                  </a:lnTo>
                  <a:lnTo>
                    <a:pt x="2404124" y="2307456"/>
                  </a:lnTo>
                  <a:lnTo>
                    <a:pt x="2403323" y="2308220"/>
                  </a:lnTo>
                  <a:lnTo>
                    <a:pt x="2402484" y="2308949"/>
                  </a:lnTo>
                  <a:lnTo>
                    <a:pt x="2401607" y="2309643"/>
                  </a:lnTo>
                  <a:lnTo>
                    <a:pt x="2400691" y="2310303"/>
                  </a:lnTo>
                  <a:lnTo>
                    <a:pt x="2399737" y="2310928"/>
                  </a:lnTo>
                  <a:lnTo>
                    <a:pt x="2398744" y="2311519"/>
                  </a:lnTo>
                  <a:lnTo>
                    <a:pt x="2397713" y="2312074"/>
                  </a:lnTo>
                  <a:lnTo>
                    <a:pt x="2396643" y="2312595"/>
                  </a:lnTo>
                  <a:lnTo>
                    <a:pt x="2395535" y="2313081"/>
                  </a:lnTo>
                  <a:lnTo>
                    <a:pt x="2394388" y="2313533"/>
                  </a:lnTo>
                  <a:lnTo>
                    <a:pt x="2393216" y="2313945"/>
                  </a:lnTo>
                  <a:lnTo>
                    <a:pt x="2392007" y="2314314"/>
                  </a:lnTo>
                  <a:lnTo>
                    <a:pt x="2390760" y="2314640"/>
                  </a:lnTo>
                  <a:lnTo>
                    <a:pt x="2389477" y="2314922"/>
                  </a:lnTo>
                  <a:lnTo>
                    <a:pt x="2388156" y="2315161"/>
                  </a:lnTo>
                  <a:lnTo>
                    <a:pt x="2386798" y="2315356"/>
                  </a:lnTo>
                  <a:lnTo>
                    <a:pt x="2385403" y="2315508"/>
                  </a:lnTo>
                  <a:lnTo>
                    <a:pt x="2383970" y="2315616"/>
                  </a:lnTo>
                  <a:lnTo>
                    <a:pt x="2382501" y="2315681"/>
                  </a:lnTo>
                  <a:lnTo>
                    <a:pt x="2380994" y="2315703"/>
                  </a:lnTo>
                  <a:lnTo>
                    <a:pt x="2379634" y="2315687"/>
                  </a:lnTo>
                  <a:lnTo>
                    <a:pt x="2378310" y="2315639"/>
                  </a:lnTo>
                  <a:lnTo>
                    <a:pt x="2377020" y="2315558"/>
                  </a:lnTo>
                  <a:lnTo>
                    <a:pt x="2375765" y="2315445"/>
                  </a:lnTo>
                  <a:lnTo>
                    <a:pt x="2374544" y="2315300"/>
                  </a:lnTo>
                  <a:lnTo>
                    <a:pt x="2373359" y="2315123"/>
                  </a:lnTo>
                  <a:lnTo>
                    <a:pt x="2372208" y="2314913"/>
                  </a:lnTo>
                  <a:lnTo>
                    <a:pt x="2371092" y="2314671"/>
                  </a:lnTo>
                  <a:lnTo>
                    <a:pt x="2370010" y="2314397"/>
                  </a:lnTo>
                  <a:lnTo>
                    <a:pt x="2368963" y="2314091"/>
                  </a:lnTo>
                  <a:lnTo>
                    <a:pt x="2367962" y="2313757"/>
                  </a:lnTo>
                  <a:lnTo>
                    <a:pt x="2366991" y="2313399"/>
                  </a:lnTo>
                  <a:lnTo>
                    <a:pt x="2366052" y="2313017"/>
                  </a:lnTo>
                  <a:lnTo>
                    <a:pt x="2365143" y="2312612"/>
                  </a:lnTo>
                  <a:lnTo>
                    <a:pt x="2364266" y="2312184"/>
                  </a:lnTo>
                  <a:lnTo>
                    <a:pt x="2363420" y="2311732"/>
                  </a:lnTo>
                  <a:lnTo>
                    <a:pt x="2362604" y="2311256"/>
                  </a:lnTo>
                  <a:lnTo>
                    <a:pt x="2361820" y="2310757"/>
                  </a:lnTo>
                  <a:lnTo>
                    <a:pt x="2361066" y="2310234"/>
                  </a:lnTo>
                  <a:lnTo>
                    <a:pt x="2360344" y="2309688"/>
                  </a:lnTo>
                  <a:lnTo>
                    <a:pt x="2359651" y="2309108"/>
                  </a:lnTo>
                  <a:lnTo>
                    <a:pt x="2358987" y="2308510"/>
                  </a:lnTo>
                  <a:lnTo>
                    <a:pt x="2358351" y="2307893"/>
                  </a:lnTo>
                  <a:lnTo>
                    <a:pt x="2357744" y="2307257"/>
                  </a:lnTo>
                  <a:lnTo>
                    <a:pt x="2357166" y="2306603"/>
                  </a:lnTo>
                  <a:lnTo>
                    <a:pt x="2356616" y="2305930"/>
                  </a:lnTo>
                  <a:lnTo>
                    <a:pt x="2356094" y="2305239"/>
                  </a:lnTo>
                  <a:lnTo>
                    <a:pt x="2355601" y="2304529"/>
                  </a:lnTo>
                  <a:lnTo>
                    <a:pt x="2355137" y="2303800"/>
                  </a:lnTo>
                  <a:lnTo>
                    <a:pt x="2354701" y="2303053"/>
                  </a:lnTo>
                  <a:lnTo>
                    <a:pt x="2354303" y="2302291"/>
                  </a:lnTo>
                  <a:lnTo>
                    <a:pt x="2353929" y="2301517"/>
                  </a:lnTo>
                  <a:lnTo>
                    <a:pt x="2353579" y="2300733"/>
                  </a:lnTo>
                  <a:lnTo>
                    <a:pt x="2353252" y="2299937"/>
                  </a:lnTo>
                  <a:lnTo>
                    <a:pt x="2352949" y="2299130"/>
                  </a:lnTo>
                  <a:lnTo>
                    <a:pt x="2352669" y="2298313"/>
                  </a:lnTo>
                  <a:lnTo>
                    <a:pt x="2352413" y="2297483"/>
                  </a:lnTo>
                  <a:lnTo>
                    <a:pt x="2352181" y="2296643"/>
                  </a:lnTo>
                  <a:lnTo>
                    <a:pt x="2351972" y="2295792"/>
                  </a:lnTo>
                  <a:lnTo>
                    <a:pt x="2351786" y="2294929"/>
                  </a:lnTo>
                  <a:lnTo>
                    <a:pt x="2363072" y="2293627"/>
                  </a:lnTo>
                  <a:lnTo>
                    <a:pt x="2363214" y="2294122"/>
                  </a:lnTo>
                  <a:lnTo>
                    <a:pt x="2363367" y="2294614"/>
                  </a:lnTo>
                  <a:lnTo>
                    <a:pt x="2363532" y="2295104"/>
                  </a:lnTo>
                  <a:lnTo>
                    <a:pt x="2363707" y="2295591"/>
                  </a:lnTo>
                  <a:lnTo>
                    <a:pt x="2363894" y="2296076"/>
                  </a:lnTo>
                  <a:lnTo>
                    <a:pt x="2364092" y="2296559"/>
                  </a:lnTo>
                  <a:lnTo>
                    <a:pt x="2364301" y="2297039"/>
                  </a:lnTo>
                  <a:lnTo>
                    <a:pt x="2364521" y="2297516"/>
                  </a:lnTo>
                  <a:lnTo>
                    <a:pt x="2364752" y="2297991"/>
                  </a:lnTo>
                  <a:lnTo>
                    <a:pt x="2364995" y="2298464"/>
                  </a:lnTo>
                  <a:lnTo>
                    <a:pt x="2365251" y="2298918"/>
                  </a:lnTo>
                  <a:lnTo>
                    <a:pt x="2365525" y="2299364"/>
                  </a:lnTo>
                  <a:lnTo>
                    <a:pt x="2365817" y="2299801"/>
                  </a:lnTo>
                  <a:lnTo>
                    <a:pt x="2366126" y="2300230"/>
                  </a:lnTo>
                  <a:lnTo>
                    <a:pt x="2366452" y="2300650"/>
                  </a:lnTo>
                  <a:lnTo>
                    <a:pt x="2366795" y="2301061"/>
                  </a:lnTo>
                  <a:lnTo>
                    <a:pt x="2367156" y="2301463"/>
                  </a:lnTo>
                  <a:lnTo>
                    <a:pt x="2367535" y="2301857"/>
                  </a:lnTo>
                  <a:lnTo>
                    <a:pt x="2367930" y="2302242"/>
                  </a:lnTo>
                  <a:lnTo>
                    <a:pt x="2368343" y="2302619"/>
                  </a:lnTo>
                  <a:lnTo>
                    <a:pt x="2368787" y="2302971"/>
                  </a:lnTo>
                  <a:lnTo>
                    <a:pt x="2369249" y="2303311"/>
                  </a:lnTo>
                  <a:lnTo>
                    <a:pt x="2369729" y="2303636"/>
                  </a:lnTo>
                  <a:lnTo>
                    <a:pt x="2370228" y="2303948"/>
                  </a:lnTo>
                  <a:lnTo>
                    <a:pt x="2370746" y="2304246"/>
                  </a:lnTo>
                  <a:lnTo>
                    <a:pt x="2371283" y="2304531"/>
                  </a:lnTo>
                  <a:lnTo>
                    <a:pt x="2371838" y="2304802"/>
                  </a:lnTo>
                  <a:lnTo>
                    <a:pt x="2372411" y="2305059"/>
                  </a:lnTo>
                  <a:lnTo>
                    <a:pt x="2373003" y="2305303"/>
                  </a:lnTo>
                  <a:lnTo>
                    <a:pt x="2373614" y="2305533"/>
                  </a:lnTo>
                  <a:lnTo>
                    <a:pt x="2374260" y="2305733"/>
                  </a:lnTo>
                  <a:lnTo>
                    <a:pt x="2374931" y="2305913"/>
                  </a:lnTo>
                  <a:lnTo>
                    <a:pt x="2375629" y="2306071"/>
                  </a:lnTo>
                  <a:lnTo>
                    <a:pt x="2376353" y="2306208"/>
                  </a:lnTo>
                  <a:lnTo>
                    <a:pt x="2377102" y="2306324"/>
                  </a:lnTo>
                  <a:lnTo>
                    <a:pt x="2377878" y="2306419"/>
                  </a:lnTo>
                  <a:lnTo>
                    <a:pt x="2378680" y="2306493"/>
                  </a:lnTo>
                  <a:lnTo>
                    <a:pt x="2379508" y="2306545"/>
                  </a:lnTo>
                  <a:lnTo>
                    <a:pt x="2380362" y="2306577"/>
                  </a:lnTo>
                  <a:lnTo>
                    <a:pt x="2381242" y="2306587"/>
                  </a:lnTo>
                  <a:lnTo>
                    <a:pt x="2382102" y="2306574"/>
                  </a:lnTo>
                  <a:lnTo>
                    <a:pt x="2382946" y="2306535"/>
                  </a:lnTo>
                  <a:lnTo>
                    <a:pt x="2383774" y="2306470"/>
                  </a:lnTo>
                  <a:lnTo>
                    <a:pt x="2384585" y="2306379"/>
                  </a:lnTo>
                  <a:lnTo>
                    <a:pt x="2385381" y="2306262"/>
                  </a:lnTo>
                  <a:lnTo>
                    <a:pt x="2386160" y="2306119"/>
                  </a:lnTo>
                  <a:lnTo>
                    <a:pt x="2386924" y="2305949"/>
                  </a:lnTo>
                  <a:lnTo>
                    <a:pt x="2387671" y="2305754"/>
                  </a:lnTo>
                  <a:lnTo>
                    <a:pt x="2388402" y="2305533"/>
                  </a:lnTo>
                  <a:lnTo>
                    <a:pt x="2389117" y="2305285"/>
                  </a:lnTo>
                  <a:lnTo>
                    <a:pt x="2389814" y="2305000"/>
                  </a:lnTo>
                  <a:lnTo>
                    <a:pt x="2390489" y="2304690"/>
                  </a:lnTo>
                  <a:lnTo>
                    <a:pt x="2391143" y="2304355"/>
                  </a:lnTo>
                  <a:lnTo>
                    <a:pt x="2391776" y="2303995"/>
                  </a:lnTo>
                  <a:lnTo>
                    <a:pt x="2392388" y="2303611"/>
                  </a:lnTo>
                  <a:lnTo>
                    <a:pt x="2392979" y="2303202"/>
                  </a:lnTo>
                  <a:lnTo>
                    <a:pt x="2393549" y="2302767"/>
                  </a:lnTo>
                  <a:lnTo>
                    <a:pt x="2394098" y="2302309"/>
                  </a:lnTo>
                  <a:lnTo>
                    <a:pt x="2394626" y="2301825"/>
                  </a:lnTo>
                  <a:lnTo>
                    <a:pt x="2395132" y="2301316"/>
                  </a:lnTo>
                  <a:lnTo>
                    <a:pt x="2395629" y="2300784"/>
                  </a:lnTo>
                  <a:lnTo>
                    <a:pt x="2396102" y="2300227"/>
                  </a:lnTo>
                  <a:lnTo>
                    <a:pt x="2396552" y="2299648"/>
                  </a:lnTo>
                  <a:lnTo>
                    <a:pt x="2396978" y="2299044"/>
                  </a:lnTo>
                  <a:lnTo>
                    <a:pt x="2397380" y="2298417"/>
                  </a:lnTo>
                  <a:lnTo>
                    <a:pt x="2397759" y="2297767"/>
                  </a:lnTo>
                  <a:lnTo>
                    <a:pt x="2398114" y="2297093"/>
                  </a:lnTo>
                  <a:lnTo>
                    <a:pt x="2398446" y="2296395"/>
                  </a:lnTo>
                  <a:lnTo>
                    <a:pt x="2398754" y="2295674"/>
                  </a:lnTo>
                  <a:lnTo>
                    <a:pt x="2399039" y="2294929"/>
                  </a:lnTo>
                  <a:lnTo>
                    <a:pt x="2399298" y="2294161"/>
                  </a:lnTo>
                  <a:lnTo>
                    <a:pt x="2399530" y="2293371"/>
                  </a:lnTo>
                  <a:lnTo>
                    <a:pt x="2399735" y="2292559"/>
                  </a:lnTo>
                  <a:lnTo>
                    <a:pt x="2399912" y="2291724"/>
                  </a:lnTo>
                  <a:lnTo>
                    <a:pt x="2400062" y="2290867"/>
                  </a:lnTo>
                  <a:lnTo>
                    <a:pt x="2400185" y="2289988"/>
                  </a:lnTo>
                  <a:lnTo>
                    <a:pt x="2400281" y="2289086"/>
                  </a:lnTo>
                  <a:lnTo>
                    <a:pt x="2400349" y="2288162"/>
                  </a:lnTo>
                  <a:lnTo>
                    <a:pt x="2400390" y="2287216"/>
                  </a:lnTo>
                  <a:lnTo>
                    <a:pt x="2400403" y="2286248"/>
                  </a:lnTo>
                  <a:lnTo>
                    <a:pt x="2400390" y="2285448"/>
                  </a:lnTo>
                  <a:lnTo>
                    <a:pt x="2400351" y="2284663"/>
                  </a:lnTo>
                  <a:lnTo>
                    <a:pt x="2400286" y="2283890"/>
                  </a:lnTo>
                  <a:lnTo>
                    <a:pt x="2400195" y="2283132"/>
                  </a:lnTo>
                  <a:lnTo>
                    <a:pt x="2400078" y="2282387"/>
                  </a:lnTo>
                  <a:lnTo>
                    <a:pt x="2399935" y="2281656"/>
                  </a:lnTo>
                  <a:lnTo>
                    <a:pt x="2399765" y="2280939"/>
                  </a:lnTo>
                  <a:lnTo>
                    <a:pt x="2399570" y="2280235"/>
                  </a:lnTo>
                  <a:lnTo>
                    <a:pt x="2399348" y="2279545"/>
                  </a:lnTo>
                  <a:lnTo>
                    <a:pt x="2399101" y="2278868"/>
                  </a:lnTo>
                  <a:lnTo>
                    <a:pt x="2398829" y="2278196"/>
                  </a:lnTo>
                  <a:lnTo>
                    <a:pt x="2398536" y="2277544"/>
                  </a:lnTo>
                  <a:lnTo>
                    <a:pt x="2398219" y="2276911"/>
                  </a:lnTo>
                  <a:lnTo>
                    <a:pt x="2397881" y="2276298"/>
                  </a:lnTo>
                  <a:lnTo>
                    <a:pt x="2397520" y="2275706"/>
                  </a:lnTo>
                  <a:lnTo>
                    <a:pt x="2397137" y="2275133"/>
                  </a:lnTo>
                  <a:lnTo>
                    <a:pt x="2396731" y="2274579"/>
                  </a:lnTo>
                  <a:lnTo>
                    <a:pt x="2396303" y="2274046"/>
                  </a:lnTo>
                  <a:lnTo>
                    <a:pt x="2395853" y="2273533"/>
                  </a:lnTo>
                  <a:lnTo>
                    <a:pt x="2395380" y="2273039"/>
                  </a:lnTo>
                  <a:lnTo>
                    <a:pt x="2394886" y="2272554"/>
                  </a:lnTo>
                  <a:lnTo>
                    <a:pt x="2394368" y="2272092"/>
                  </a:lnTo>
                  <a:lnTo>
                    <a:pt x="2393829" y="2271651"/>
                  </a:lnTo>
                  <a:lnTo>
                    <a:pt x="2393267" y="2271233"/>
                  </a:lnTo>
                  <a:lnTo>
                    <a:pt x="2392683" y="2270838"/>
                  </a:lnTo>
                  <a:lnTo>
                    <a:pt x="2392076" y="2270464"/>
                  </a:lnTo>
                  <a:lnTo>
                    <a:pt x="2391448" y="2270113"/>
                  </a:lnTo>
                  <a:lnTo>
                    <a:pt x="2390796" y="2269785"/>
                  </a:lnTo>
                  <a:lnTo>
                    <a:pt x="2390123" y="2269478"/>
                  </a:lnTo>
                  <a:lnTo>
                    <a:pt x="2389427" y="2269194"/>
                  </a:lnTo>
                  <a:lnTo>
                    <a:pt x="2388723" y="2268935"/>
                  </a:lnTo>
                  <a:lnTo>
                    <a:pt x="2387998" y="2268703"/>
                  </a:lnTo>
                  <a:lnTo>
                    <a:pt x="2387254" y="2268499"/>
                  </a:lnTo>
                  <a:lnTo>
                    <a:pt x="2386490" y="2268321"/>
                  </a:lnTo>
                  <a:lnTo>
                    <a:pt x="2385707" y="2268171"/>
                  </a:lnTo>
                  <a:lnTo>
                    <a:pt x="2384903" y="2268048"/>
                  </a:lnTo>
                  <a:lnTo>
                    <a:pt x="2384079" y="2267953"/>
                  </a:lnTo>
                  <a:lnTo>
                    <a:pt x="2383236" y="2267885"/>
                  </a:lnTo>
                  <a:lnTo>
                    <a:pt x="2382373" y="2267844"/>
                  </a:lnTo>
                  <a:lnTo>
                    <a:pt x="2381490" y="2267830"/>
                  </a:lnTo>
                  <a:lnTo>
                    <a:pt x="2380936" y="2267835"/>
                  </a:lnTo>
                  <a:lnTo>
                    <a:pt x="2380391" y="2267850"/>
                  </a:lnTo>
                  <a:lnTo>
                    <a:pt x="2379854" y="2267875"/>
                  </a:lnTo>
                  <a:lnTo>
                    <a:pt x="2379327" y="2267909"/>
                  </a:lnTo>
                  <a:lnTo>
                    <a:pt x="2378808" y="2267954"/>
                  </a:lnTo>
                  <a:lnTo>
                    <a:pt x="2378297" y="2268009"/>
                  </a:lnTo>
                  <a:lnTo>
                    <a:pt x="2377796" y="2268073"/>
                  </a:lnTo>
                  <a:lnTo>
                    <a:pt x="2377303" y="2268148"/>
                  </a:lnTo>
                  <a:lnTo>
                    <a:pt x="2376818" y="2268232"/>
                  </a:lnTo>
                  <a:lnTo>
                    <a:pt x="2376343" y="2268326"/>
                  </a:lnTo>
                  <a:lnTo>
                    <a:pt x="2375875" y="2268429"/>
                  </a:lnTo>
                  <a:lnTo>
                    <a:pt x="2375413" y="2268539"/>
                  </a:lnTo>
                  <a:lnTo>
                    <a:pt x="2374957" y="2268657"/>
                  </a:lnTo>
                  <a:lnTo>
                    <a:pt x="2374507" y="2268783"/>
                  </a:lnTo>
                  <a:lnTo>
                    <a:pt x="2374064" y="2268915"/>
                  </a:lnTo>
                  <a:lnTo>
                    <a:pt x="2373627" y="2269055"/>
                  </a:lnTo>
                  <a:lnTo>
                    <a:pt x="2373196" y="2269203"/>
                  </a:lnTo>
                  <a:lnTo>
                    <a:pt x="2372771" y="2269358"/>
                  </a:lnTo>
                  <a:lnTo>
                    <a:pt x="2372352" y="2269521"/>
                  </a:lnTo>
                  <a:lnTo>
                    <a:pt x="2371940" y="2269690"/>
                  </a:lnTo>
                  <a:lnTo>
                    <a:pt x="2371546" y="2269867"/>
                  </a:lnTo>
                  <a:lnTo>
                    <a:pt x="2371159" y="2270050"/>
                  </a:lnTo>
                  <a:lnTo>
                    <a:pt x="2370777" y="2270239"/>
                  </a:lnTo>
                  <a:lnTo>
                    <a:pt x="2370402" y="2270435"/>
                  </a:lnTo>
                  <a:lnTo>
                    <a:pt x="2370033" y="2270636"/>
                  </a:lnTo>
                  <a:lnTo>
                    <a:pt x="2369670" y="2270844"/>
                  </a:lnTo>
                  <a:lnTo>
                    <a:pt x="2369314" y="2271058"/>
                  </a:lnTo>
                  <a:lnTo>
                    <a:pt x="2368963" y="2271278"/>
                  </a:lnTo>
                  <a:lnTo>
                    <a:pt x="2368619" y="2271504"/>
                  </a:lnTo>
                  <a:lnTo>
                    <a:pt x="2368281" y="2271737"/>
                  </a:lnTo>
                  <a:lnTo>
                    <a:pt x="2367961" y="2271961"/>
                  </a:lnTo>
                  <a:lnTo>
                    <a:pt x="2367644" y="2272188"/>
                  </a:lnTo>
                  <a:lnTo>
                    <a:pt x="2367331" y="2272418"/>
                  </a:lnTo>
                  <a:lnTo>
                    <a:pt x="2367021" y="2272650"/>
                  </a:lnTo>
                  <a:lnTo>
                    <a:pt x="2366715" y="2272884"/>
                  </a:lnTo>
                  <a:lnTo>
                    <a:pt x="2366413" y="2273121"/>
                  </a:lnTo>
                  <a:lnTo>
                    <a:pt x="2366115" y="2273360"/>
                  </a:lnTo>
                  <a:lnTo>
                    <a:pt x="2365821" y="2273602"/>
                  </a:lnTo>
                  <a:lnTo>
                    <a:pt x="2365530" y="2273846"/>
                  </a:lnTo>
                  <a:lnTo>
                    <a:pt x="2365243" y="2274093"/>
                  </a:lnTo>
                  <a:lnTo>
                    <a:pt x="2354329" y="2274093"/>
                  </a:lnTo>
                  <a:lnTo>
                    <a:pt x="2357243" y="2227088"/>
                  </a:lnTo>
                  <a:lnTo>
                    <a:pt x="2406915" y="2227088"/>
                  </a:lnTo>
                  <a:lnTo>
                    <a:pt x="2406915" y="2236576"/>
                  </a:lnTo>
                  <a:lnTo>
                    <a:pt x="2367413" y="2236576"/>
                  </a:lnTo>
                  <a:lnTo>
                    <a:pt x="2365739" y="2264295"/>
                  </a:lnTo>
                  <a:lnTo>
                    <a:pt x="2366349" y="2263843"/>
                  </a:lnTo>
                  <a:lnTo>
                    <a:pt x="2366989" y="2263405"/>
                  </a:lnTo>
                  <a:lnTo>
                    <a:pt x="2367659" y="2262980"/>
                  </a:lnTo>
                  <a:lnTo>
                    <a:pt x="2368358" y="2262569"/>
                  </a:lnTo>
                  <a:lnTo>
                    <a:pt x="2369087" y="2262171"/>
                  </a:lnTo>
                  <a:lnTo>
                    <a:pt x="2369846" y="2261788"/>
                  </a:lnTo>
                  <a:lnTo>
                    <a:pt x="2370635" y="2261417"/>
                  </a:lnTo>
                  <a:lnTo>
                    <a:pt x="2371454" y="2261061"/>
                  </a:lnTo>
                  <a:lnTo>
                    <a:pt x="2372302" y="2260718"/>
                  </a:lnTo>
                  <a:lnTo>
                    <a:pt x="2373180" y="2260389"/>
                  </a:lnTo>
                  <a:lnTo>
                    <a:pt x="2374090" y="2260071"/>
                  </a:lnTo>
                  <a:lnTo>
                    <a:pt x="2375033" y="2259786"/>
                  </a:lnTo>
                  <a:lnTo>
                    <a:pt x="2376010" y="2259535"/>
                  </a:lnTo>
                  <a:lnTo>
                    <a:pt x="2377020" y="2259317"/>
                  </a:lnTo>
                  <a:lnTo>
                    <a:pt x="2378064" y="2259133"/>
                  </a:lnTo>
                  <a:lnTo>
                    <a:pt x="2379141" y="2258982"/>
                  </a:lnTo>
                  <a:lnTo>
                    <a:pt x="2380251" y="2258865"/>
                  </a:lnTo>
                  <a:lnTo>
                    <a:pt x="2381395" y="2258781"/>
                  </a:lnTo>
                  <a:lnTo>
                    <a:pt x="2382573" y="2258731"/>
                  </a:lnTo>
                  <a:lnTo>
                    <a:pt x="2383784" y="2258714"/>
                  </a:lnTo>
                  <a:lnTo>
                    <a:pt x="2385073" y="2258734"/>
                  </a:lnTo>
                  <a:lnTo>
                    <a:pt x="2386337" y="2258794"/>
                  </a:lnTo>
                  <a:lnTo>
                    <a:pt x="2387574" y="2258893"/>
                  </a:lnTo>
                  <a:lnTo>
                    <a:pt x="2388785" y="2259032"/>
                  </a:lnTo>
                  <a:lnTo>
                    <a:pt x="2389970" y="2259210"/>
                  </a:lnTo>
                  <a:lnTo>
                    <a:pt x="2391129" y="2259429"/>
                  </a:lnTo>
                  <a:lnTo>
                    <a:pt x="2392262" y="2259687"/>
                  </a:lnTo>
                  <a:lnTo>
                    <a:pt x="2393369" y="2259984"/>
                  </a:lnTo>
                  <a:lnTo>
                    <a:pt x="2394450" y="2260322"/>
                  </a:lnTo>
                  <a:lnTo>
                    <a:pt x="2395504" y="2260699"/>
                  </a:lnTo>
                  <a:lnTo>
                    <a:pt x="2396531" y="2261112"/>
                  </a:lnTo>
                  <a:lnTo>
                    <a:pt x="2397526" y="2261559"/>
                  </a:lnTo>
                  <a:lnTo>
                    <a:pt x="2398490" y="2262040"/>
                  </a:lnTo>
                  <a:lnTo>
                    <a:pt x="2399424" y="2262554"/>
                  </a:lnTo>
                  <a:lnTo>
                    <a:pt x="2400326" y="2263102"/>
                  </a:lnTo>
                  <a:lnTo>
                    <a:pt x="2401197" y="2263683"/>
                  </a:lnTo>
                  <a:lnTo>
                    <a:pt x="2402037" y="2264297"/>
                  </a:lnTo>
                  <a:lnTo>
                    <a:pt x="2402847" y="2264945"/>
                  </a:lnTo>
                  <a:lnTo>
                    <a:pt x="2403625" y="2265627"/>
                  </a:lnTo>
                  <a:lnTo>
                    <a:pt x="2404372" y="2266342"/>
                  </a:lnTo>
                  <a:lnTo>
                    <a:pt x="2405087" y="2267075"/>
                  </a:lnTo>
                  <a:lnTo>
                    <a:pt x="2405769" y="2267838"/>
                  </a:lnTo>
                  <a:lnTo>
                    <a:pt x="2406417" y="2268628"/>
                  </a:lnTo>
                  <a:lnTo>
                    <a:pt x="2407031" y="2269447"/>
                  </a:lnTo>
                  <a:lnTo>
                    <a:pt x="2407612" y="2270295"/>
                  </a:lnTo>
                  <a:lnTo>
                    <a:pt x="2408160" y="2271171"/>
                  </a:lnTo>
                  <a:lnTo>
                    <a:pt x="2408674" y="2272076"/>
                  </a:lnTo>
                  <a:lnTo>
                    <a:pt x="2409154" y="2273009"/>
                  </a:lnTo>
                  <a:lnTo>
                    <a:pt x="2409602" y="2273971"/>
                  </a:lnTo>
                  <a:lnTo>
                    <a:pt x="2410015" y="2274961"/>
                  </a:lnTo>
                  <a:lnTo>
                    <a:pt x="2410392" y="2275976"/>
                  </a:lnTo>
                  <a:lnTo>
                    <a:pt x="2410730" y="2277010"/>
                  </a:lnTo>
                  <a:lnTo>
                    <a:pt x="2411027" y="2278064"/>
                  </a:lnTo>
                  <a:lnTo>
                    <a:pt x="2411285" y="2279139"/>
                  </a:lnTo>
                  <a:lnTo>
                    <a:pt x="2411503" y="2280232"/>
                  </a:lnTo>
                  <a:lnTo>
                    <a:pt x="2411682" y="2281346"/>
                  </a:lnTo>
                  <a:lnTo>
                    <a:pt x="2411821" y="2282480"/>
                  </a:lnTo>
                  <a:lnTo>
                    <a:pt x="2411920" y="2283633"/>
                  </a:lnTo>
                  <a:lnTo>
                    <a:pt x="2411980" y="2284806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" name="pl48"/>
            <p:cNvSpPr/>
            <p:nvPr/>
          </p:nvSpPr>
          <p:spPr>
            <a:xfrm>
              <a:off x="3795485" y="4802800"/>
              <a:ext cx="100800" cy="0"/>
            </a:xfrm>
            <a:custGeom>
              <a:avLst/>
              <a:gdLst/>
              <a:ahLst/>
              <a:cxnLst/>
              <a:rect l="0" t="0" r="0" b="0"/>
              <a:pathLst>
                <a:path w="100800">
                  <a:moveTo>
                    <a:pt x="0" y="0"/>
                  </a:moveTo>
                  <a:lnTo>
                    <a:pt x="100800" y="0"/>
                  </a:lnTo>
                </a:path>
              </a:pathLst>
            </a:custGeom>
            <a:ln w="23036" cap="flat">
              <a:solidFill>
                <a:srgbClr val="002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49"/>
            <p:cNvSpPr/>
            <p:nvPr/>
          </p:nvSpPr>
          <p:spPr>
            <a:xfrm>
              <a:off x="4632535" y="4802800"/>
              <a:ext cx="100799" cy="0"/>
            </a:xfrm>
            <a:custGeom>
              <a:avLst/>
              <a:gdLst/>
              <a:ahLst/>
              <a:cxnLst/>
              <a:rect l="0" t="0" r="0" b="0"/>
              <a:pathLst>
                <a:path w="100799">
                  <a:moveTo>
                    <a:pt x="0" y="0"/>
                  </a:moveTo>
                  <a:lnTo>
                    <a:pt x="100799" y="0"/>
                  </a:lnTo>
                </a:path>
              </a:pathLst>
            </a:custGeom>
            <a:ln w="23036" cap="flat">
              <a:solidFill>
                <a:srgbClr val="C059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h50"/>
            <p:cNvSpPr/>
            <p:nvPr/>
          </p:nvSpPr>
          <p:spPr>
            <a:xfrm>
              <a:off x="1635989" y="2560488"/>
              <a:ext cx="2423844" cy="2286000"/>
            </a:xfrm>
            <a:custGeom>
              <a:avLst/>
              <a:gdLst/>
              <a:ahLst/>
              <a:cxnLst/>
              <a:rect l="0" t="0" r="0" b="0"/>
              <a:pathLst>
                <a:path w="2423844" h="2286000">
                  <a:moveTo>
                    <a:pt x="2412000" y="2286000"/>
                  </a:moveTo>
                  <a:lnTo>
                    <a:pt x="2412000" y="2245506"/>
                  </a:lnTo>
                  <a:lnTo>
                    <a:pt x="2364747" y="2245506"/>
                  </a:lnTo>
                  <a:lnTo>
                    <a:pt x="2364747" y="2286000"/>
                  </a:lnTo>
                  <a:lnTo>
                    <a:pt x="2352902" y="2286000"/>
                  </a:lnTo>
                  <a:lnTo>
                    <a:pt x="2352902" y="2198625"/>
                  </a:lnTo>
                  <a:lnTo>
                    <a:pt x="2364747" y="2198625"/>
                  </a:lnTo>
                  <a:lnTo>
                    <a:pt x="2364747" y="2235584"/>
                  </a:lnTo>
                  <a:lnTo>
                    <a:pt x="2412000" y="2235584"/>
                  </a:lnTo>
                  <a:lnTo>
                    <a:pt x="2412000" y="2198625"/>
                  </a:lnTo>
                  <a:lnTo>
                    <a:pt x="2423844" y="2198625"/>
                  </a:lnTo>
                  <a:lnTo>
                    <a:pt x="2423844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" name="ph51"/>
            <p:cNvSpPr/>
            <p:nvPr/>
          </p:nvSpPr>
          <p:spPr>
            <a:xfrm>
              <a:off x="1683862" y="2561728"/>
              <a:ext cx="2456958" cy="2286000"/>
            </a:xfrm>
            <a:custGeom>
              <a:avLst/>
              <a:gdLst/>
              <a:ahLst/>
              <a:cxnLst/>
              <a:rect l="0" t="0" r="0" b="0"/>
              <a:pathLst>
                <a:path w="2456958" h="2286000">
                  <a:moveTo>
                    <a:pt x="2412000" y="2286000"/>
                  </a:moveTo>
                  <a:lnTo>
                    <a:pt x="2410028" y="2285946"/>
                  </a:lnTo>
                  <a:lnTo>
                    <a:pt x="2408157" y="2285786"/>
                  </a:lnTo>
                  <a:lnTo>
                    <a:pt x="2406387" y="2285520"/>
                  </a:lnTo>
                  <a:lnTo>
                    <a:pt x="2404717" y="2285146"/>
                  </a:lnTo>
                  <a:lnTo>
                    <a:pt x="2403147" y="2284666"/>
                  </a:lnTo>
                  <a:lnTo>
                    <a:pt x="2401678" y="2284080"/>
                  </a:lnTo>
                  <a:lnTo>
                    <a:pt x="2400310" y="2283386"/>
                  </a:lnTo>
                  <a:lnTo>
                    <a:pt x="2399042" y="2282586"/>
                  </a:lnTo>
                  <a:lnTo>
                    <a:pt x="2397874" y="2281680"/>
                  </a:lnTo>
                  <a:lnTo>
                    <a:pt x="2396807" y="2280666"/>
                  </a:lnTo>
                  <a:lnTo>
                    <a:pt x="2395840" y="2279560"/>
                  </a:lnTo>
                  <a:lnTo>
                    <a:pt x="2394976" y="2278375"/>
                  </a:lnTo>
                  <a:lnTo>
                    <a:pt x="2394213" y="2277110"/>
                  </a:lnTo>
                  <a:lnTo>
                    <a:pt x="2393552" y="2275765"/>
                  </a:lnTo>
                  <a:lnTo>
                    <a:pt x="2392993" y="2274341"/>
                  </a:lnTo>
                  <a:lnTo>
                    <a:pt x="2392535" y="2272838"/>
                  </a:lnTo>
                  <a:lnTo>
                    <a:pt x="2392179" y="2271256"/>
                  </a:lnTo>
                  <a:lnTo>
                    <a:pt x="2391925" y="2269594"/>
                  </a:lnTo>
                  <a:lnTo>
                    <a:pt x="2391773" y="2267852"/>
                  </a:lnTo>
                  <a:lnTo>
                    <a:pt x="2391722" y="2266032"/>
                  </a:lnTo>
                  <a:lnTo>
                    <a:pt x="2391746" y="2264729"/>
                  </a:lnTo>
                  <a:lnTo>
                    <a:pt x="2391821" y="2263474"/>
                  </a:lnTo>
                  <a:lnTo>
                    <a:pt x="2391945" y="2262268"/>
                  </a:lnTo>
                  <a:lnTo>
                    <a:pt x="2392119" y="2261110"/>
                  </a:lnTo>
                  <a:lnTo>
                    <a:pt x="2392342" y="2260001"/>
                  </a:lnTo>
                  <a:lnTo>
                    <a:pt x="2392615" y="2258940"/>
                  </a:lnTo>
                  <a:lnTo>
                    <a:pt x="2392937" y="2257927"/>
                  </a:lnTo>
                  <a:lnTo>
                    <a:pt x="2393309" y="2256963"/>
                  </a:lnTo>
                  <a:lnTo>
                    <a:pt x="2393731" y="2256047"/>
                  </a:lnTo>
                  <a:lnTo>
                    <a:pt x="2394202" y="2255180"/>
                  </a:lnTo>
                  <a:lnTo>
                    <a:pt x="2394726" y="2254343"/>
                  </a:lnTo>
                  <a:lnTo>
                    <a:pt x="2395279" y="2253543"/>
                  </a:lnTo>
                  <a:lnTo>
                    <a:pt x="2395862" y="2252780"/>
                  </a:lnTo>
                  <a:lnTo>
                    <a:pt x="2396474" y="2252054"/>
                  </a:lnTo>
                  <a:lnTo>
                    <a:pt x="2397117" y="2251366"/>
                  </a:lnTo>
                  <a:lnTo>
                    <a:pt x="2397789" y="2250715"/>
                  </a:lnTo>
                  <a:lnTo>
                    <a:pt x="2398491" y="2250101"/>
                  </a:lnTo>
                  <a:lnTo>
                    <a:pt x="2399223" y="2249524"/>
                  </a:lnTo>
                  <a:lnTo>
                    <a:pt x="2399984" y="2248985"/>
                  </a:lnTo>
                  <a:lnTo>
                    <a:pt x="2400775" y="2248482"/>
                  </a:lnTo>
                  <a:lnTo>
                    <a:pt x="2401605" y="2248014"/>
                  </a:lnTo>
                  <a:lnTo>
                    <a:pt x="2402457" y="2247575"/>
                  </a:lnTo>
                  <a:lnTo>
                    <a:pt x="2403332" y="2247165"/>
                  </a:lnTo>
                  <a:lnTo>
                    <a:pt x="2404228" y="2246786"/>
                  </a:lnTo>
                  <a:lnTo>
                    <a:pt x="2405147" y="2246436"/>
                  </a:lnTo>
                  <a:lnTo>
                    <a:pt x="2406089" y="2246116"/>
                  </a:lnTo>
                  <a:lnTo>
                    <a:pt x="2407052" y="2245826"/>
                  </a:lnTo>
                  <a:lnTo>
                    <a:pt x="2408038" y="2245565"/>
                  </a:lnTo>
                  <a:lnTo>
                    <a:pt x="2409047" y="2245335"/>
                  </a:lnTo>
                  <a:lnTo>
                    <a:pt x="2410077" y="2245134"/>
                  </a:lnTo>
                  <a:lnTo>
                    <a:pt x="2411121" y="2244956"/>
                  </a:lnTo>
                  <a:lnTo>
                    <a:pt x="2412168" y="2244794"/>
                  </a:lnTo>
                  <a:lnTo>
                    <a:pt x="2413219" y="2244648"/>
                  </a:lnTo>
                  <a:lnTo>
                    <a:pt x="2414274" y="2244519"/>
                  </a:lnTo>
                  <a:lnTo>
                    <a:pt x="2415333" y="2244405"/>
                  </a:lnTo>
                  <a:lnTo>
                    <a:pt x="2416395" y="2244308"/>
                  </a:lnTo>
                  <a:lnTo>
                    <a:pt x="2417461" y="2244227"/>
                  </a:lnTo>
                  <a:lnTo>
                    <a:pt x="2418531" y="2244161"/>
                  </a:lnTo>
                  <a:lnTo>
                    <a:pt x="2419604" y="2244112"/>
                  </a:lnTo>
                  <a:lnTo>
                    <a:pt x="2420681" y="2244080"/>
                  </a:lnTo>
                  <a:lnTo>
                    <a:pt x="2435750" y="2243832"/>
                  </a:lnTo>
                  <a:lnTo>
                    <a:pt x="2435750" y="2240173"/>
                  </a:lnTo>
                  <a:lnTo>
                    <a:pt x="2435741" y="2239354"/>
                  </a:lnTo>
                  <a:lnTo>
                    <a:pt x="2435715" y="2238561"/>
                  </a:lnTo>
                  <a:lnTo>
                    <a:pt x="2435672" y="2237792"/>
                  </a:lnTo>
                  <a:lnTo>
                    <a:pt x="2435611" y="2237047"/>
                  </a:lnTo>
                  <a:lnTo>
                    <a:pt x="2435533" y="2236328"/>
                  </a:lnTo>
                  <a:lnTo>
                    <a:pt x="2435437" y="2235634"/>
                  </a:lnTo>
                  <a:lnTo>
                    <a:pt x="2435325" y="2234964"/>
                  </a:lnTo>
                  <a:lnTo>
                    <a:pt x="2435194" y="2234319"/>
                  </a:lnTo>
                  <a:lnTo>
                    <a:pt x="2435047" y="2233699"/>
                  </a:lnTo>
                  <a:lnTo>
                    <a:pt x="2434882" y="2233104"/>
                  </a:lnTo>
                  <a:lnTo>
                    <a:pt x="2434699" y="2232532"/>
                  </a:lnTo>
                  <a:lnTo>
                    <a:pt x="2434497" y="2231982"/>
                  </a:lnTo>
                  <a:lnTo>
                    <a:pt x="2434277" y="2231455"/>
                  </a:lnTo>
                  <a:lnTo>
                    <a:pt x="2434038" y="2230950"/>
                  </a:lnTo>
                  <a:lnTo>
                    <a:pt x="2433781" y="2230468"/>
                  </a:lnTo>
                  <a:lnTo>
                    <a:pt x="2433505" y="2230008"/>
                  </a:lnTo>
                  <a:lnTo>
                    <a:pt x="2433211" y="2229570"/>
                  </a:lnTo>
                  <a:lnTo>
                    <a:pt x="2432897" y="2229155"/>
                  </a:lnTo>
                  <a:lnTo>
                    <a:pt x="2432566" y="2228761"/>
                  </a:lnTo>
                  <a:lnTo>
                    <a:pt x="2432215" y="2228391"/>
                  </a:lnTo>
                  <a:lnTo>
                    <a:pt x="2431846" y="2228041"/>
                  </a:lnTo>
                  <a:lnTo>
                    <a:pt x="2431459" y="2227711"/>
                  </a:lnTo>
                  <a:lnTo>
                    <a:pt x="2431053" y="2227401"/>
                  </a:lnTo>
                  <a:lnTo>
                    <a:pt x="2430628" y="2227111"/>
                  </a:lnTo>
                  <a:lnTo>
                    <a:pt x="2430184" y="2226840"/>
                  </a:lnTo>
                  <a:lnTo>
                    <a:pt x="2429722" y="2226590"/>
                  </a:lnTo>
                  <a:lnTo>
                    <a:pt x="2429242" y="2226359"/>
                  </a:lnTo>
                  <a:lnTo>
                    <a:pt x="2428743" y="2226148"/>
                  </a:lnTo>
                  <a:lnTo>
                    <a:pt x="2428225" y="2225957"/>
                  </a:lnTo>
                  <a:lnTo>
                    <a:pt x="2427688" y="2225786"/>
                  </a:lnTo>
                  <a:lnTo>
                    <a:pt x="2427145" y="2225621"/>
                  </a:lnTo>
                  <a:lnTo>
                    <a:pt x="2426582" y="2225474"/>
                  </a:lnTo>
                  <a:lnTo>
                    <a:pt x="2425999" y="2225343"/>
                  </a:lnTo>
                  <a:lnTo>
                    <a:pt x="2425397" y="2225230"/>
                  </a:lnTo>
                  <a:lnTo>
                    <a:pt x="2424774" y="2225135"/>
                  </a:lnTo>
                  <a:lnTo>
                    <a:pt x="2424131" y="2225057"/>
                  </a:lnTo>
                  <a:lnTo>
                    <a:pt x="2423469" y="2224996"/>
                  </a:lnTo>
                  <a:lnTo>
                    <a:pt x="2422787" y="2224953"/>
                  </a:lnTo>
                  <a:lnTo>
                    <a:pt x="2422085" y="2224927"/>
                  </a:lnTo>
                  <a:lnTo>
                    <a:pt x="2421363" y="2224918"/>
                  </a:lnTo>
                  <a:lnTo>
                    <a:pt x="2420725" y="2224923"/>
                  </a:lnTo>
                  <a:lnTo>
                    <a:pt x="2420098" y="2224938"/>
                  </a:lnTo>
                  <a:lnTo>
                    <a:pt x="2419484" y="2224963"/>
                  </a:lnTo>
                  <a:lnTo>
                    <a:pt x="2418883" y="2224997"/>
                  </a:lnTo>
                  <a:lnTo>
                    <a:pt x="2418294" y="2225042"/>
                  </a:lnTo>
                  <a:lnTo>
                    <a:pt x="2417717" y="2225097"/>
                  </a:lnTo>
                  <a:lnTo>
                    <a:pt x="2417153" y="2225161"/>
                  </a:lnTo>
                  <a:lnTo>
                    <a:pt x="2416601" y="2225235"/>
                  </a:lnTo>
                  <a:lnTo>
                    <a:pt x="2416061" y="2225320"/>
                  </a:lnTo>
                  <a:lnTo>
                    <a:pt x="2415534" y="2225414"/>
                  </a:lnTo>
                  <a:lnTo>
                    <a:pt x="2415020" y="2225509"/>
                  </a:lnTo>
                  <a:lnTo>
                    <a:pt x="2414520" y="2225620"/>
                  </a:lnTo>
                  <a:lnTo>
                    <a:pt x="2414033" y="2225747"/>
                  </a:lnTo>
                  <a:lnTo>
                    <a:pt x="2413560" y="2225890"/>
                  </a:lnTo>
                  <a:lnTo>
                    <a:pt x="2413100" y="2226050"/>
                  </a:lnTo>
                  <a:lnTo>
                    <a:pt x="2412654" y="2226225"/>
                  </a:lnTo>
                  <a:lnTo>
                    <a:pt x="2412222" y="2226417"/>
                  </a:lnTo>
                  <a:lnTo>
                    <a:pt x="2411804" y="2226625"/>
                  </a:lnTo>
                  <a:lnTo>
                    <a:pt x="2411399" y="2226848"/>
                  </a:lnTo>
                  <a:lnTo>
                    <a:pt x="2411007" y="2227088"/>
                  </a:lnTo>
                  <a:lnTo>
                    <a:pt x="2410630" y="2227333"/>
                  </a:lnTo>
                  <a:lnTo>
                    <a:pt x="2410268" y="2227597"/>
                  </a:lnTo>
                  <a:lnTo>
                    <a:pt x="2409921" y="2227879"/>
                  </a:lnTo>
                  <a:lnTo>
                    <a:pt x="2409588" y="2228180"/>
                  </a:lnTo>
                  <a:lnTo>
                    <a:pt x="2409271" y="2228499"/>
                  </a:lnTo>
                  <a:lnTo>
                    <a:pt x="2408968" y="2228837"/>
                  </a:lnTo>
                  <a:lnTo>
                    <a:pt x="2408681" y="2229194"/>
                  </a:lnTo>
                  <a:lnTo>
                    <a:pt x="2408408" y="2229569"/>
                  </a:lnTo>
                  <a:lnTo>
                    <a:pt x="2408150" y="2229963"/>
                  </a:lnTo>
                  <a:lnTo>
                    <a:pt x="2407907" y="2230375"/>
                  </a:lnTo>
                  <a:lnTo>
                    <a:pt x="2407679" y="2230795"/>
                  </a:lnTo>
                  <a:lnTo>
                    <a:pt x="2407468" y="2231238"/>
                  </a:lnTo>
                  <a:lnTo>
                    <a:pt x="2407272" y="2231703"/>
                  </a:lnTo>
                  <a:lnTo>
                    <a:pt x="2407093" y="2232191"/>
                  </a:lnTo>
                  <a:lnTo>
                    <a:pt x="2406930" y="2232700"/>
                  </a:lnTo>
                  <a:lnTo>
                    <a:pt x="2406783" y="2233232"/>
                  </a:lnTo>
                  <a:lnTo>
                    <a:pt x="2406652" y="2233787"/>
                  </a:lnTo>
                  <a:lnTo>
                    <a:pt x="2406538" y="2234364"/>
                  </a:lnTo>
                  <a:lnTo>
                    <a:pt x="2406439" y="2234963"/>
                  </a:lnTo>
                  <a:lnTo>
                    <a:pt x="2406356" y="2235584"/>
                  </a:lnTo>
                  <a:lnTo>
                    <a:pt x="2394698" y="2234530"/>
                  </a:lnTo>
                  <a:lnTo>
                    <a:pt x="2394833" y="2233743"/>
                  </a:lnTo>
                  <a:lnTo>
                    <a:pt x="2394991" y="2232970"/>
                  </a:lnTo>
                  <a:lnTo>
                    <a:pt x="2395171" y="2232210"/>
                  </a:lnTo>
                  <a:lnTo>
                    <a:pt x="2395373" y="2231464"/>
                  </a:lnTo>
                  <a:lnTo>
                    <a:pt x="2395597" y="2230732"/>
                  </a:lnTo>
                  <a:lnTo>
                    <a:pt x="2395844" y="2230013"/>
                  </a:lnTo>
                  <a:lnTo>
                    <a:pt x="2396113" y="2229308"/>
                  </a:lnTo>
                  <a:lnTo>
                    <a:pt x="2396405" y="2228616"/>
                  </a:lnTo>
                  <a:lnTo>
                    <a:pt x="2396719" y="2227939"/>
                  </a:lnTo>
                  <a:lnTo>
                    <a:pt x="2397055" y="2227274"/>
                  </a:lnTo>
                  <a:lnTo>
                    <a:pt x="2397416" y="2226614"/>
                  </a:lnTo>
                  <a:lnTo>
                    <a:pt x="2397806" y="2225972"/>
                  </a:lnTo>
                  <a:lnTo>
                    <a:pt x="2398225" y="2225349"/>
                  </a:lnTo>
                  <a:lnTo>
                    <a:pt x="2398672" y="2224744"/>
                  </a:lnTo>
                  <a:lnTo>
                    <a:pt x="2399148" y="2224158"/>
                  </a:lnTo>
                  <a:lnTo>
                    <a:pt x="2399652" y="2223591"/>
                  </a:lnTo>
                  <a:lnTo>
                    <a:pt x="2400184" y="2223042"/>
                  </a:lnTo>
                  <a:lnTo>
                    <a:pt x="2400746" y="2222512"/>
                  </a:lnTo>
                  <a:lnTo>
                    <a:pt x="2401335" y="2222000"/>
                  </a:lnTo>
                  <a:lnTo>
                    <a:pt x="2401954" y="2221507"/>
                  </a:lnTo>
                  <a:lnTo>
                    <a:pt x="2402614" y="2221035"/>
                  </a:lnTo>
                  <a:lnTo>
                    <a:pt x="2403305" y="2220585"/>
                  </a:lnTo>
                  <a:lnTo>
                    <a:pt x="2404028" y="2220157"/>
                  </a:lnTo>
                  <a:lnTo>
                    <a:pt x="2404781" y="2219751"/>
                  </a:lnTo>
                  <a:lnTo>
                    <a:pt x="2405566" y="2219368"/>
                  </a:lnTo>
                  <a:lnTo>
                    <a:pt x="2406381" y="2219007"/>
                  </a:lnTo>
                  <a:lnTo>
                    <a:pt x="2407228" y="2218668"/>
                  </a:lnTo>
                  <a:lnTo>
                    <a:pt x="2408105" y="2218352"/>
                  </a:lnTo>
                  <a:lnTo>
                    <a:pt x="2409014" y="2218058"/>
                  </a:lnTo>
                  <a:lnTo>
                    <a:pt x="2409953" y="2217787"/>
                  </a:lnTo>
                  <a:lnTo>
                    <a:pt x="2410940" y="2217527"/>
                  </a:lnTo>
                  <a:lnTo>
                    <a:pt x="2411967" y="2217295"/>
                  </a:lnTo>
                  <a:lnTo>
                    <a:pt x="2413034" y="2217091"/>
                  </a:lnTo>
                  <a:lnTo>
                    <a:pt x="2414140" y="2216913"/>
                  </a:lnTo>
                  <a:lnTo>
                    <a:pt x="2415286" y="2216763"/>
                  </a:lnTo>
                  <a:lnTo>
                    <a:pt x="2416472" y="2216641"/>
                  </a:lnTo>
                  <a:lnTo>
                    <a:pt x="2417697" y="2216545"/>
                  </a:lnTo>
                  <a:lnTo>
                    <a:pt x="2418962" y="2216477"/>
                  </a:lnTo>
                  <a:lnTo>
                    <a:pt x="2420267" y="2216436"/>
                  </a:lnTo>
                  <a:lnTo>
                    <a:pt x="2421611" y="2216422"/>
                  </a:lnTo>
                  <a:lnTo>
                    <a:pt x="2424079" y="2216481"/>
                  </a:lnTo>
                  <a:lnTo>
                    <a:pt x="2426421" y="2216656"/>
                  </a:lnTo>
                  <a:lnTo>
                    <a:pt x="2428638" y="2216947"/>
                  </a:lnTo>
                  <a:lnTo>
                    <a:pt x="2430730" y="2217355"/>
                  </a:lnTo>
                  <a:lnTo>
                    <a:pt x="2432696" y="2217880"/>
                  </a:lnTo>
                  <a:lnTo>
                    <a:pt x="2434537" y="2218521"/>
                  </a:lnTo>
                  <a:lnTo>
                    <a:pt x="2436253" y="2219279"/>
                  </a:lnTo>
                  <a:lnTo>
                    <a:pt x="2437844" y="2220153"/>
                  </a:lnTo>
                  <a:lnTo>
                    <a:pt x="2439309" y="2221144"/>
                  </a:lnTo>
                  <a:lnTo>
                    <a:pt x="2440649" y="2222251"/>
                  </a:lnTo>
                  <a:lnTo>
                    <a:pt x="2441862" y="2223457"/>
                  </a:lnTo>
                  <a:lnTo>
                    <a:pt x="2442948" y="2224767"/>
                  </a:lnTo>
                  <a:lnTo>
                    <a:pt x="2443906" y="2226181"/>
                  </a:lnTo>
                  <a:lnTo>
                    <a:pt x="2444737" y="2227699"/>
                  </a:lnTo>
                  <a:lnTo>
                    <a:pt x="2445439" y="2229321"/>
                  </a:lnTo>
                  <a:lnTo>
                    <a:pt x="2446014" y="2231047"/>
                  </a:lnTo>
                  <a:lnTo>
                    <a:pt x="2446461" y="2232878"/>
                  </a:lnTo>
                  <a:lnTo>
                    <a:pt x="2446781" y="2234813"/>
                  </a:lnTo>
                  <a:lnTo>
                    <a:pt x="2446972" y="2236851"/>
                  </a:lnTo>
                  <a:lnTo>
                    <a:pt x="2447036" y="2238995"/>
                  </a:lnTo>
                  <a:lnTo>
                    <a:pt x="2447036" y="2267892"/>
                  </a:lnTo>
                  <a:lnTo>
                    <a:pt x="2447049" y="2268860"/>
                  </a:lnTo>
                  <a:lnTo>
                    <a:pt x="2447088" y="2269780"/>
                  </a:lnTo>
                  <a:lnTo>
                    <a:pt x="2447153" y="2270651"/>
                  </a:lnTo>
                  <a:lnTo>
                    <a:pt x="2447244" y="2271474"/>
                  </a:lnTo>
                  <a:lnTo>
                    <a:pt x="2447362" y="2272248"/>
                  </a:lnTo>
                  <a:lnTo>
                    <a:pt x="2447505" y="2272975"/>
                  </a:lnTo>
                  <a:lnTo>
                    <a:pt x="2447674" y="2273652"/>
                  </a:lnTo>
                  <a:lnTo>
                    <a:pt x="2447870" y="2274282"/>
                  </a:lnTo>
                  <a:lnTo>
                    <a:pt x="2448091" y="2274863"/>
                  </a:lnTo>
                  <a:lnTo>
                    <a:pt x="2448338" y="2275395"/>
                  </a:lnTo>
                  <a:lnTo>
                    <a:pt x="2448622" y="2275867"/>
                  </a:lnTo>
                  <a:lnTo>
                    <a:pt x="2448954" y="2276288"/>
                  </a:lnTo>
                  <a:lnTo>
                    <a:pt x="2449332" y="2276661"/>
                  </a:lnTo>
                  <a:lnTo>
                    <a:pt x="2449757" y="2276983"/>
                  </a:lnTo>
                  <a:lnTo>
                    <a:pt x="2450230" y="2277256"/>
                  </a:lnTo>
                  <a:lnTo>
                    <a:pt x="2450749" y="2277479"/>
                  </a:lnTo>
                  <a:lnTo>
                    <a:pt x="2451316" y="2277653"/>
                  </a:lnTo>
                  <a:lnTo>
                    <a:pt x="2451930" y="2277777"/>
                  </a:lnTo>
                  <a:lnTo>
                    <a:pt x="2452591" y="2277851"/>
                  </a:lnTo>
                  <a:lnTo>
                    <a:pt x="2453299" y="2277876"/>
                  </a:lnTo>
                  <a:lnTo>
                    <a:pt x="2453485" y="2277875"/>
                  </a:lnTo>
                  <a:lnTo>
                    <a:pt x="2453671" y="2277871"/>
                  </a:lnTo>
                  <a:lnTo>
                    <a:pt x="2453857" y="2277865"/>
                  </a:lnTo>
                  <a:lnTo>
                    <a:pt x="2454043" y="2277856"/>
                  </a:lnTo>
                  <a:lnTo>
                    <a:pt x="2454229" y="2277845"/>
                  </a:lnTo>
                  <a:lnTo>
                    <a:pt x="2454416" y="2277831"/>
                  </a:lnTo>
                  <a:lnTo>
                    <a:pt x="2454602" y="2277815"/>
                  </a:lnTo>
                  <a:lnTo>
                    <a:pt x="2454788" y="2277797"/>
                  </a:lnTo>
                  <a:lnTo>
                    <a:pt x="2454974" y="2277776"/>
                  </a:lnTo>
                  <a:lnTo>
                    <a:pt x="2455160" y="2277752"/>
                  </a:lnTo>
                  <a:lnTo>
                    <a:pt x="2455345" y="2277727"/>
                  </a:lnTo>
                  <a:lnTo>
                    <a:pt x="2455529" y="2277700"/>
                  </a:lnTo>
                  <a:lnTo>
                    <a:pt x="2455712" y="2277672"/>
                  </a:lnTo>
                  <a:lnTo>
                    <a:pt x="2455894" y="2277643"/>
                  </a:lnTo>
                  <a:lnTo>
                    <a:pt x="2456074" y="2277612"/>
                  </a:lnTo>
                  <a:lnTo>
                    <a:pt x="2456254" y="2277581"/>
                  </a:lnTo>
                  <a:lnTo>
                    <a:pt x="2456432" y="2277548"/>
                  </a:lnTo>
                  <a:lnTo>
                    <a:pt x="2456608" y="2277514"/>
                  </a:lnTo>
                  <a:lnTo>
                    <a:pt x="2456784" y="2277478"/>
                  </a:lnTo>
                  <a:lnTo>
                    <a:pt x="2456958" y="2277442"/>
                  </a:lnTo>
                  <a:lnTo>
                    <a:pt x="2456958" y="2284387"/>
                  </a:lnTo>
                  <a:lnTo>
                    <a:pt x="2456536" y="2284484"/>
                  </a:lnTo>
                  <a:lnTo>
                    <a:pt x="2456115" y="2284576"/>
                  </a:lnTo>
                  <a:lnTo>
                    <a:pt x="2455693" y="2284663"/>
                  </a:lnTo>
                  <a:lnTo>
                    <a:pt x="2455271" y="2284744"/>
                  </a:lnTo>
                  <a:lnTo>
                    <a:pt x="2454850" y="2284821"/>
                  </a:lnTo>
                  <a:lnTo>
                    <a:pt x="2454428" y="2284893"/>
                  </a:lnTo>
                  <a:lnTo>
                    <a:pt x="2454006" y="2284960"/>
                  </a:lnTo>
                  <a:lnTo>
                    <a:pt x="2453585" y="2285022"/>
                  </a:lnTo>
                  <a:lnTo>
                    <a:pt x="2453163" y="2285079"/>
                  </a:lnTo>
                  <a:lnTo>
                    <a:pt x="2452741" y="2285131"/>
                  </a:lnTo>
                  <a:lnTo>
                    <a:pt x="2452329" y="2285178"/>
                  </a:lnTo>
                  <a:lnTo>
                    <a:pt x="2451910" y="2285221"/>
                  </a:lnTo>
                  <a:lnTo>
                    <a:pt x="2451485" y="2285258"/>
                  </a:lnTo>
                  <a:lnTo>
                    <a:pt x="2451054" y="2285290"/>
                  </a:lnTo>
                  <a:lnTo>
                    <a:pt x="2450617" y="2285317"/>
                  </a:lnTo>
                  <a:lnTo>
                    <a:pt x="2450174" y="2285340"/>
                  </a:lnTo>
                  <a:lnTo>
                    <a:pt x="2449724" y="2285357"/>
                  </a:lnTo>
                  <a:lnTo>
                    <a:pt x="2449269" y="2285369"/>
                  </a:lnTo>
                  <a:lnTo>
                    <a:pt x="2448807" y="2285377"/>
                  </a:lnTo>
                  <a:lnTo>
                    <a:pt x="2448338" y="2285379"/>
                  </a:lnTo>
                  <a:lnTo>
                    <a:pt x="2447715" y="2285371"/>
                  </a:lnTo>
                  <a:lnTo>
                    <a:pt x="2447108" y="2285347"/>
                  </a:lnTo>
                  <a:lnTo>
                    <a:pt x="2446519" y="2285307"/>
                  </a:lnTo>
                  <a:lnTo>
                    <a:pt x="2445947" y="2285250"/>
                  </a:lnTo>
                  <a:lnTo>
                    <a:pt x="2445393" y="2285178"/>
                  </a:lnTo>
                  <a:lnTo>
                    <a:pt x="2444856" y="2285089"/>
                  </a:lnTo>
                  <a:lnTo>
                    <a:pt x="2444336" y="2284984"/>
                  </a:lnTo>
                  <a:lnTo>
                    <a:pt x="2443834" y="2284863"/>
                  </a:lnTo>
                  <a:lnTo>
                    <a:pt x="2443349" y="2284726"/>
                  </a:lnTo>
                  <a:lnTo>
                    <a:pt x="2442881" y="2284573"/>
                  </a:lnTo>
                  <a:lnTo>
                    <a:pt x="2442443" y="2284392"/>
                  </a:lnTo>
                  <a:lnTo>
                    <a:pt x="2442021" y="2284194"/>
                  </a:lnTo>
                  <a:lnTo>
                    <a:pt x="2441614" y="2283980"/>
                  </a:lnTo>
                  <a:lnTo>
                    <a:pt x="2441224" y="2283750"/>
                  </a:lnTo>
                  <a:lnTo>
                    <a:pt x="2440850" y="2283504"/>
                  </a:lnTo>
                  <a:lnTo>
                    <a:pt x="2440493" y="2283241"/>
                  </a:lnTo>
                  <a:lnTo>
                    <a:pt x="2440151" y="2282963"/>
                  </a:lnTo>
                  <a:lnTo>
                    <a:pt x="2439825" y="2282668"/>
                  </a:lnTo>
                  <a:lnTo>
                    <a:pt x="2439516" y="2282358"/>
                  </a:lnTo>
                  <a:lnTo>
                    <a:pt x="2439223" y="2282031"/>
                  </a:lnTo>
                  <a:lnTo>
                    <a:pt x="2438944" y="2281676"/>
                  </a:lnTo>
                  <a:lnTo>
                    <a:pt x="2438679" y="2281306"/>
                  </a:lnTo>
                  <a:lnTo>
                    <a:pt x="2438428" y="2280922"/>
                  </a:lnTo>
                  <a:lnTo>
                    <a:pt x="2438191" y="2280523"/>
                  </a:lnTo>
                  <a:lnTo>
                    <a:pt x="2437967" y="2280108"/>
                  </a:lnTo>
                  <a:lnTo>
                    <a:pt x="2437757" y="2279679"/>
                  </a:lnTo>
                  <a:lnTo>
                    <a:pt x="2437560" y="2279235"/>
                  </a:lnTo>
                  <a:lnTo>
                    <a:pt x="2437377" y="2278776"/>
                  </a:lnTo>
                  <a:lnTo>
                    <a:pt x="2437208" y="2278303"/>
                  </a:lnTo>
                  <a:lnTo>
                    <a:pt x="2437052" y="2277814"/>
                  </a:lnTo>
                  <a:lnTo>
                    <a:pt x="2436909" y="2277297"/>
                  </a:lnTo>
                  <a:lnTo>
                    <a:pt x="2436777" y="2276765"/>
                  </a:lnTo>
                  <a:lnTo>
                    <a:pt x="2436656" y="2276216"/>
                  </a:lnTo>
                  <a:lnTo>
                    <a:pt x="2436546" y="2275651"/>
                  </a:lnTo>
                  <a:lnTo>
                    <a:pt x="2436448" y="2275070"/>
                  </a:lnTo>
                  <a:lnTo>
                    <a:pt x="2436360" y="2274473"/>
                  </a:lnTo>
                  <a:lnTo>
                    <a:pt x="2436284" y="2273859"/>
                  </a:lnTo>
                  <a:lnTo>
                    <a:pt x="2436219" y="2273230"/>
                  </a:lnTo>
                  <a:lnTo>
                    <a:pt x="2436165" y="2272585"/>
                  </a:lnTo>
                  <a:lnTo>
                    <a:pt x="2436122" y="2271923"/>
                  </a:lnTo>
                  <a:lnTo>
                    <a:pt x="2435750" y="2271923"/>
                  </a:lnTo>
                  <a:lnTo>
                    <a:pt x="2435387" y="2272562"/>
                  </a:lnTo>
                  <a:lnTo>
                    <a:pt x="2435016" y="2273188"/>
                  </a:lnTo>
                  <a:lnTo>
                    <a:pt x="2434637" y="2273802"/>
                  </a:lnTo>
                  <a:lnTo>
                    <a:pt x="2434252" y="2274403"/>
                  </a:lnTo>
                  <a:lnTo>
                    <a:pt x="2433859" y="2274992"/>
                  </a:lnTo>
                  <a:lnTo>
                    <a:pt x="2433458" y="2275569"/>
                  </a:lnTo>
                  <a:lnTo>
                    <a:pt x="2433050" y="2276133"/>
                  </a:lnTo>
                  <a:lnTo>
                    <a:pt x="2432635" y="2276685"/>
                  </a:lnTo>
                  <a:lnTo>
                    <a:pt x="2432212" y="2277225"/>
                  </a:lnTo>
                  <a:lnTo>
                    <a:pt x="2431781" y="2277752"/>
                  </a:lnTo>
                  <a:lnTo>
                    <a:pt x="2431352" y="2278265"/>
                  </a:lnTo>
                  <a:lnTo>
                    <a:pt x="2430908" y="2278764"/>
                  </a:lnTo>
                  <a:lnTo>
                    <a:pt x="2430449" y="2279248"/>
                  </a:lnTo>
                  <a:lnTo>
                    <a:pt x="2429975" y="2279716"/>
                  </a:lnTo>
                  <a:lnTo>
                    <a:pt x="2429487" y="2280170"/>
                  </a:lnTo>
                  <a:lnTo>
                    <a:pt x="2428983" y="2280609"/>
                  </a:lnTo>
                  <a:lnTo>
                    <a:pt x="2428465" y="2281034"/>
                  </a:lnTo>
                  <a:lnTo>
                    <a:pt x="2427932" y="2281443"/>
                  </a:lnTo>
                  <a:lnTo>
                    <a:pt x="2427383" y="2281837"/>
                  </a:lnTo>
                  <a:lnTo>
                    <a:pt x="2426820" y="2282217"/>
                  </a:lnTo>
                  <a:lnTo>
                    <a:pt x="2426242" y="2282568"/>
                  </a:lnTo>
                  <a:lnTo>
                    <a:pt x="2425647" y="2282904"/>
                  </a:lnTo>
                  <a:lnTo>
                    <a:pt x="2425036" y="2283223"/>
                  </a:lnTo>
                  <a:lnTo>
                    <a:pt x="2424409" y="2283526"/>
                  </a:lnTo>
                  <a:lnTo>
                    <a:pt x="2423766" y="2283814"/>
                  </a:lnTo>
                  <a:lnTo>
                    <a:pt x="2423107" y="2284085"/>
                  </a:lnTo>
                  <a:lnTo>
                    <a:pt x="2422432" y="2284339"/>
                  </a:lnTo>
                  <a:lnTo>
                    <a:pt x="2421740" y="2284578"/>
                  </a:lnTo>
                  <a:lnTo>
                    <a:pt x="2421033" y="2284801"/>
                  </a:lnTo>
                  <a:lnTo>
                    <a:pt x="2420309" y="2285007"/>
                  </a:lnTo>
                  <a:lnTo>
                    <a:pt x="2419579" y="2285196"/>
                  </a:lnTo>
                  <a:lnTo>
                    <a:pt x="2418826" y="2285365"/>
                  </a:lnTo>
                  <a:lnTo>
                    <a:pt x="2418051" y="2285513"/>
                  </a:lnTo>
                  <a:lnTo>
                    <a:pt x="2417253" y="2285642"/>
                  </a:lnTo>
                  <a:lnTo>
                    <a:pt x="2416433" y="2285751"/>
                  </a:lnTo>
                  <a:lnTo>
                    <a:pt x="2415591" y="2285841"/>
                  </a:lnTo>
                  <a:lnTo>
                    <a:pt x="2414727" y="2285910"/>
                  </a:lnTo>
                  <a:lnTo>
                    <a:pt x="2413840" y="2285960"/>
                  </a:lnTo>
                  <a:lnTo>
                    <a:pt x="2412931" y="2285990"/>
                  </a:lnTo>
                  <a:close/>
                  <a:moveTo>
                    <a:pt x="2414542" y="2277628"/>
                  </a:moveTo>
                  <a:lnTo>
                    <a:pt x="2415595" y="2277609"/>
                  </a:lnTo>
                  <a:lnTo>
                    <a:pt x="2416621" y="2277551"/>
                  </a:lnTo>
                  <a:lnTo>
                    <a:pt x="2417619" y="2277455"/>
                  </a:lnTo>
                  <a:lnTo>
                    <a:pt x="2418590" y="2277320"/>
                  </a:lnTo>
                  <a:lnTo>
                    <a:pt x="2419534" y="2277147"/>
                  </a:lnTo>
                  <a:lnTo>
                    <a:pt x="2420450" y="2276936"/>
                  </a:lnTo>
                  <a:lnTo>
                    <a:pt x="2421340" y="2276686"/>
                  </a:lnTo>
                  <a:lnTo>
                    <a:pt x="2422202" y="2276398"/>
                  </a:lnTo>
                  <a:lnTo>
                    <a:pt x="2423036" y="2276071"/>
                  </a:lnTo>
                  <a:lnTo>
                    <a:pt x="2423844" y="2275706"/>
                  </a:lnTo>
                  <a:lnTo>
                    <a:pt x="2424636" y="2275298"/>
                  </a:lnTo>
                  <a:lnTo>
                    <a:pt x="2425399" y="2274870"/>
                  </a:lnTo>
                  <a:lnTo>
                    <a:pt x="2426134" y="2274420"/>
                  </a:lnTo>
                  <a:lnTo>
                    <a:pt x="2426840" y="2273949"/>
                  </a:lnTo>
                  <a:lnTo>
                    <a:pt x="2427518" y="2273458"/>
                  </a:lnTo>
                  <a:lnTo>
                    <a:pt x="2428167" y="2272945"/>
                  </a:lnTo>
                  <a:lnTo>
                    <a:pt x="2428788" y="2272411"/>
                  </a:lnTo>
                  <a:lnTo>
                    <a:pt x="2429380" y="2271856"/>
                  </a:lnTo>
                  <a:lnTo>
                    <a:pt x="2429944" y="2271280"/>
                  </a:lnTo>
                  <a:lnTo>
                    <a:pt x="2430479" y="2270683"/>
                  </a:lnTo>
                  <a:lnTo>
                    <a:pt x="2430999" y="2270069"/>
                  </a:lnTo>
                  <a:lnTo>
                    <a:pt x="2431491" y="2269445"/>
                  </a:lnTo>
                  <a:lnTo>
                    <a:pt x="2431956" y="2268809"/>
                  </a:lnTo>
                  <a:lnTo>
                    <a:pt x="2432394" y="2268162"/>
                  </a:lnTo>
                  <a:lnTo>
                    <a:pt x="2432804" y="2267505"/>
                  </a:lnTo>
                  <a:lnTo>
                    <a:pt x="2433188" y="2266835"/>
                  </a:lnTo>
                  <a:lnTo>
                    <a:pt x="2433544" y="2266155"/>
                  </a:lnTo>
                  <a:lnTo>
                    <a:pt x="2433872" y="2265464"/>
                  </a:lnTo>
                  <a:lnTo>
                    <a:pt x="2434174" y="2264761"/>
                  </a:lnTo>
                  <a:lnTo>
                    <a:pt x="2434448" y="2264047"/>
                  </a:lnTo>
                  <a:lnTo>
                    <a:pt x="2434695" y="2263331"/>
                  </a:lnTo>
                  <a:lnTo>
                    <a:pt x="2434917" y="2262621"/>
                  </a:lnTo>
                  <a:lnTo>
                    <a:pt x="2435112" y="2261917"/>
                  </a:lnTo>
                  <a:lnTo>
                    <a:pt x="2435281" y="2261220"/>
                  </a:lnTo>
                  <a:lnTo>
                    <a:pt x="2435424" y="2260528"/>
                  </a:lnTo>
                  <a:lnTo>
                    <a:pt x="2435542" y="2259843"/>
                  </a:lnTo>
                  <a:lnTo>
                    <a:pt x="2435633" y="2259164"/>
                  </a:lnTo>
                  <a:lnTo>
                    <a:pt x="2435698" y="2258491"/>
                  </a:lnTo>
                  <a:lnTo>
                    <a:pt x="2435737" y="2257824"/>
                  </a:lnTo>
                  <a:lnTo>
                    <a:pt x="2435750" y="2257164"/>
                  </a:lnTo>
                  <a:lnTo>
                    <a:pt x="2435750" y="2251645"/>
                  </a:lnTo>
                  <a:lnTo>
                    <a:pt x="2423534" y="2251893"/>
                  </a:lnTo>
                  <a:lnTo>
                    <a:pt x="2422719" y="2251910"/>
                  </a:lnTo>
                  <a:lnTo>
                    <a:pt x="2421911" y="2251938"/>
                  </a:lnTo>
                  <a:lnTo>
                    <a:pt x="2421112" y="2251975"/>
                  </a:lnTo>
                  <a:lnTo>
                    <a:pt x="2420319" y="2252022"/>
                  </a:lnTo>
                  <a:lnTo>
                    <a:pt x="2419534" y="2252079"/>
                  </a:lnTo>
                  <a:lnTo>
                    <a:pt x="2418756" y="2252146"/>
                  </a:lnTo>
                  <a:lnTo>
                    <a:pt x="2417986" y="2252223"/>
                  </a:lnTo>
                  <a:lnTo>
                    <a:pt x="2417223" y="2252310"/>
                  </a:lnTo>
                  <a:lnTo>
                    <a:pt x="2416468" y="2252407"/>
                  </a:lnTo>
                  <a:lnTo>
                    <a:pt x="2415720" y="2252513"/>
                  </a:lnTo>
                  <a:lnTo>
                    <a:pt x="2414997" y="2252623"/>
                  </a:lnTo>
                  <a:lnTo>
                    <a:pt x="2414291" y="2252754"/>
                  </a:lnTo>
                  <a:lnTo>
                    <a:pt x="2413603" y="2252906"/>
                  </a:lnTo>
                  <a:lnTo>
                    <a:pt x="2412932" y="2253079"/>
                  </a:lnTo>
                  <a:lnTo>
                    <a:pt x="2412279" y="2253273"/>
                  </a:lnTo>
                  <a:lnTo>
                    <a:pt x="2411642" y="2253488"/>
                  </a:lnTo>
                  <a:lnTo>
                    <a:pt x="2411023" y="2253724"/>
                  </a:lnTo>
                  <a:lnTo>
                    <a:pt x="2410422" y="2253982"/>
                  </a:lnTo>
                  <a:lnTo>
                    <a:pt x="2409838" y="2254260"/>
                  </a:lnTo>
                  <a:lnTo>
                    <a:pt x="2409271" y="2254560"/>
                  </a:lnTo>
                  <a:lnTo>
                    <a:pt x="2408724" y="2254882"/>
                  </a:lnTo>
                  <a:lnTo>
                    <a:pt x="2408199" y="2255229"/>
                  </a:lnTo>
                  <a:lnTo>
                    <a:pt x="2407697" y="2255601"/>
                  </a:lnTo>
                  <a:lnTo>
                    <a:pt x="2407217" y="2255998"/>
                  </a:lnTo>
                  <a:lnTo>
                    <a:pt x="2406760" y="2256420"/>
                  </a:lnTo>
                  <a:lnTo>
                    <a:pt x="2406324" y="2256866"/>
                  </a:lnTo>
                  <a:lnTo>
                    <a:pt x="2405911" y="2257338"/>
                  </a:lnTo>
                  <a:lnTo>
                    <a:pt x="2405521" y="2257834"/>
                  </a:lnTo>
                  <a:lnTo>
                    <a:pt x="2405152" y="2258355"/>
                  </a:lnTo>
                  <a:lnTo>
                    <a:pt x="2404806" y="2258900"/>
                  </a:lnTo>
                  <a:lnTo>
                    <a:pt x="2404500" y="2259476"/>
                  </a:lnTo>
                  <a:lnTo>
                    <a:pt x="2404226" y="2260086"/>
                  </a:lnTo>
                  <a:lnTo>
                    <a:pt x="2403984" y="2260731"/>
                  </a:lnTo>
                  <a:lnTo>
                    <a:pt x="2403774" y="2261411"/>
                  </a:lnTo>
                  <a:lnTo>
                    <a:pt x="2403597" y="2262125"/>
                  </a:lnTo>
                  <a:lnTo>
                    <a:pt x="2403452" y="2262874"/>
                  </a:lnTo>
                  <a:lnTo>
                    <a:pt x="2403339" y="2263658"/>
                  </a:lnTo>
                  <a:lnTo>
                    <a:pt x="2403258" y="2264476"/>
                  </a:lnTo>
                  <a:lnTo>
                    <a:pt x="2403210" y="2265330"/>
                  </a:lnTo>
                  <a:lnTo>
                    <a:pt x="2403194" y="2266218"/>
                  </a:lnTo>
                  <a:lnTo>
                    <a:pt x="2403223" y="2267284"/>
                  </a:lnTo>
                  <a:lnTo>
                    <a:pt x="2403310" y="2268301"/>
                  </a:lnTo>
                  <a:lnTo>
                    <a:pt x="2403456" y="2269269"/>
                  </a:lnTo>
                  <a:lnTo>
                    <a:pt x="2403660" y="2270187"/>
                  </a:lnTo>
                  <a:lnTo>
                    <a:pt x="2403922" y="2271055"/>
                  </a:lnTo>
                  <a:lnTo>
                    <a:pt x="2404243" y="2271873"/>
                  </a:lnTo>
                  <a:lnTo>
                    <a:pt x="2404622" y="2272642"/>
                  </a:lnTo>
                  <a:lnTo>
                    <a:pt x="2405059" y="2273362"/>
                  </a:lnTo>
                  <a:lnTo>
                    <a:pt x="2405555" y="2274031"/>
                  </a:lnTo>
                  <a:lnTo>
                    <a:pt x="2406108" y="2274651"/>
                  </a:lnTo>
                  <a:lnTo>
                    <a:pt x="2406729" y="2275217"/>
                  </a:lnTo>
                  <a:lnTo>
                    <a:pt x="2407398" y="2275723"/>
                  </a:lnTo>
                  <a:lnTo>
                    <a:pt x="2408118" y="2276169"/>
                  </a:lnTo>
                  <a:lnTo>
                    <a:pt x="2408887" y="2276556"/>
                  </a:lnTo>
                  <a:lnTo>
                    <a:pt x="2409705" y="2276884"/>
                  </a:lnTo>
                  <a:lnTo>
                    <a:pt x="2410573" y="2277152"/>
                  </a:lnTo>
                  <a:lnTo>
                    <a:pt x="2411491" y="2277360"/>
                  </a:lnTo>
                  <a:lnTo>
                    <a:pt x="2412458" y="2277509"/>
                  </a:lnTo>
                  <a:lnTo>
                    <a:pt x="2413475" y="2277598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" name="ph52"/>
            <p:cNvSpPr/>
            <p:nvPr/>
          </p:nvSpPr>
          <p:spPr>
            <a:xfrm>
              <a:off x="1748293" y="2493391"/>
              <a:ext cx="2454726" cy="2354336"/>
            </a:xfrm>
            <a:custGeom>
              <a:avLst/>
              <a:gdLst/>
              <a:ahLst/>
              <a:cxnLst/>
              <a:rect l="0" t="0" r="0" b="0"/>
              <a:pathLst>
                <a:path w="2454726" h="2354336">
                  <a:moveTo>
                    <a:pt x="2412000" y="2286000"/>
                  </a:moveTo>
                  <a:lnTo>
                    <a:pt x="2412000" y="2328540"/>
                  </a:lnTo>
                  <a:lnTo>
                    <a:pt x="2412006" y="2329503"/>
                  </a:lnTo>
                  <a:lnTo>
                    <a:pt x="2412027" y="2330435"/>
                  </a:lnTo>
                  <a:lnTo>
                    <a:pt x="2412061" y="2331334"/>
                  </a:lnTo>
                  <a:lnTo>
                    <a:pt x="2412109" y="2332201"/>
                  </a:lnTo>
                  <a:lnTo>
                    <a:pt x="2412170" y="2333035"/>
                  </a:lnTo>
                  <a:lnTo>
                    <a:pt x="2412245" y="2333838"/>
                  </a:lnTo>
                  <a:lnTo>
                    <a:pt x="2412334" y="2334608"/>
                  </a:lnTo>
                  <a:lnTo>
                    <a:pt x="2412436" y="2335346"/>
                  </a:lnTo>
                  <a:lnTo>
                    <a:pt x="2412552" y="2336052"/>
                  </a:lnTo>
                  <a:lnTo>
                    <a:pt x="2412682" y="2336725"/>
                  </a:lnTo>
                  <a:lnTo>
                    <a:pt x="2412839" y="2337370"/>
                  </a:lnTo>
                  <a:lnTo>
                    <a:pt x="2413014" y="2337990"/>
                  </a:lnTo>
                  <a:lnTo>
                    <a:pt x="2413206" y="2338585"/>
                  </a:lnTo>
                  <a:lnTo>
                    <a:pt x="2413416" y="2339156"/>
                  </a:lnTo>
                  <a:lnTo>
                    <a:pt x="2413643" y="2339702"/>
                  </a:lnTo>
                  <a:lnTo>
                    <a:pt x="2413887" y="2340223"/>
                  </a:lnTo>
                  <a:lnTo>
                    <a:pt x="2414149" y="2340719"/>
                  </a:lnTo>
                  <a:lnTo>
                    <a:pt x="2414428" y="2341190"/>
                  </a:lnTo>
                  <a:lnTo>
                    <a:pt x="2414724" y="2341636"/>
                  </a:lnTo>
                  <a:lnTo>
                    <a:pt x="2415038" y="2342058"/>
                  </a:lnTo>
                  <a:lnTo>
                    <a:pt x="2415370" y="2342444"/>
                  </a:lnTo>
                  <a:lnTo>
                    <a:pt x="2415723" y="2342807"/>
                  </a:lnTo>
                  <a:lnTo>
                    <a:pt x="2416095" y="2343148"/>
                  </a:lnTo>
                  <a:lnTo>
                    <a:pt x="2416487" y="2343467"/>
                  </a:lnTo>
                  <a:lnTo>
                    <a:pt x="2416898" y="2343763"/>
                  </a:lnTo>
                  <a:lnTo>
                    <a:pt x="2417330" y="2344038"/>
                  </a:lnTo>
                  <a:lnTo>
                    <a:pt x="2417781" y="2344289"/>
                  </a:lnTo>
                  <a:lnTo>
                    <a:pt x="2418253" y="2344519"/>
                  </a:lnTo>
                  <a:lnTo>
                    <a:pt x="2418744" y="2344726"/>
                  </a:lnTo>
                  <a:lnTo>
                    <a:pt x="2419255" y="2344911"/>
                  </a:lnTo>
                  <a:lnTo>
                    <a:pt x="2419801" y="2345064"/>
                  </a:lnTo>
                  <a:lnTo>
                    <a:pt x="2420371" y="2345201"/>
                  </a:lnTo>
                  <a:lnTo>
                    <a:pt x="2420966" y="2345322"/>
                  </a:lnTo>
                  <a:lnTo>
                    <a:pt x="2421587" y="2345427"/>
                  </a:lnTo>
                  <a:lnTo>
                    <a:pt x="2422231" y="2345515"/>
                  </a:lnTo>
                  <a:lnTo>
                    <a:pt x="2422901" y="2345588"/>
                  </a:lnTo>
                  <a:lnTo>
                    <a:pt x="2423596" y="2345644"/>
                  </a:lnTo>
                  <a:lnTo>
                    <a:pt x="2424315" y="2345685"/>
                  </a:lnTo>
                  <a:lnTo>
                    <a:pt x="2425059" y="2345709"/>
                  </a:lnTo>
                  <a:lnTo>
                    <a:pt x="2425828" y="2345717"/>
                  </a:lnTo>
                  <a:lnTo>
                    <a:pt x="2426614" y="2345703"/>
                  </a:lnTo>
                  <a:lnTo>
                    <a:pt x="2427383" y="2345662"/>
                  </a:lnTo>
                  <a:lnTo>
                    <a:pt x="2428137" y="2345594"/>
                  </a:lnTo>
                  <a:lnTo>
                    <a:pt x="2428874" y="2345499"/>
                  </a:lnTo>
                  <a:lnTo>
                    <a:pt x="2429595" y="2345376"/>
                  </a:lnTo>
                  <a:lnTo>
                    <a:pt x="2430300" y="2345226"/>
                  </a:lnTo>
                  <a:lnTo>
                    <a:pt x="2430989" y="2345048"/>
                  </a:lnTo>
                  <a:lnTo>
                    <a:pt x="2431662" y="2344844"/>
                  </a:lnTo>
                  <a:lnTo>
                    <a:pt x="2432319" y="2344612"/>
                  </a:lnTo>
                  <a:lnTo>
                    <a:pt x="2432959" y="2344353"/>
                  </a:lnTo>
                  <a:lnTo>
                    <a:pt x="2433594" y="2344055"/>
                  </a:lnTo>
                  <a:lnTo>
                    <a:pt x="2434210" y="2343735"/>
                  </a:lnTo>
                  <a:lnTo>
                    <a:pt x="2434805" y="2343391"/>
                  </a:lnTo>
                  <a:lnTo>
                    <a:pt x="2435380" y="2343023"/>
                  </a:lnTo>
                  <a:lnTo>
                    <a:pt x="2435936" y="2342632"/>
                  </a:lnTo>
                  <a:lnTo>
                    <a:pt x="2436472" y="2342217"/>
                  </a:lnTo>
                  <a:lnTo>
                    <a:pt x="2436988" y="2341778"/>
                  </a:lnTo>
                  <a:lnTo>
                    <a:pt x="2437484" y="2341316"/>
                  </a:lnTo>
                  <a:lnTo>
                    <a:pt x="2437960" y="2340831"/>
                  </a:lnTo>
                  <a:lnTo>
                    <a:pt x="2438416" y="2340322"/>
                  </a:lnTo>
                  <a:lnTo>
                    <a:pt x="2438865" y="2339777"/>
                  </a:lnTo>
                  <a:lnTo>
                    <a:pt x="2439292" y="2339208"/>
                  </a:lnTo>
                  <a:lnTo>
                    <a:pt x="2439698" y="2338616"/>
                  </a:lnTo>
                  <a:lnTo>
                    <a:pt x="2440083" y="2338000"/>
                  </a:lnTo>
                  <a:lnTo>
                    <a:pt x="2440447" y="2337361"/>
                  </a:lnTo>
                  <a:lnTo>
                    <a:pt x="2440790" y="2336698"/>
                  </a:lnTo>
                  <a:lnTo>
                    <a:pt x="2441112" y="2336011"/>
                  </a:lnTo>
                  <a:lnTo>
                    <a:pt x="2441413" y="2335301"/>
                  </a:lnTo>
                  <a:lnTo>
                    <a:pt x="2441693" y="2334568"/>
                  </a:lnTo>
                  <a:lnTo>
                    <a:pt x="2441951" y="2333811"/>
                  </a:lnTo>
                  <a:lnTo>
                    <a:pt x="2442187" y="2333018"/>
                  </a:lnTo>
                  <a:lnTo>
                    <a:pt x="2442398" y="2332203"/>
                  </a:lnTo>
                  <a:lnTo>
                    <a:pt x="2442584" y="2331366"/>
                  </a:lnTo>
                  <a:lnTo>
                    <a:pt x="2442745" y="2330507"/>
                  </a:lnTo>
                  <a:lnTo>
                    <a:pt x="2442881" y="2329625"/>
                  </a:lnTo>
                  <a:lnTo>
                    <a:pt x="2442993" y="2328721"/>
                  </a:lnTo>
                  <a:lnTo>
                    <a:pt x="2443080" y="2327794"/>
                  </a:lnTo>
                  <a:lnTo>
                    <a:pt x="2443142" y="2326845"/>
                  </a:lnTo>
                  <a:lnTo>
                    <a:pt x="2443179" y="2325874"/>
                  </a:lnTo>
                  <a:lnTo>
                    <a:pt x="2443191" y="2324881"/>
                  </a:lnTo>
                  <a:lnTo>
                    <a:pt x="2443191" y="2286000"/>
                  </a:lnTo>
                  <a:lnTo>
                    <a:pt x="2454354" y="2286000"/>
                  </a:lnTo>
                  <a:lnTo>
                    <a:pt x="2454354" y="2338771"/>
                  </a:lnTo>
                  <a:lnTo>
                    <a:pt x="2454354" y="2339196"/>
                  </a:lnTo>
                  <a:lnTo>
                    <a:pt x="2454354" y="2339625"/>
                  </a:lnTo>
                  <a:lnTo>
                    <a:pt x="2454354" y="2340059"/>
                  </a:lnTo>
                  <a:lnTo>
                    <a:pt x="2454354" y="2340498"/>
                  </a:lnTo>
                  <a:lnTo>
                    <a:pt x="2454354" y="2340942"/>
                  </a:lnTo>
                  <a:lnTo>
                    <a:pt x="2454354" y="2341391"/>
                  </a:lnTo>
                  <a:lnTo>
                    <a:pt x="2454354" y="2341845"/>
                  </a:lnTo>
                  <a:lnTo>
                    <a:pt x="2454354" y="2342304"/>
                  </a:lnTo>
                  <a:lnTo>
                    <a:pt x="2454354" y="2342768"/>
                  </a:lnTo>
                  <a:lnTo>
                    <a:pt x="2454354" y="2343236"/>
                  </a:lnTo>
                  <a:lnTo>
                    <a:pt x="2454366" y="2343693"/>
                  </a:lnTo>
                  <a:lnTo>
                    <a:pt x="2454378" y="2344147"/>
                  </a:lnTo>
                  <a:lnTo>
                    <a:pt x="2454391" y="2344596"/>
                  </a:lnTo>
                  <a:lnTo>
                    <a:pt x="2454403" y="2345042"/>
                  </a:lnTo>
                  <a:lnTo>
                    <a:pt x="2454416" y="2345484"/>
                  </a:lnTo>
                  <a:lnTo>
                    <a:pt x="2454428" y="2345923"/>
                  </a:lnTo>
                  <a:lnTo>
                    <a:pt x="2454440" y="2346357"/>
                  </a:lnTo>
                  <a:lnTo>
                    <a:pt x="2454453" y="2346788"/>
                  </a:lnTo>
                  <a:lnTo>
                    <a:pt x="2454465" y="2347216"/>
                  </a:lnTo>
                  <a:lnTo>
                    <a:pt x="2454478" y="2347639"/>
                  </a:lnTo>
                  <a:lnTo>
                    <a:pt x="2454490" y="2348043"/>
                  </a:lnTo>
                  <a:lnTo>
                    <a:pt x="2454502" y="2348435"/>
                  </a:lnTo>
                  <a:lnTo>
                    <a:pt x="2454515" y="2348817"/>
                  </a:lnTo>
                  <a:lnTo>
                    <a:pt x="2454527" y="2349187"/>
                  </a:lnTo>
                  <a:lnTo>
                    <a:pt x="2454540" y="2349546"/>
                  </a:lnTo>
                  <a:lnTo>
                    <a:pt x="2454552" y="2349894"/>
                  </a:lnTo>
                  <a:lnTo>
                    <a:pt x="2454564" y="2350231"/>
                  </a:lnTo>
                  <a:lnTo>
                    <a:pt x="2454577" y="2350556"/>
                  </a:lnTo>
                  <a:lnTo>
                    <a:pt x="2454589" y="2350871"/>
                  </a:lnTo>
                  <a:lnTo>
                    <a:pt x="2454602" y="2351174"/>
                  </a:lnTo>
                  <a:lnTo>
                    <a:pt x="2454614" y="2351461"/>
                  </a:lnTo>
                  <a:lnTo>
                    <a:pt x="2454626" y="2351727"/>
                  </a:lnTo>
                  <a:lnTo>
                    <a:pt x="2454639" y="2351972"/>
                  </a:lnTo>
                  <a:lnTo>
                    <a:pt x="2454651" y="2352196"/>
                  </a:lnTo>
                  <a:lnTo>
                    <a:pt x="2454664" y="2352399"/>
                  </a:lnTo>
                  <a:lnTo>
                    <a:pt x="2454676" y="2352580"/>
                  </a:lnTo>
                  <a:lnTo>
                    <a:pt x="2454688" y="2352741"/>
                  </a:lnTo>
                  <a:lnTo>
                    <a:pt x="2454726" y="2353096"/>
                  </a:lnTo>
                  <a:lnTo>
                    <a:pt x="2444146" y="2352815"/>
                  </a:lnTo>
                  <a:lnTo>
                    <a:pt x="2444134" y="2352679"/>
                  </a:lnTo>
                  <a:lnTo>
                    <a:pt x="2444122" y="2352523"/>
                  </a:lnTo>
                  <a:lnTo>
                    <a:pt x="2444109" y="2352345"/>
                  </a:lnTo>
                  <a:lnTo>
                    <a:pt x="2444097" y="2352146"/>
                  </a:lnTo>
                  <a:lnTo>
                    <a:pt x="2444084" y="2351925"/>
                  </a:lnTo>
                  <a:lnTo>
                    <a:pt x="2444072" y="2351684"/>
                  </a:lnTo>
                  <a:lnTo>
                    <a:pt x="2444060" y="2351422"/>
                  </a:lnTo>
                  <a:lnTo>
                    <a:pt x="2444047" y="2351145"/>
                  </a:lnTo>
                  <a:lnTo>
                    <a:pt x="2444032" y="2350861"/>
                  </a:lnTo>
                  <a:lnTo>
                    <a:pt x="2444017" y="2350570"/>
                  </a:lnTo>
                  <a:lnTo>
                    <a:pt x="2444000" y="2350271"/>
                  </a:lnTo>
                  <a:lnTo>
                    <a:pt x="2443982" y="2349965"/>
                  </a:lnTo>
                  <a:lnTo>
                    <a:pt x="2443963" y="2349651"/>
                  </a:lnTo>
                  <a:lnTo>
                    <a:pt x="2443942" y="2349330"/>
                  </a:lnTo>
                  <a:lnTo>
                    <a:pt x="2443921" y="2349001"/>
                  </a:lnTo>
                  <a:lnTo>
                    <a:pt x="2443898" y="2348665"/>
                  </a:lnTo>
                  <a:lnTo>
                    <a:pt x="2443874" y="2348321"/>
                  </a:lnTo>
                  <a:lnTo>
                    <a:pt x="2443861" y="2347962"/>
                  </a:lnTo>
                  <a:lnTo>
                    <a:pt x="2443849" y="2347602"/>
                  </a:lnTo>
                  <a:lnTo>
                    <a:pt x="2443836" y="2347242"/>
                  </a:lnTo>
                  <a:lnTo>
                    <a:pt x="2443824" y="2346883"/>
                  </a:lnTo>
                  <a:lnTo>
                    <a:pt x="2443812" y="2346523"/>
                  </a:lnTo>
                  <a:lnTo>
                    <a:pt x="2443799" y="2346163"/>
                  </a:lnTo>
                  <a:lnTo>
                    <a:pt x="2443787" y="2345804"/>
                  </a:lnTo>
                  <a:lnTo>
                    <a:pt x="2443774" y="2345444"/>
                  </a:lnTo>
                  <a:lnTo>
                    <a:pt x="2443762" y="2345084"/>
                  </a:lnTo>
                  <a:lnTo>
                    <a:pt x="2443750" y="2344725"/>
                  </a:lnTo>
                  <a:lnTo>
                    <a:pt x="2443738" y="2344359"/>
                  </a:lnTo>
                  <a:lnTo>
                    <a:pt x="2443727" y="2344005"/>
                  </a:lnTo>
                  <a:lnTo>
                    <a:pt x="2443718" y="2343664"/>
                  </a:lnTo>
                  <a:lnTo>
                    <a:pt x="2443710" y="2343336"/>
                  </a:lnTo>
                  <a:lnTo>
                    <a:pt x="2443703" y="2343019"/>
                  </a:lnTo>
                  <a:lnTo>
                    <a:pt x="2443697" y="2342715"/>
                  </a:lnTo>
                  <a:lnTo>
                    <a:pt x="2443693" y="2342424"/>
                  </a:lnTo>
                  <a:lnTo>
                    <a:pt x="2443690" y="2342145"/>
                  </a:lnTo>
                  <a:lnTo>
                    <a:pt x="2443688" y="2341878"/>
                  </a:lnTo>
                  <a:lnTo>
                    <a:pt x="2443687" y="2341624"/>
                  </a:lnTo>
                  <a:lnTo>
                    <a:pt x="2443501" y="2341624"/>
                  </a:lnTo>
                  <a:lnTo>
                    <a:pt x="2443176" y="2342201"/>
                  </a:lnTo>
                  <a:lnTo>
                    <a:pt x="2442844" y="2342768"/>
                  </a:lnTo>
                  <a:lnTo>
                    <a:pt x="2442506" y="2343323"/>
                  </a:lnTo>
                  <a:lnTo>
                    <a:pt x="2442162" y="2343866"/>
                  </a:lnTo>
                  <a:lnTo>
                    <a:pt x="2441812" y="2344399"/>
                  </a:lnTo>
                  <a:lnTo>
                    <a:pt x="2441455" y="2344921"/>
                  </a:lnTo>
                  <a:lnTo>
                    <a:pt x="2441092" y="2345431"/>
                  </a:lnTo>
                  <a:lnTo>
                    <a:pt x="2440723" y="2345930"/>
                  </a:lnTo>
                  <a:lnTo>
                    <a:pt x="2440348" y="2346418"/>
                  </a:lnTo>
                  <a:lnTo>
                    <a:pt x="2439967" y="2346895"/>
                  </a:lnTo>
                  <a:lnTo>
                    <a:pt x="2439576" y="2347359"/>
                  </a:lnTo>
                  <a:lnTo>
                    <a:pt x="2439173" y="2347810"/>
                  </a:lnTo>
                  <a:lnTo>
                    <a:pt x="2438758" y="2348247"/>
                  </a:lnTo>
                  <a:lnTo>
                    <a:pt x="2438330" y="2348671"/>
                  </a:lnTo>
                  <a:lnTo>
                    <a:pt x="2437889" y="2349081"/>
                  </a:lnTo>
                  <a:lnTo>
                    <a:pt x="2437437" y="2349477"/>
                  </a:lnTo>
                  <a:lnTo>
                    <a:pt x="2436972" y="2349860"/>
                  </a:lnTo>
                  <a:lnTo>
                    <a:pt x="2436494" y="2350229"/>
                  </a:lnTo>
                  <a:lnTo>
                    <a:pt x="2436004" y="2350584"/>
                  </a:lnTo>
                  <a:lnTo>
                    <a:pt x="2435502" y="2350926"/>
                  </a:lnTo>
                  <a:lnTo>
                    <a:pt x="2434986" y="2351241"/>
                  </a:lnTo>
                  <a:lnTo>
                    <a:pt x="2434455" y="2351541"/>
                  </a:lnTo>
                  <a:lnTo>
                    <a:pt x="2433909" y="2351826"/>
                  </a:lnTo>
                  <a:lnTo>
                    <a:pt x="2433349" y="2352097"/>
                  </a:lnTo>
                  <a:lnTo>
                    <a:pt x="2432773" y="2352352"/>
                  </a:lnTo>
                  <a:lnTo>
                    <a:pt x="2432183" y="2352593"/>
                  </a:lnTo>
                  <a:lnTo>
                    <a:pt x="2431578" y="2352818"/>
                  </a:lnTo>
                  <a:lnTo>
                    <a:pt x="2430958" y="2353029"/>
                  </a:lnTo>
                  <a:lnTo>
                    <a:pt x="2430323" y="2353225"/>
                  </a:lnTo>
                  <a:lnTo>
                    <a:pt x="2429673" y="2353406"/>
                  </a:lnTo>
                  <a:lnTo>
                    <a:pt x="2429005" y="2353583"/>
                  </a:lnTo>
                  <a:lnTo>
                    <a:pt x="2428316" y="2353741"/>
                  </a:lnTo>
                  <a:lnTo>
                    <a:pt x="2427606" y="2353881"/>
                  </a:lnTo>
                  <a:lnTo>
                    <a:pt x="2426875" y="2354002"/>
                  </a:lnTo>
                  <a:lnTo>
                    <a:pt x="2426123" y="2354104"/>
                  </a:lnTo>
                  <a:lnTo>
                    <a:pt x="2425349" y="2354188"/>
                  </a:lnTo>
                  <a:lnTo>
                    <a:pt x="2424555" y="2354253"/>
                  </a:lnTo>
                  <a:lnTo>
                    <a:pt x="2423740" y="2354299"/>
                  </a:lnTo>
                  <a:lnTo>
                    <a:pt x="2422903" y="2354327"/>
                  </a:lnTo>
                  <a:lnTo>
                    <a:pt x="2422045" y="2354336"/>
                  </a:lnTo>
                  <a:lnTo>
                    <a:pt x="2420945" y="2354323"/>
                  </a:lnTo>
                  <a:lnTo>
                    <a:pt x="2419875" y="2354282"/>
                  </a:lnTo>
                  <a:lnTo>
                    <a:pt x="2418836" y="2354214"/>
                  </a:lnTo>
                  <a:lnTo>
                    <a:pt x="2417829" y="2354118"/>
                  </a:lnTo>
                  <a:lnTo>
                    <a:pt x="2416852" y="2353995"/>
                  </a:lnTo>
                  <a:lnTo>
                    <a:pt x="2415906" y="2353845"/>
                  </a:lnTo>
                  <a:lnTo>
                    <a:pt x="2414992" y="2353668"/>
                  </a:lnTo>
                  <a:lnTo>
                    <a:pt x="2414108" y="2353463"/>
                  </a:lnTo>
                  <a:lnTo>
                    <a:pt x="2413255" y="2353231"/>
                  </a:lnTo>
                  <a:lnTo>
                    <a:pt x="2412434" y="2352972"/>
                  </a:lnTo>
                  <a:lnTo>
                    <a:pt x="2411642" y="2352684"/>
                  </a:lnTo>
                  <a:lnTo>
                    <a:pt x="2410878" y="2352367"/>
                  </a:lnTo>
                  <a:lnTo>
                    <a:pt x="2410143" y="2352020"/>
                  </a:lnTo>
                  <a:lnTo>
                    <a:pt x="2409437" y="2351643"/>
                  </a:lnTo>
                  <a:lnTo>
                    <a:pt x="2408759" y="2351236"/>
                  </a:lnTo>
                  <a:lnTo>
                    <a:pt x="2408110" y="2350799"/>
                  </a:lnTo>
                  <a:lnTo>
                    <a:pt x="2407489" y="2350333"/>
                  </a:lnTo>
                  <a:lnTo>
                    <a:pt x="2406897" y="2349837"/>
                  </a:lnTo>
                  <a:lnTo>
                    <a:pt x="2406333" y="2349311"/>
                  </a:lnTo>
                  <a:lnTo>
                    <a:pt x="2405798" y="2348755"/>
                  </a:lnTo>
                  <a:lnTo>
                    <a:pt x="2405291" y="2348169"/>
                  </a:lnTo>
                  <a:lnTo>
                    <a:pt x="2404811" y="2347550"/>
                  </a:lnTo>
                  <a:lnTo>
                    <a:pt x="2404358" y="2346899"/>
                  </a:lnTo>
                  <a:lnTo>
                    <a:pt x="2403933" y="2346215"/>
                  </a:lnTo>
                  <a:lnTo>
                    <a:pt x="2403535" y="2345500"/>
                  </a:lnTo>
                  <a:lnTo>
                    <a:pt x="2403164" y="2344752"/>
                  </a:lnTo>
                  <a:lnTo>
                    <a:pt x="2402821" y="2343972"/>
                  </a:lnTo>
                  <a:lnTo>
                    <a:pt x="2402504" y="2343159"/>
                  </a:lnTo>
                  <a:lnTo>
                    <a:pt x="2402215" y="2342315"/>
                  </a:lnTo>
                  <a:lnTo>
                    <a:pt x="2401954" y="2341438"/>
                  </a:lnTo>
                  <a:lnTo>
                    <a:pt x="2401730" y="2340527"/>
                  </a:lnTo>
                  <a:lnTo>
                    <a:pt x="2401529" y="2339580"/>
                  </a:lnTo>
                  <a:lnTo>
                    <a:pt x="2401353" y="2338597"/>
                  </a:lnTo>
                  <a:lnTo>
                    <a:pt x="2401200" y="2337578"/>
                  </a:lnTo>
                  <a:lnTo>
                    <a:pt x="2401070" y="2336524"/>
                  </a:lnTo>
                  <a:lnTo>
                    <a:pt x="2400964" y="2335433"/>
                  </a:lnTo>
                  <a:lnTo>
                    <a:pt x="2400881" y="2334306"/>
                  </a:lnTo>
                  <a:lnTo>
                    <a:pt x="2400823" y="2333143"/>
                  </a:lnTo>
                  <a:lnTo>
                    <a:pt x="2400787" y="2331945"/>
                  </a:lnTo>
                  <a:lnTo>
                    <a:pt x="2400775" y="2330710"/>
                  </a:lnTo>
                  <a:lnTo>
                    <a:pt x="2400775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" name="ph53"/>
            <p:cNvSpPr/>
            <p:nvPr/>
          </p:nvSpPr>
          <p:spPr>
            <a:xfrm>
              <a:off x="1858363" y="2541946"/>
              <a:ext cx="2412000" cy="2305781"/>
            </a:xfrm>
            <a:custGeom>
              <a:avLst/>
              <a:gdLst/>
              <a:ahLst/>
              <a:cxnLst/>
              <a:rect l="0" t="0" r="0" b="0"/>
              <a:pathLst>
                <a:path w="2412000" h="2305781">
                  <a:moveTo>
                    <a:pt x="2412000" y="2286000"/>
                  </a:moveTo>
                  <a:lnTo>
                    <a:pt x="2411981" y="2286932"/>
                  </a:lnTo>
                  <a:lnTo>
                    <a:pt x="2411925" y="2287845"/>
                  </a:lnTo>
                  <a:lnTo>
                    <a:pt x="2411832" y="2288738"/>
                  </a:lnTo>
                  <a:lnTo>
                    <a:pt x="2411702" y="2289611"/>
                  </a:lnTo>
                  <a:lnTo>
                    <a:pt x="2411534" y="2290464"/>
                  </a:lnTo>
                  <a:lnTo>
                    <a:pt x="2411330" y="2291298"/>
                  </a:lnTo>
                  <a:lnTo>
                    <a:pt x="2411088" y="2292111"/>
                  </a:lnTo>
                  <a:lnTo>
                    <a:pt x="2410809" y="2292905"/>
                  </a:lnTo>
                  <a:lnTo>
                    <a:pt x="2410493" y="2293679"/>
                  </a:lnTo>
                  <a:lnTo>
                    <a:pt x="2410139" y="2294433"/>
                  </a:lnTo>
                  <a:lnTo>
                    <a:pt x="2409763" y="2295154"/>
                  </a:lnTo>
                  <a:lnTo>
                    <a:pt x="2409353" y="2295852"/>
                  </a:lnTo>
                  <a:lnTo>
                    <a:pt x="2408909" y="2296528"/>
                  </a:lnTo>
                  <a:lnTo>
                    <a:pt x="2408433" y="2297181"/>
                  </a:lnTo>
                  <a:lnTo>
                    <a:pt x="2407922" y="2297813"/>
                  </a:lnTo>
                  <a:lnTo>
                    <a:pt x="2407378" y="2298422"/>
                  </a:lnTo>
                  <a:lnTo>
                    <a:pt x="2406801" y="2299008"/>
                  </a:lnTo>
                  <a:lnTo>
                    <a:pt x="2406190" y="2299573"/>
                  </a:lnTo>
                  <a:lnTo>
                    <a:pt x="2405546" y="2300115"/>
                  </a:lnTo>
                  <a:lnTo>
                    <a:pt x="2404868" y="2300634"/>
                  </a:lnTo>
                  <a:lnTo>
                    <a:pt x="2404157" y="2301119"/>
                  </a:lnTo>
                  <a:lnTo>
                    <a:pt x="2403415" y="2301582"/>
                  </a:lnTo>
                  <a:lnTo>
                    <a:pt x="2402639" y="2302022"/>
                  </a:lnTo>
                  <a:lnTo>
                    <a:pt x="2401832" y="2302440"/>
                  </a:lnTo>
                  <a:lnTo>
                    <a:pt x="2400992" y="2302836"/>
                  </a:lnTo>
                  <a:lnTo>
                    <a:pt x="2400121" y="2303209"/>
                  </a:lnTo>
                  <a:lnTo>
                    <a:pt x="2399216" y="2303560"/>
                  </a:lnTo>
                  <a:lnTo>
                    <a:pt x="2398280" y="2303889"/>
                  </a:lnTo>
                  <a:lnTo>
                    <a:pt x="2397311" y="2304195"/>
                  </a:lnTo>
                  <a:lnTo>
                    <a:pt x="2396311" y="2304479"/>
                  </a:lnTo>
                  <a:lnTo>
                    <a:pt x="2395291" y="2304726"/>
                  </a:lnTo>
                  <a:lnTo>
                    <a:pt x="2394242" y="2304948"/>
                  </a:lnTo>
                  <a:lnTo>
                    <a:pt x="2393163" y="2305143"/>
                  </a:lnTo>
                  <a:lnTo>
                    <a:pt x="2392054" y="2305312"/>
                  </a:lnTo>
                  <a:lnTo>
                    <a:pt x="2390916" y="2305456"/>
                  </a:lnTo>
                  <a:lnTo>
                    <a:pt x="2389747" y="2305573"/>
                  </a:lnTo>
                  <a:lnTo>
                    <a:pt x="2388549" y="2305664"/>
                  </a:lnTo>
                  <a:lnTo>
                    <a:pt x="2387321" y="2305729"/>
                  </a:lnTo>
                  <a:lnTo>
                    <a:pt x="2386064" y="2305768"/>
                  </a:lnTo>
                  <a:lnTo>
                    <a:pt x="2384776" y="2305781"/>
                  </a:lnTo>
                  <a:lnTo>
                    <a:pt x="2383622" y="2305772"/>
                  </a:lnTo>
                  <a:lnTo>
                    <a:pt x="2382489" y="2305744"/>
                  </a:lnTo>
                  <a:lnTo>
                    <a:pt x="2381379" y="2305698"/>
                  </a:lnTo>
                  <a:lnTo>
                    <a:pt x="2380292" y="2305632"/>
                  </a:lnTo>
                  <a:lnTo>
                    <a:pt x="2379226" y="2305549"/>
                  </a:lnTo>
                  <a:lnTo>
                    <a:pt x="2378183" y="2305446"/>
                  </a:lnTo>
                  <a:lnTo>
                    <a:pt x="2377163" y="2305325"/>
                  </a:lnTo>
                  <a:lnTo>
                    <a:pt x="2376164" y="2305186"/>
                  </a:lnTo>
                  <a:lnTo>
                    <a:pt x="2375188" y="2305028"/>
                  </a:lnTo>
                  <a:lnTo>
                    <a:pt x="2374234" y="2304851"/>
                  </a:lnTo>
                  <a:lnTo>
                    <a:pt x="2373315" y="2304666"/>
                  </a:lnTo>
                  <a:lnTo>
                    <a:pt x="2372419" y="2304459"/>
                  </a:lnTo>
                  <a:lnTo>
                    <a:pt x="2371544" y="2304230"/>
                  </a:lnTo>
                  <a:lnTo>
                    <a:pt x="2370692" y="2303978"/>
                  </a:lnTo>
                  <a:lnTo>
                    <a:pt x="2369863" y="2303704"/>
                  </a:lnTo>
                  <a:lnTo>
                    <a:pt x="2369055" y="2303407"/>
                  </a:lnTo>
                  <a:lnTo>
                    <a:pt x="2368270" y="2303089"/>
                  </a:lnTo>
                  <a:lnTo>
                    <a:pt x="2367507" y="2302748"/>
                  </a:lnTo>
                  <a:lnTo>
                    <a:pt x="2366767" y="2302384"/>
                  </a:lnTo>
                  <a:lnTo>
                    <a:pt x="2366049" y="2301999"/>
                  </a:lnTo>
                  <a:lnTo>
                    <a:pt x="2365353" y="2301589"/>
                  </a:lnTo>
                  <a:lnTo>
                    <a:pt x="2364680" y="2301155"/>
                  </a:lnTo>
                  <a:lnTo>
                    <a:pt x="2364028" y="2300696"/>
                  </a:lnTo>
                  <a:lnTo>
                    <a:pt x="2363400" y="2300213"/>
                  </a:lnTo>
                  <a:lnTo>
                    <a:pt x="2362793" y="2299704"/>
                  </a:lnTo>
                  <a:lnTo>
                    <a:pt x="2362209" y="2299171"/>
                  </a:lnTo>
                  <a:lnTo>
                    <a:pt x="2361647" y="2298613"/>
                  </a:lnTo>
                  <a:lnTo>
                    <a:pt x="2361108" y="2298030"/>
                  </a:lnTo>
                  <a:lnTo>
                    <a:pt x="2360591" y="2297422"/>
                  </a:lnTo>
                  <a:lnTo>
                    <a:pt x="2360096" y="2296790"/>
                  </a:lnTo>
                  <a:lnTo>
                    <a:pt x="2359637" y="2296118"/>
                  </a:lnTo>
                  <a:lnTo>
                    <a:pt x="2359203" y="2295418"/>
                  </a:lnTo>
                  <a:lnTo>
                    <a:pt x="2358793" y="2294689"/>
                  </a:lnTo>
                  <a:lnTo>
                    <a:pt x="2358409" y="2293932"/>
                  </a:lnTo>
                  <a:lnTo>
                    <a:pt x="2358049" y="2293146"/>
                  </a:lnTo>
                  <a:lnTo>
                    <a:pt x="2357714" y="2292332"/>
                  </a:lnTo>
                  <a:lnTo>
                    <a:pt x="2357404" y="2291489"/>
                  </a:lnTo>
                  <a:lnTo>
                    <a:pt x="2357119" y="2290618"/>
                  </a:lnTo>
                  <a:lnTo>
                    <a:pt x="2356859" y="2289718"/>
                  </a:lnTo>
                  <a:lnTo>
                    <a:pt x="2356623" y="2288790"/>
                  </a:lnTo>
                  <a:lnTo>
                    <a:pt x="2366483" y="2286868"/>
                  </a:lnTo>
                  <a:lnTo>
                    <a:pt x="2366799" y="2287918"/>
                  </a:lnTo>
                  <a:lnTo>
                    <a:pt x="2367175" y="2288912"/>
                  </a:lnTo>
                  <a:lnTo>
                    <a:pt x="2367612" y="2289848"/>
                  </a:lnTo>
                  <a:lnTo>
                    <a:pt x="2368110" y="2290727"/>
                  </a:lnTo>
                  <a:lnTo>
                    <a:pt x="2368669" y="2291550"/>
                  </a:lnTo>
                  <a:lnTo>
                    <a:pt x="2369288" y="2292315"/>
                  </a:lnTo>
                  <a:lnTo>
                    <a:pt x="2369969" y="2293023"/>
                  </a:lnTo>
                  <a:lnTo>
                    <a:pt x="2370710" y="2293674"/>
                  </a:lnTo>
                  <a:lnTo>
                    <a:pt x="2371511" y="2294268"/>
                  </a:lnTo>
                  <a:lnTo>
                    <a:pt x="2372374" y="2294805"/>
                  </a:lnTo>
                  <a:lnTo>
                    <a:pt x="2373302" y="2295276"/>
                  </a:lnTo>
                  <a:lnTo>
                    <a:pt x="2374299" y="2295698"/>
                  </a:lnTo>
                  <a:lnTo>
                    <a:pt x="2375365" y="2296070"/>
                  </a:lnTo>
                  <a:lnTo>
                    <a:pt x="2376502" y="2296393"/>
                  </a:lnTo>
                  <a:lnTo>
                    <a:pt x="2377707" y="2296666"/>
                  </a:lnTo>
                  <a:lnTo>
                    <a:pt x="2378982" y="2296889"/>
                  </a:lnTo>
                  <a:lnTo>
                    <a:pt x="2380326" y="2297062"/>
                  </a:lnTo>
                  <a:lnTo>
                    <a:pt x="2381740" y="2297186"/>
                  </a:lnTo>
                  <a:lnTo>
                    <a:pt x="2383224" y="2297261"/>
                  </a:lnTo>
                  <a:lnTo>
                    <a:pt x="2384776" y="2297286"/>
                  </a:lnTo>
                  <a:lnTo>
                    <a:pt x="2385489" y="2297281"/>
                  </a:lnTo>
                  <a:lnTo>
                    <a:pt x="2386190" y="2297266"/>
                  </a:lnTo>
                  <a:lnTo>
                    <a:pt x="2386879" y="2297241"/>
                  </a:lnTo>
                  <a:lnTo>
                    <a:pt x="2387554" y="2297206"/>
                  </a:lnTo>
                  <a:lnTo>
                    <a:pt x="2388218" y="2297162"/>
                  </a:lnTo>
                  <a:lnTo>
                    <a:pt x="2388869" y="2297107"/>
                  </a:lnTo>
                  <a:lnTo>
                    <a:pt x="2389508" y="2297043"/>
                  </a:lnTo>
                  <a:lnTo>
                    <a:pt x="2390134" y="2296968"/>
                  </a:lnTo>
                  <a:lnTo>
                    <a:pt x="2390748" y="2296884"/>
                  </a:lnTo>
                  <a:lnTo>
                    <a:pt x="2391350" y="2296790"/>
                  </a:lnTo>
                  <a:lnTo>
                    <a:pt x="2391949" y="2296683"/>
                  </a:lnTo>
                  <a:lnTo>
                    <a:pt x="2392530" y="2296564"/>
                  </a:lnTo>
                  <a:lnTo>
                    <a:pt x="2393095" y="2296430"/>
                  </a:lnTo>
                  <a:lnTo>
                    <a:pt x="2393642" y="2296284"/>
                  </a:lnTo>
                  <a:lnTo>
                    <a:pt x="2394171" y="2296123"/>
                  </a:lnTo>
                  <a:lnTo>
                    <a:pt x="2394683" y="2295949"/>
                  </a:lnTo>
                  <a:lnTo>
                    <a:pt x="2395178" y="2295761"/>
                  </a:lnTo>
                  <a:lnTo>
                    <a:pt x="2395656" y="2295559"/>
                  </a:lnTo>
                  <a:lnTo>
                    <a:pt x="2396116" y="2295344"/>
                  </a:lnTo>
                  <a:lnTo>
                    <a:pt x="2396559" y="2295115"/>
                  </a:lnTo>
                  <a:lnTo>
                    <a:pt x="2396983" y="2294860"/>
                  </a:lnTo>
                  <a:lnTo>
                    <a:pt x="2397387" y="2294589"/>
                  </a:lnTo>
                  <a:lnTo>
                    <a:pt x="2397772" y="2294304"/>
                  </a:lnTo>
                  <a:lnTo>
                    <a:pt x="2398136" y="2294004"/>
                  </a:lnTo>
                  <a:lnTo>
                    <a:pt x="2398481" y="2293689"/>
                  </a:lnTo>
                  <a:lnTo>
                    <a:pt x="2398806" y="2293359"/>
                  </a:lnTo>
                  <a:lnTo>
                    <a:pt x="2399111" y="2293014"/>
                  </a:lnTo>
                  <a:lnTo>
                    <a:pt x="2399396" y="2292655"/>
                  </a:lnTo>
                  <a:lnTo>
                    <a:pt x="2399662" y="2292280"/>
                  </a:lnTo>
                  <a:lnTo>
                    <a:pt x="2399907" y="2291891"/>
                  </a:lnTo>
                  <a:lnTo>
                    <a:pt x="2400143" y="2291472"/>
                  </a:lnTo>
                  <a:lnTo>
                    <a:pt x="2400354" y="2291035"/>
                  </a:lnTo>
                  <a:lnTo>
                    <a:pt x="2400540" y="2290579"/>
                  </a:lnTo>
                  <a:lnTo>
                    <a:pt x="2400701" y="2290105"/>
                  </a:lnTo>
                  <a:lnTo>
                    <a:pt x="2400837" y="2289612"/>
                  </a:lnTo>
                  <a:lnTo>
                    <a:pt x="2400949" y="2289100"/>
                  </a:lnTo>
                  <a:lnTo>
                    <a:pt x="2401036" y="2288570"/>
                  </a:lnTo>
                  <a:lnTo>
                    <a:pt x="2401098" y="2288021"/>
                  </a:lnTo>
                  <a:lnTo>
                    <a:pt x="2401135" y="2287454"/>
                  </a:lnTo>
                  <a:lnTo>
                    <a:pt x="2401147" y="2286868"/>
                  </a:lnTo>
                  <a:lnTo>
                    <a:pt x="2401133" y="2286271"/>
                  </a:lnTo>
                  <a:lnTo>
                    <a:pt x="2401090" y="2285697"/>
                  </a:lnTo>
                  <a:lnTo>
                    <a:pt x="2401019" y="2285145"/>
                  </a:lnTo>
                  <a:lnTo>
                    <a:pt x="2400919" y="2284615"/>
                  </a:lnTo>
                  <a:lnTo>
                    <a:pt x="2400791" y="2284108"/>
                  </a:lnTo>
                  <a:lnTo>
                    <a:pt x="2400634" y="2283623"/>
                  </a:lnTo>
                  <a:lnTo>
                    <a:pt x="2400449" y="2283161"/>
                  </a:lnTo>
                  <a:lnTo>
                    <a:pt x="2400235" y="2282720"/>
                  </a:lnTo>
                  <a:lnTo>
                    <a:pt x="2399992" y="2282302"/>
                  </a:lnTo>
                  <a:lnTo>
                    <a:pt x="2399721" y="2281907"/>
                  </a:lnTo>
                  <a:lnTo>
                    <a:pt x="2399425" y="2281517"/>
                  </a:lnTo>
                  <a:lnTo>
                    <a:pt x="2399106" y="2281140"/>
                  </a:lnTo>
                  <a:lnTo>
                    <a:pt x="2398765" y="2280777"/>
                  </a:lnTo>
                  <a:lnTo>
                    <a:pt x="2398402" y="2280428"/>
                  </a:lnTo>
                  <a:lnTo>
                    <a:pt x="2398016" y="2280093"/>
                  </a:lnTo>
                  <a:lnTo>
                    <a:pt x="2397608" y="2279771"/>
                  </a:lnTo>
                  <a:lnTo>
                    <a:pt x="2397177" y="2279463"/>
                  </a:lnTo>
                  <a:lnTo>
                    <a:pt x="2396725" y="2279168"/>
                  </a:lnTo>
                  <a:lnTo>
                    <a:pt x="2396250" y="2278887"/>
                  </a:lnTo>
                  <a:lnTo>
                    <a:pt x="2395752" y="2278620"/>
                  </a:lnTo>
                  <a:lnTo>
                    <a:pt x="2395233" y="2278363"/>
                  </a:lnTo>
                  <a:lnTo>
                    <a:pt x="2394691" y="2278114"/>
                  </a:lnTo>
                  <a:lnTo>
                    <a:pt x="2394126" y="2277872"/>
                  </a:lnTo>
                  <a:lnTo>
                    <a:pt x="2393540" y="2277638"/>
                  </a:lnTo>
                  <a:lnTo>
                    <a:pt x="2392931" y="2277411"/>
                  </a:lnTo>
                  <a:lnTo>
                    <a:pt x="2392300" y="2277191"/>
                  </a:lnTo>
                  <a:lnTo>
                    <a:pt x="2391646" y="2276979"/>
                  </a:lnTo>
                  <a:lnTo>
                    <a:pt x="2390970" y="2276775"/>
                  </a:lnTo>
                  <a:lnTo>
                    <a:pt x="2390272" y="2276577"/>
                  </a:lnTo>
                  <a:lnTo>
                    <a:pt x="2389551" y="2276388"/>
                  </a:lnTo>
                  <a:lnTo>
                    <a:pt x="2388824" y="2276187"/>
                  </a:lnTo>
                  <a:lnTo>
                    <a:pt x="2388083" y="2275983"/>
                  </a:lnTo>
                  <a:lnTo>
                    <a:pt x="2387326" y="2275776"/>
                  </a:lnTo>
                  <a:lnTo>
                    <a:pt x="2386555" y="2275564"/>
                  </a:lnTo>
                  <a:lnTo>
                    <a:pt x="2385769" y="2275349"/>
                  </a:lnTo>
                  <a:lnTo>
                    <a:pt x="2384967" y="2275130"/>
                  </a:lnTo>
                  <a:lnTo>
                    <a:pt x="2384151" y="2274907"/>
                  </a:lnTo>
                  <a:lnTo>
                    <a:pt x="2383320" y="2274681"/>
                  </a:lnTo>
                  <a:lnTo>
                    <a:pt x="2382474" y="2274451"/>
                  </a:lnTo>
                  <a:lnTo>
                    <a:pt x="2381614" y="2274217"/>
                  </a:lnTo>
                  <a:lnTo>
                    <a:pt x="2380808" y="2274004"/>
                  </a:lnTo>
                  <a:lnTo>
                    <a:pt x="2380004" y="2273786"/>
                  </a:lnTo>
                  <a:lnTo>
                    <a:pt x="2379201" y="2273562"/>
                  </a:lnTo>
                  <a:lnTo>
                    <a:pt x="2378399" y="2273334"/>
                  </a:lnTo>
                  <a:lnTo>
                    <a:pt x="2377598" y="2273101"/>
                  </a:lnTo>
                  <a:lnTo>
                    <a:pt x="2376799" y="2272863"/>
                  </a:lnTo>
                  <a:lnTo>
                    <a:pt x="2376001" y="2272620"/>
                  </a:lnTo>
                  <a:lnTo>
                    <a:pt x="2375204" y="2272372"/>
                  </a:lnTo>
                  <a:lnTo>
                    <a:pt x="2374409" y="2272119"/>
                  </a:lnTo>
                  <a:lnTo>
                    <a:pt x="2373614" y="2271861"/>
                  </a:lnTo>
                  <a:lnTo>
                    <a:pt x="2372828" y="2271592"/>
                  </a:lnTo>
                  <a:lnTo>
                    <a:pt x="2372057" y="2271308"/>
                  </a:lnTo>
                  <a:lnTo>
                    <a:pt x="2371300" y="2271007"/>
                  </a:lnTo>
                  <a:lnTo>
                    <a:pt x="2370558" y="2270690"/>
                  </a:lnTo>
                  <a:lnTo>
                    <a:pt x="2369832" y="2270357"/>
                  </a:lnTo>
                  <a:lnTo>
                    <a:pt x="2369120" y="2270008"/>
                  </a:lnTo>
                  <a:lnTo>
                    <a:pt x="2368423" y="2269643"/>
                  </a:lnTo>
                  <a:lnTo>
                    <a:pt x="2367740" y="2269261"/>
                  </a:lnTo>
                  <a:lnTo>
                    <a:pt x="2367073" y="2268864"/>
                  </a:lnTo>
                  <a:lnTo>
                    <a:pt x="2366421" y="2268450"/>
                  </a:lnTo>
                  <a:lnTo>
                    <a:pt x="2365800" y="2268006"/>
                  </a:lnTo>
                  <a:lnTo>
                    <a:pt x="2365203" y="2267542"/>
                  </a:lnTo>
                  <a:lnTo>
                    <a:pt x="2364629" y="2267059"/>
                  </a:lnTo>
                  <a:lnTo>
                    <a:pt x="2364079" y="2266555"/>
                  </a:lnTo>
                  <a:lnTo>
                    <a:pt x="2363553" y="2266032"/>
                  </a:lnTo>
                  <a:lnTo>
                    <a:pt x="2363050" y="2265489"/>
                  </a:lnTo>
                  <a:lnTo>
                    <a:pt x="2362571" y="2264925"/>
                  </a:lnTo>
                  <a:lnTo>
                    <a:pt x="2362115" y="2264343"/>
                  </a:lnTo>
                  <a:lnTo>
                    <a:pt x="2361683" y="2263740"/>
                  </a:lnTo>
                  <a:lnTo>
                    <a:pt x="2361274" y="2263117"/>
                  </a:lnTo>
                  <a:lnTo>
                    <a:pt x="2360897" y="2262469"/>
                  </a:lnTo>
                  <a:lnTo>
                    <a:pt x="2360560" y="2261788"/>
                  </a:lnTo>
                  <a:lnTo>
                    <a:pt x="2360262" y="2261075"/>
                  </a:lnTo>
                  <a:lnTo>
                    <a:pt x="2360004" y="2260329"/>
                  </a:lnTo>
                  <a:lnTo>
                    <a:pt x="2359786" y="2259552"/>
                  </a:lnTo>
                  <a:lnTo>
                    <a:pt x="2359607" y="2258742"/>
                  </a:lnTo>
                  <a:lnTo>
                    <a:pt x="2359468" y="2257900"/>
                  </a:lnTo>
                  <a:lnTo>
                    <a:pt x="2359369" y="2257025"/>
                  </a:lnTo>
                  <a:lnTo>
                    <a:pt x="2359309" y="2256119"/>
                  </a:lnTo>
                  <a:lnTo>
                    <a:pt x="2359290" y="2255180"/>
                  </a:lnTo>
                  <a:lnTo>
                    <a:pt x="2359355" y="2253388"/>
                  </a:lnTo>
                  <a:lnTo>
                    <a:pt x="2359550" y="2251685"/>
                  </a:lnTo>
                  <a:lnTo>
                    <a:pt x="2359876" y="2250069"/>
                  </a:lnTo>
                  <a:lnTo>
                    <a:pt x="2360331" y="2248542"/>
                  </a:lnTo>
                  <a:lnTo>
                    <a:pt x="2360917" y="2247103"/>
                  </a:lnTo>
                  <a:lnTo>
                    <a:pt x="2361634" y="2245751"/>
                  </a:lnTo>
                  <a:lnTo>
                    <a:pt x="2362480" y="2244488"/>
                  </a:lnTo>
                  <a:lnTo>
                    <a:pt x="2363457" y="2243313"/>
                  </a:lnTo>
                  <a:lnTo>
                    <a:pt x="2364564" y="2242226"/>
                  </a:lnTo>
                  <a:lnTo>
                    <a:pt x="2365801" y="2241227"/>
                  </a:lnTo>
                  <a:lnTo>
                    <a:pt x="2367175" y="2240308"/>
                  </a:lnTo>
                  <a:lnTo>
                    <a:pt x="2368668" y="2239486"/>
                  </a:lnTo>
                  <a:lnTo>
                    <a:pt x="2370280" y="2238760"/>
                  </a:lnTo>
                  <a:lnTo>
                    <a:pt x="2372012" y="2238131"/>
                  </a:lnTo>
                  <a:lnTo>
                    <a:pt x="2373862" y="2237599"/>
                  </a:lnTo>
                  <a:lnTo>
                    <a:pt x="2375832" y="2237164"/>
                  </a:lnTo>
                  <a:lnTo>
                    <a:pt x="2377920" y="2236825"/>
                  </a:lnTo>
                  <a:lnTo>
                    <a:pt x="2380128" y="2236584"/>
                  </a:lnTo>
                  <a:lnTo>
                    <a:pt x="2382455" y="2236438"/>
                  </a:lnTo>
                  <a:lnTo>
                    <a:pt x="2384900" y="2236390"/>
                  </a:lnTo>
                  <a:lnTo>
                    <a:pt x="2387075" y="2236429"/>
                  </a:lnTo>
                  <a:lnTo>
                    <a:pt x="2389157" y="2236546"/>
                  </a:lnTo>
                  <a:lnTo>
                    <a:pt x="2391147" y="2236742"/>
                  </a:lnTo>
                  <a:lnTo>
                    <a:pt x="2393046" y="2237015"/>
                  </a:lnTo>
                  <a:lnTo>
                    <a:pt x="2394853" y="2237367"/>
                  </a:lnTo>
                  <a:lnTo>
                    <a:pt x="2396569" y="2237797"/>
                  </a:lnTo>
                  <a:lnTo>
                    <a:pt x="2398192" y="2238304"/>
                  </a:lnTo>
                  <a:lnTo>
                    <a:pt x="2399724" y="2238890"/>
                  </a:lnTo>
                  <a:lnTo>
                    <a:pt x="2401164" y="2239555"/>
                  </a:lnTo>
                  <a:lnTo>
                    <a:pt x="2402512" y="2240297"/>
                  </a:lnTo>
                  <a:lnTo>
                    <a:pt x="2403778" y="2241125"/>
                  </a:lnTo>
                  <a:lnTo>
                    <a:pt x="2404948" y="2242048"/>
                  </a:lnTo>
                  <a:lnTo>
                    <a:pt x="2406020" y="2243065"/>
                  </a:lnTo>
                  <a:lnTo>
                    <a:pt x="2406996" y="2244176"/>
                  </a:lnTo>
                  <a:lnTo>
                    <a:pt x="2407876" y="2245382"/>
                  </a:lnTo>
                  <a:lnTo>
                    <a:pt x="2408658" y="2246682"/>
                  </a:lnTo>
                  <a:lnTo>
                    <a:pt x="2409344" y="2248076"/>
                  </a:lnTo>
                  <a:lnTo>
                    <a:pt x="2409933" y="2249564"/>
                  </a:lnTo>
                  <a:lnTo>
                    <a:pt x="2410426" y="2251146"/>
                  </a:lnTo>
                  <a:lnTo>
                    <a:pt x="2410821" y="2252823"/>
                  </a:lnTo>
                  <a:lnTo>
                    <a:pt x="2400775" y="2254063"/>
                  </a:lnTo>
                  <a:lnTo>
                    <a:pt x="2400654" y="2253551"/>
                  </a:lnTo>
                  <a:lnTo>
                    <a:pt x="2400515" y="2253056"/>
                  </a:lnTo>
                  <a:lnTo>
                    <a:pt x="2400357" y="2252579"/>
                  </a:lnTo>
                  <a:lnTo>
                    <a:pt x="2400180" y="2252119"/>
                  </a:lnTo>
                  <a:lnTo>
                    <a:pt x="2399985" y="2251676"/>
                  </a:lnTo>
                  <a:lnTo>
                    <a:pt x="2399771" y="2251251"/>
                  </a:lnTo>
                  <a:lnTo>
                    <a:pt x="2399538" y="2250843"/>
                  </a:lnTo>
                  <a:lnTo>
                    <a:pt x="2399287" y="2250452"/>
                  </a:lnTo>
                  <a:lnTo>
                    <a:pt x="2399017" y="2250079"/>
                  </a:lnTo>
                  <a:lnTo>
                    <a:pt x="2398729" y="2249723"/>
                  </a:lnTo>
                  <a:lnTo>
                    <a:pt x="2398425" y="2249370"/>
                  </a:lnTo>
                  <a:lnTo>
                    <a:pt x="2398109" y="2249033"/>
                  </a:lnTo>
                  <a:lnTo>
                    <a:pt x="2397780" y="2248711"/>
                  </a:lnTo>
                  <a:lnTo>
                    <a:pt x="2397439" y="2248403"/>
                  </a:lnTo>
                  <a:lnTo>
                    <a:pt x="2397086" y="2248110"/>
                  </a:lnTo>
                  <a:lnTo>
                    <a:pt x="2396720" y="2247833"/>
                  </a:lnTo>
                  <a:lnTo>
                    <a:pt x="2396342" y="2247570"/>
                  </a:lnTo>
                  <a:lnTo>
                    <a:pt x="2395951" y="2247322"/>
                  </a:lnTo>
                  <a:lnTo>
                    <a:pt x="2395548" y="2247088"/>
                  </a:lnTo>
                  <a:lnTo>
                    <a:pt x="2395132" y="2246870"/>
                  </a:lnTo>
                  <a:lnTo>
                    <a:pt x="2394705" y="2246654"/>
                  </a:lnTo>
                  <a:lnTo>
                    <a:pt x="2394267" y="2246451"/>
                  </a:lnTo>
                  <a:lnTo>
                    <a:pt x="2393817" y="2246262"/>
                  </a:lnTo>
                  <a:lnTo>
                    <a:pt x="2393356" y="2246086"/>
                  </a:lnTo>
                  <a:lnTo>
                    <a:pt x="2392884" y="2245924"/>
                  </a:lnTo>
                  <a:lnTo>
                    <a:pt x="2392401" y="2245776"/>
                  </a:lnTo>
                  <a:lnTo>
                    <a:pt x="2391907" y="2245642"/>
                  </a:lnTo>
                  <a:lnTo>
                    <a:pt x="2391402" y="2245521"/>
                  </a:lnTo>
                  <a:lnTo>
                    <a:pt x="2390885" y="2245413"/>
                  </a:lnTo>
                  <a:lnTo>
                    <a:pt x="2390357" y="2245320"/>
                  </a:lnTo>
                  <a:lnTo>
                    <a:pt x="2389834" y="2245226"/>
                  </a:lnTo>
                  <a:lnTo>
                    <a:pt x="2389306" y="2245141"/>
                  </a:lnTo>
                  <a:lnTo>
                    <a:pt x="2388772" y="2245067"/>
                  </a:lnTo>
                  <a:lnTo>
                    <a:pt x="2388234" y="2245002"/>
                  </a:lnTo>
                  <a:lnTo>
                    <a:pt x="2387691" y="2244948"/>
                  </a:lnTo>
                  <a:lnTo>
                    <a:pt x="2387143" y="2244903"/>
                  </a:lnTo>
                  <a:lnTo>
                    <a:pt x="2386590" y="2244868"/>
                  </a:lnTo>
                  <a:lnTo>
                    <a:pt x="2386031" y="2244844"/>
                  </a:lnTo>
                  <a:lnTo>
                    <a:pt x="2385468" y="2244829"/>
                  </a:lnTo>
                  <a:lnTo>
                    <a:pt x="2384900" y="2244824"/>
                  </a:lnTo>
                  <a:lnTo>
                    <a:pt x="2383427" y="2244847"/>
                  </a:lnTo>
                  <a:lnTo>
                    <a:pt x="2382033" y="2244915"/>
                  </a:lnTo>
                  <a:lnTo>
                    <a:pt x="2380718" y="2245030"/>
                  </a:lnTo>
                  <a:lnTo>
                    <a:pt x="2379483" y="2245191"/>
                  </a:lnTo>
                  <a:lnTo>
                    <a:pt x="2378327" y="2245397"/>
                  </a:lnTo>
                  <a:lnTo>
                    <a:pt x="2377251" y="2245650"/>
                  </a:lnTo>
                  <a:lnTo>
                    <a:pt x="2376253" y="2245948"/>
                  </a:lnTo>
                  <a:lnTo>
                    <a:pt x="2375336" y="2246292"/>
                  </a:lnTo>
                  <a:lnTo>
                    <a:pt x="2374497" y="2246682"/>
                  </a:lnTo>
                  <a:lnTo>
                    <a:pt x="2373738" y="2247118"/>
                  </a:lnTo>
                  <a:lnTo>
                    <a:pt x="2373055" y="2247601"/>
                  </a:lnTo>
                  <a:lnTo>
                    <a:pt x="2372443" y="2248130"/>
                  </a:lnTo>
                  <a:lnTo>
                    <a:pt x="2371904" y="2248707"/>
                  </a:lnTo>
                  <a:lnTo>
                    <a:pt x="2371436" y="2249331"/>
                  </a:lnTo>
                  <a:lnTo>
                    <a:pt x="2371041" y="2250002"/>
                  </a:lnTo>
                  <a:lnTo>
                    <a:pt x="2370717" y="2250720"/>
                  </a:lnTo>
                  <a:lnTo>
                    <a:pt x="2370465" y="2251485"/>
                  </a:lnTo>
                  <a:lnTo>
                    <a:pt x="2370285" y="2252297"/>
                  </a:lnTo>
                  <a:lnTo>
                    <a:pt x="2370178" y="2253157"/>
                  </a:lnTo>
                  <a:lnTo>
                    <a:pt x="2370142" y="2254063"/>
                  </a:lnTo>
                  <a:lnTo>
                    <a:pt x="2370155" y="2254600"/>
                  </a:lnTo>
                  <a:lnTo>
                    <a:pt x="2370194" y="2255118"/>
                  </a:lnTo>
                  <a:lnTo>
                    <a:pt x="2370259" y="2255617"/>
                  </a:lnTo>
                  <a:lnTo>
                    <a:pt x="2370350" y="2256097"/>
                  </a:lnTo>
                  <a:lnTo>
                    <a:pt x="2370467" y="2256559"/>
                  </a:lnTo>
                  <a:lnTo>
                    <a:pt x="2370610" y="2257003"/>
                  </a:lnTo>
                  <a:lnTo>
                    <a:pt x="2370780" y="2257428"/>
                  </a:lnTo>
                  <a:lnTo>
                    <a:pt x="2370975" y="2257834"/>
                  </a:lnTo>
                  <a:lnTo>
                    <a:pt x="2371196" y="2258221"/>
                  </a:lnTo>
                  <a:lnTo>
                    <a:pt x="2371444" y="2258590"/>
                  </a:lnTo>
                  <a:lnTo>
                    <a:pt x="2371727" y="2258933"/>
                  </a:lnTo>
                  <a:lnTo>
                    <a:pt x="2372029" y="2259265"/>
                  </a:lnTo>
                  <a:lnTo>
                    <a:pt x="2372352" y="2259587"/>
                  </a:lnTo>
                  <a:lnTo>
                    <a:pt x="2372694" y="2259900"/>
                  </a:lnTo>
                  <a:lnTo>
                    <a:pt x="2373056" y="2260203"/>
                  </a:lnTo>
                  <a:lnTo>
                    <a:pt x="2373438" y="2260495"/>
                  </a:lnTo>
                  <a:lnTo>
                    <a:pt x="2373840" y="2260778"/>
                  </a:lnTo>
                  <a:lnTo>
                    <a:pt x="2374262" y="2261051"/>
                  </a:lnTo>
                  <a:lnTo>
                    <a:pt x="2374703" y="2261314"/>
                  </a:lnTo>
                  <a:lnTo>
                    <a:pt x="2375165" y="2261567"/>
                  </a:lnTo>
                  <a:lnTo>
                    <a:pt x="2375658" y="2261800"/>
                  </a:lnTo>
                  <a:lnTo>
                    <a:pt x="2376169" y="2262028"/>
                  </a:lnTo>
                  <a:lnTo>
                    <a:pt x="2376699" y="2262251"/>
                  </a:lnTo>
                  <a:lnTo>
                    <a:pt x="2377248" y="2262470"/>
                  </a:lnTo>
                  <a:lnTo>
                    <a:pt x="2377816" y="2262683"/>
                  </a:lnTo>
                  <a:lnTo>
                    <a:pt x="2378402" y="2262891"/>
                  </a:lnTo>
                  <a:lnTo>
                    <a:pt x="2379006" y="2263095"/>
                  </a:lnTo>
                  <a:lnTo>
                    <a:pt x="2379629" y="2263293"/>
                  </a:lnTo>
                  <a:lnTo>
                    <a:pt x="2380271" y="2263487"/>
                  </a:lnTo>
                  <a:lnTo>
                    <a:pt x="2380932" y="2263675"/>
                  </a:lnTo>
                  <a:lnTo>
                    <a:pt x="2381608" y="2263850"/>
                  </a:lnTo>
                  <a:lnTo>
                    <a:pt x="2382298" y="2264028"/>
                  </a:lnTo>
                  <a:lnTo>
                    <a:pt x="2383002" y="2264207"/>
                  </a:lnTo>
                  <a:lnTo>
                    <a:pt x="2383720" y="2264390"/>
                  </a:lnTo>
                  <a:lnTo>
                    <a:pt x="2384451" y="2264574"/>
                  </a:lnTo>
                  <a:lnTo>
                    <a:pt x="2385196" y="2264762"/>
                  </a:lnTo>
                  <a:lnTo>
                    <a:pt x="2385954" y="2264951"/>
                  </a:lnTo>
                  <a:lnTo>
                    <a:pt x="2386726" y="2265144"/>
                  </a:lnTo>
                  <a:lnTo>
                    <a:pt x="2387512" y="2265338"/>
                  </a:lnTo>
                  <a:lnTo>
                    <a:pt x="2388311" y="2265536"/>
                  </a:lnTo>
                  <a:lnTo>
                    <a:pt x="2388846" y="2265673"/>
                  </a:lnTo>
                  <a:lnTo>
                    <a:pt x="2389383" y="2265813"/>
                  </a:lnTo>
                  <a:lnTo>
                    <a:pt x="2389922" y="2265956"/>
                  </a:lnTo>
                  <a:lnTo>
                    <a:pt x="2390464" y="2266101"/>
                  </a:lnTo>
                  <a:lnTo>
                    <a:pt x="2391009" y="2266249"/>
                  </a:lnTo>
                  <a:lnTo>
                    <a:pt x="2391555" y="2266399"/>
                  </a:lnTo>
                  <a:lnTo>
                    <a:pt x="2392105" y="2266551"/>
                  </a:lnTo>
                  <a:lnTo>
                    <a:pt x="2392657" y="2266706"/>
                  </a:lnTo>
                  <a:lnTo>
                    <a:pt x="2393211" y="2266864"/>
                  </a:lnTo>
                  <a:lnTo>
                    <a:pt x="2393768" y="2267024"/>
                  </a:lnTo>
                  <a:lnTo>
                    <a:pt x="2394324" y="2267176"/>
                  </a:lnTo>
                  <a:lnTo>
                    <a:pt x="2394877" y="2267336"/>
                  </a:lnTo>
                  <a:lnTo>
                    <a:pt x="2395426" y="2267504"/>
                  </a:lnTo>
                  <a:lnTo>
                    <a:pt x="2395971" y="2267679"/>
                  </a:lnTo>
                  <a:lnTo>
                    <a:pt x="2396512" y="2267861"/>
                  </a:lnTo>
                  <a:lnTo>
                    <a:pt x="2397050" y="2268051"/>
                  </a:lnTo>
                  <a:lnTo>
                    <a:pt x="2397584" y="2268248"/>
                  </a:lnTo>
                  <a:lnTo>
                    <a:pt x="2398114" y="2268453"/>
                  </a:lnTo>
                  <a:lnTo>
                    <a:pt x="2398640" y="2268665"/>
                  </a:lnTo>
                  <a:lnTo>
                    <a:pt x="2399163" y="2268884"/>
                  </a:lnTo>
                  <a:lnTo>
                    <a:pt x="2399693" y="2269099"/>
                  </a:lnTo>
                  <a:lnTo>
                    <a:pt x="2400215" y="2269323"/>
                  </a:lnTo>
                  <a:lnTo>
                    <a:pt x="2400729" y="2269556"/>
                  </a:lnTo>
                  <a:lnTo>
                    <a:pt x="2401237" y="2269797"/>
                  </a:lnTo>
                  <a:lnTo>
                    <a:pt x="2401737" y="2270047"/>
                  </a:lnTo>
                  <a:lnTo>
                    <a:pt x="2402229" y="2270306"/>
                  </a:lnTo>
                  <a:lnTo>
                    <a:pt x="2402714" y="2270573"/>
                  </a:lnTo>
                  <a:lnTo>
                    <a:pt x="2403191" y="2270849"/>
                  </a:lnTo>
                  <a:lnTo>
                    <a:pt x="2403661" y="2271133"/>
                  </a:lnTo>
                  <a:lnTo>
                    <a:pt x="2404124" y="2271427"/>
                  </a:lnTo>
                  <a:lnTo>
                    <a:pt x="2404589" y="2271718"/>
                  </a:lnTo>
                  <a:lnTo>
                    <a:pt x="2405042" y="2272022"/>
                  </a:lnTo>
                  <a:lnTo>
                    <a:pt x="2405482" y="2272338"/>
                  </a:lnTo>
                  <a:lnTo>
                    <a:pt x="2405910" y="2272667"/>
                  </a:lnTo>
                  <a:lnTo>
                    <a:pt x="2406325" y="2273008"/>
                  </a:lnTo>
                  <a:lnTo>
                    <a:pt x="2406729" y="2273362"/>
                  </a:lnTo>
                  <a:lnTo>
                    <a:pt x="2407119" y="2273727"/>
                  </a:lnTo>
                  <a:lnTo>
                    <a:pt x="2407497" y="2274106"/>
                  </a:lnTo>
                  <a:lnTo>
                    <a:pt x="2407863" y="2274496"/>
                  </a:lnTo>
                  <a:lnTo>
                    <a:pt x="2408217" y="2274899"/>
                  </a:lnTo>
                  <a:lnTo>
                    <a:pt x="2408557" y="2275316"/>
                  </a:lnTo>
                  <a:lnTo>
                    <a:pt x="2408882" y="2275745"/>
                  </a:lnTo>
                  <a:lnTo>
                    <a:pt x="2409192" y="2276189"/>
                  </a:lnTo>
                  <a:lnTo>
                    <a:pt x="2409487" y="2276646"/>
                  </a:lnTo>
                  <a:lnTo>
                    <a:pt x="2409767" y="2277116"/>
                  </a:lnTo>
                  <a:lnTo>
                    <a:pt x="2410032" y="2277601"/>
                  </a:lnTo>
                  <a:lnTo>
                    <a:pt x="2410283" y="2278099"/>
                  </a:lnTo>
                  <a:lnTo>
                    <a:pt x="2410519" y="2278610"/>
                  </a:lnTo>
                  <a:lnTo>
                    <a:pt x="2410739" y="2279135"/>
                  </a:lnTo>
                  <a:lnTo>
                    <a:pt x="2410945" y="2279674"/>
                  </a:lnTo>
                  <a:lnTo>
                    <a:pt x="2411146" y="2280229"/>
                  </a:lnTo>
                  <a:lnTo>
                    <a:pt x="2411325" y="2280800"/>
                  </a:lnTo>
                  <a:lnTo>
                    <a:pt x="2411483" y="2281390"/>
                  </a:lnTo>
                  <a:lnTo>
                    <a:pt x="2411620" y="2281996"/>
                  </a:lnTo>
                  <a:lnTo>
                    <a:pt x="2411736" y="2282620"/>
                  </a:lnTo>
                  <a:lnTo>
                    <a:pt x="2411831" y="2283261"/>
                  </a:lnTo>
                  <a:lnTo>
                    <a:pt x="2411905" y="2283920"/>
                  </a:lnTo>
                  <a:lnTo>
                    <a:pt x="2411957" y="2284596"/>
                  </a:lnTo>
                  <a:lnTo>
                    <a:pt x="2411989" y="2285289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" name="ph54"/>
            <p:cNvSpPr/>
            <p:nvPr/>
          </p:nvSpPr>
          <p:spPr>
            <a:xfrm>
              <a:off x="1882610" y="2504863"/>
              <a:ext cx="2454726" cy="2341624"/>
            </a:xfrm>
            <a:custGeom>
              <a:avLst/>
              <a:gdLst/>
              <a:ahLst/>
              <a:cxnLst/>
              <a:rect l="0" t="0" r="0" b="0"/>
              <a:pathLst>
                <a:path w="2454726" h="2341624">
                  <a:moveTo>
                    <a:pt x="2412000" y="2286000"/>
                  </a:moveTo>
                  <a:lnTo>
                    <a:pt x="2412375" y="2285328"/>
                  </a:lnTo>
                  <a:lnTo>
                    <a:pt x="2412756" y="2284677"/>
                  </a:lnTo>
                  <a:lnTo>
                    <a:pt x="2413144" y="2284048"/>
                  </a:lnTo>
                  <a:lnTo>
                    <a:pt x="2413537" y="2283440"/>
                  </a:lnTo>
                  <a:lnTo>
                    <a:pt x="2413937" y="2282852"/>
                  </a:lnTo>
                  <a:lnTo>
                    <a:pt x="2414344" y="2282286"/>
                  </a:lnTo>
                  <a:lnTo>
                    <a:pt x="2414756" y="2281741"/>
                  </a:lnTo>
                  <a:lnTo>
                    <a:pt x="2415175" y="2281217"/>
                  </a:lnTo>
                  <a:lnTo>
                    <a:pt x="2415599" y="2280714"/>
                  </a:lnTo>
                  <a:lnTo>
                    <a:pt x="2416030" y="2280232"/>
                  </a:lnTo>
                  <a:lnTo>
                    <a:pt x="2416469" y="2279757"/>
                  </a:lnTo>
                  <a:lnTo>
                    <a:pt x="2416916" y="2279300"/>
                  </a:lnTo>
                  <a:lnTo>
                    <a:pt x="2417372" y="2278859"/>
                  </a:lnTo>
                  <a:lnTo>
                    <a:pt x="2417836" y="2278437"/>
                  </a:lnTo>
                  <a:lnTo>
                    <a:pt x="2418309" y="2278031"/>
                  </a:lnTo>
                  <a:lnTo>
                    <a:pt x="2418791" y="2277643"/>
                  </a:lnTo>
                  <a:lnTo>
                    <a:pt x="2419282" y="2277272"/>
                  </a:lnTo>
                  <a:lnTo>
                    <a:pt x="2419781" y="2276919"/>
                  </a:lnTo>
                  <a:lnTo>
                    <a:pt x="2420289" y="2276582"/>
                  </a:lnTo>
                  <a:lnTo>
                    <a:pt x="2420805" y="2276264"/>
                  </a:lnTo>
                  <a:lnTo>
                    <a:pt x="2421331" y="2275962"/>
                  </a:lnTo>
                  <a:lnTo>
                    <a:pt x="2421867" y="2275678"/>
                  </a:lnTo>
                  <a:lnTo>
                    <a:pt x="2422413" y="2275412"/>
                  </a:lnTo>
                  <a:lnTo>
                    <a:pt x="2422968" y="2275162"/>
                  </a:lnTo>
                  <a:lnTo>
                    <a:pt x="2423534" y="2274930"/>
                  </a:lnTo>
                  <a:lnTo>
                    <a:pt x="2424109" y="2274716"/>
                  </a:lnTo>
                  <a:lnTo>
                    <a:pt x="2424695" y="2274519"/>
                  </a:lnTo>
                  <a:lnTo>
                    <a:pt x="2425290" y="2274339"/>
                  </a:lnTo>
                  <a:lnTo>
                    <a:pt x="2425895" y="2274176"/>
                  </a:lnTo>
                  <a:lnTo>
                    <a:pt x="2426510" y="2274031"/>
                  </a:lnTo>
                  <a:lnTo>
                    <a:pt x="2427138" y="2273890"/>
                  </a:lnTo>
                  <a:lnTo>
                    <a:pt x="2427780" y="2273763"/>
                  </a:lnTo>
                  <a:lnTo>
                    <a:pt x="2428438" y="2273652"/>
                  </a:lnTo>
                  <a:lnTo>
                    <a:pt x="2429110" y="2273555"/>
                  </a:lnTo>
                  <a:lnTo>
                    <a:pt x="2429797" y="2273473"/>
                  </a:lnTo>
                  <a:lnTo>
                    <a:pt x="2430499" y="2273406"/>
                  </a:lnTo>
                  <a:lnTo>
                    <a:pt x="2431216" y="2273354"/>
                  </a:lnTo>
                  <a:lnTo>
                    <a:pt x="2431947" y="2273317"/>
                  </a:lnTo>
                  <a:lnTo>
                    <a:pt x="2432694" y="2273295"/>
                  </a:lnTo>
                  <a:lnTo>
                    <a:pt x="2433456" y="2273287"/>
                  </a:lnTo>
                  <a:lnTo>
                    <a:pt x="2434722" y="2273304"/>
                  </a:lnTo>
                  <a:lnTo>
                    <a:pt x="2435941" y="2273357"/>
                  </a:lnTo>
                  <a:lnTo>
                    <a:pt x="2437113" y="2273443"/>
                  </a:lnTo>
                  <a:lnTo>
                    <a:pt x="2438238" y="2273565"/>
                  </a:lnTo>
                  <a:lnTo>
                    <a:pt x="2439316" y="2273721"/>
                  </a:lnTo>
                  <a:lnTo>
                    <a:pt x="2440346" y="2273912"/>
                  </a:lnTo>
                  <a:lnTo>
                    <a:pt x="2441330" y="2274138"/>
                  </a:lnTo>
                  <a:lnTo>
                    <a:pt x="2442266" y="2274398"/>
                  </a:lnTo>
                  <a:lnTo>
                    <a:pt x="2443155" y="2274694"/>
                  </a:lnTo>
                  <a:lnTo>
                    <a:pt x="2443998" y="2275023"/>
                  </a:lnTo>
                  <a:lnTo>
                    <a:pt x="2444811" y="2275385"/>
                  </a:lnTo>
                  <a:lnTo>
                    <a:pt x="2445588" y="2275775"/>
                  </a:lnTo>
                  <a:lnTo>
                    <a:pt x="2446329" y="2276194"/>
                  </a:lnTo>
                  <a:lnTo>
                    <a:pt x="2447034" y="2276641"/>
                  </a:lnTo>
                  <a:lnTo>
                    <a:pt x="2447703" y="2277116"/>
                  </a:lnTo>
                  <a:lnTo>
                    <a:pt x="2448336" y="2277620"/>
                  </a:lnTo>
                  <a:lnTo>
                    <a:pt x="2448933" y="2278153"/>
                  </a:lnTo>
                  <a:lnTo>
                    <a:pt x="2449494" y="2278714"/>
                  </a:lnTo>
                  <a:lnTo>
                    <a:pt x="2450020" y="2279304"/>
                  </a:lnTo>
                  <a:lnTo>
                    <a:pt x="2450509" y="2279922"/>
                  </a:lnTo>
                  <a:lnTo>
                    <a:pt x="2450977" y="2280555"/>
                  </a:lnTo>
                  <a:lnTo>
                    <a:pt x="2451414" y="2281212"/>
                  </a:lnTo>
                  <a:lnTo>
                    <a:pt x="2451820" y="2281894"/>
                  </a:lnTo>
                  <a:lnTo>
                    <a:pt x="2452195" y="2282601"/>
                  </a:lnTo>
                  <a:lnTo>
                    <a:pt x="2452540" y="2283333"/>
                  </a:lnTo>
                  <a:lnTo>
                    <a:pt x="2452853" y="2284090"/>
                  </a:lnTo>
                  <a:lnTo>
                    <a:pt x="2453135" y="2284871"/>
                  </a:lnTo>
                  <a:lnTo>
                    <a:pt x="2453386" y="2285677"/>
                  </a:lnTo>
                  <a:lnTo>
                    <a:pt x="2453606" y="2286508"/>
                  </a:lnTo>
                  <a:lnTo>
                    <a:pt x="2453795" y="2287364"/>
                  </a:lnTo>
                  <a:lnTo>
                    <a:pt x="2453972" y="2288241"/>
                  </a:lnTo>
                  <a:lnTo>
                    <a:pt x="2454130" y="2289135"/>
                  </a:lnTo>
                  <a:lnTo>
                    <a:pt x="2454270" y="2290046"/>
                  </a:lnTo>
                  <a:lnTo>
                    <a:pt x="2454391" y="2290975"/>
                  </a:lnTo>
                  <a:lnTo>
                    <a:pt x="2454493" y="2291922"/>
                  </a:lnTo>
                  <a:lnTo>
                    <a:pt x="2454577" y="2292885"/>
                  </a:lnTo>
                  <a:lnTo>
                    <a:pt x="2454642" y="2293866"/>
                  </a:lnTo>
                  <a:lnTo>
                    <a:pt x="2454688" y="2294865"/>
                  </a:lnTo>
                  <a:lnTo>
                    <a:pt x="2454716" y="2295880"/>
                  </a:lnTo>
                  <a:lnTo>
                    <a:pt x="2454726" y="2296914"/>
                  </a:lnTo>
                  <a:lnTo>
                    <a:pt x="2454726" y="2341624"/>
                  </a:lnTo>
                  <a:lnTo>
                    <a:pt x="2443501" y="2341624"/>
                  </a:lnTo>
                  <a:lnTo>
                    <a:pt x="2443501" y="2299084"/>
                  </a:lnTo>
                  <a:lnTo>
                    <a:pt x="2443496" y="2298239"/>
                  </a:lnTo>
                  <a:lnTo>
                    <a:pt x="2443479" y="2297415"/>
                  </a:lnTo>
                  <a:lnTo>
                    <a:pt x="2443451" y="2296612"/>
                  </a:lnTo>
                  <a:lnTo>
                    <a:pt x="2443412" y="2295830"/>
                  </a:lnTo>
                  <a:lnTo>
                    <a:pt x="2443362" y="2295069"/>
                  </a:lnTo>
                  <a:lnTo>
                    <a:pt x="2443301" y="2294329"/>
                  </a:lnTo>
                  <a:lnTo>
                    <a:pt x="2443228" y="2293610"/>
                  </a:lnTo>
                  <a:lnTo>
                    <a:pt x="2443144" y="2292913"/>
                  </a:lnTo>
                  <a:lnTo>
                    <a:pt x="2443049" y="2292236"/>
                  </a:lnTo>
                  <a:lnTo>
                    <a:pt x="2442943" y="2291581"/>
                  </a:lnTo>
                  <a:lnTo>
                    <a:pt x="2442834" y="2290947"/>
                  </a:lnTo>
                  <a:lnTo>
                    <a:pt x="2442705" y="2290335"/>
                  </a:lnTo>
                  <a:lnTo>
                    <a:pt x="2442556" y="2289746"/>
                  </a:lnTo>
                  <a:lnTo>
                    <a:pt x="2442388" y="2289179"/>
                  </a:lnTo>
                  <a:lnTo>
                    <a:pt x="2442199" y="2288635"/>
                  </a:lnTo>
                  <a:lnTo>
                    <a:pt x="2441991" y="2288113"/>
                  </a:lnTo>
                  <a:lnTo>
                    <a:pt x="2441763" y="2287613"/>
                  </a:lnTo>
                  <a:lnTo>
                    <a:pt x="2441515" y="2287136"/>
                  </a:lnTo>
                  <a:lnTo>
                    <a:pt x="2441247" y="2286680"/>
                  </a:lnTo>
                  <a:lnTo>
                    <a:pt x="2440959" y="2286248"/>
                  </a:lnTo>
                  <a:lnTo>
                    <a:pt x="2440649" y="2285825"/>
                  </a:lnTo>
                  <a:lnTo>
                    <a:pt x="2440314" y="2285424"/>
                  </a:lnTo>
                  <a:lnTo>
                    <a:pt x="2439954" y="2285046"/>
                  </a:lnTo>
                  <a:lnTo>
                    <a:pt x="2439570" y="2284690"/>
                  </a:lnTo>
                  <a:lnTo>
                    <a:pt x="2439161" y="2284356"/>
                  </a:lnTo>
                  <a:lnTo>
                    <a:pt x="2438727" y="2284045"/>
                  </a:lnTo>
                  <a:lnTo>
                    <a:pt x="2438268" y="2283756"/>
                  </a:lnTo>
                  <a:lnTo>
                    <a:pt x="2437784" y="2283489"/>
                  </a:lnTo>
                  <a:lnTo>
                    <a:pt x="2437275" y="2283245"/>
                  </a:lnTo>
                  <a:lnTo>
                    <a:pt x="2436742" y="2283023"/>
                  </a:lnTo>
                  <a:lnTo>
                    <a:pt x="2436180" y="2282811"/>
                  </a:lnTo>
                  <a:lnTo>
                    <a:pt x="2435586" y="2282621"/>
                  </a:lnTo>
                  <a:lnTo>
                    <a:pt x="2434960" y="2282454"/>
                  </a:lnTo>
                  <a:lnTo>
                    <a:pt x="2434301" y="2282309"/>
                  </a:lnTo>
                  <a:lnTo>
                    <a:pt x="2433611" y="2282186"/>
                  </a:lnTo>
                  <a:lnTo>
                    <a:pt x="2432888" y="2282085"/>
                  </a:lnTo>
                  <a:lnTo>
                    <a:pt x="2432132" y="2282007"/>
                  </a:lnTo>
                  <a:lnTo>
                    <a:pt x="2431345" y="2281951"/>
                  </a:lnTo>
                  <a:lnTo>
                    <a:pt x="2430525" y="2281918"/>
                  </a:lnTo>
                  <a:lnTo>
                    <a:pt x="2429673" y="2281907"/>
                  </a:lnTo>
                  <a:lnTo>
                    <a:pt x="2428887" y="2281921"/>
                  </a:lnTo>
                  <a:lnTo>
                    <a:pt x="2428115" y="2281964"/>
                  </a:lnTo>
                  <a:lnTo>
                    <a:pt x="2427359" y="2282035"/>
                  </a:lnTo>
                  <a:lnTo>
                    <a:pt x="2426617" y="2282135"/>
                  </a:lnTo>
                  <a:lnTo>
                    <a:pt x="2425890" y="2282263"/>
                  </a:lnTo>
                  <a:lnTo>
                    <a:pt x="2425178" y="2282420"/>
                  </a:lnTo>
                  <a:lnTo>
                    <a:pt x="2424481" y="2282606"/>
                  </a:lnTo>
                  <a:lnTo>
                    <a:pt x="2423799" y="2282820"/>
                  </a:lnTo>
                  <a:lnTo>
                    <a:pt x="2423132" y="2283062"/>
                  </a:lnTo>
                  <a:lnTo>
                    <a:pt x="2422479" y="2283333"/>
                  </a:lnTo>
                  <a:lnTo>
                    <a:pt x="2421856" y="2283630"/>
                  </a:lnTo>
                  <a:lnTo>
                    <a:pt x="2421249" y="2283951"/>
                  </a:lnTo>
                  <a:lnTo>
                    <a:pt x="2420660" y="2284295"/>
                  </a:lnTo>
                  <a:lnTo>
                    <a:pt x="2420088" y="2284663"/>
                  </a:lnTo>
                  <a:lnTo>
                    <a:pt x="2419534" y="2285054"/>
                  </a:lnTo>
                  <a:lnTo>
                    <a:pt x="2418997" y="2285469"/>
                  </a:lnTo>
                  <a:lnTo>
                    <a:pt x="2418477" y="2285907"/>
                  </a:lnTo>
                  <a:lnTo>
                    <a:pt x="2417975" y="2286369"/>
                  </a:lnTo>
                  <a:lnTo>
                    <a:pt x="2417490" y="2286855"/>
                  </a:lnTo>
                  <a:lnTo>
                    <a:pt x="2417022" y="2287364"/>
                  </a:lnTo>
                  <a:lnTo>
                    <a:pt x="2416586" y="2287896"/>
                  </a:lnTo>
                  <a:lnTo>
                    <a:pt x="2416169" y="2288450"/>
                  </a:lnTo>
                  <a:lnTo>
                    <a:pt x="2415772" y="2289027"/>
                  </a:lnTo>
                  <a:lnTo>
                    <a:pt x="2415395" y="2289626"/>
                  </a:lnTo>
                  <a:lnTo>
                    <a:pt x="2415038" y="2290247"/>
                  </a:lnTo>
                  <a:lnTo>
                    <a:pt x="2414701" y="2290891"/>
                  </a:lnTo>
                  <a:lnTo>
                    <a:pt x="2414383" y="2291557"/>
                  </a:lnTo>
                  <a:lnTo>
                    <a:pt x="2414086" y="2292245"/>
                  </a:lnTo>
                  <a:lnTo>
                    <a:pt x="2413808" y="2292956"/>
                  </a:lnTo>
                  <a:lnTo>
                    <a:pt x="2413550" y="2293689"/>
                  </a:lnTo>
                  <a:lnTo>
                    <a:pt x="2413314" y="2294442"/>
                  </a:lnTo>
                  <a:lnTo>
                    <a:pt x="2413103" y="2295214"/>
                  </a:lnTo>
                  <a:lnTo>
                    <a:pt x="2412917" y="2296005"/>
                  </a:lnTo>
                  <a:lnTo>
                    <a:pt x="2412756" y="2296814"/>
                  </a:lnTo>
                  <a:lnTo>
                    <a:pt x="2412620" y="2297642"/>
                  </a:lnTo>
                  <a:lnTo>
                    <a:pt x="2412508" y="2298489"/>
                  </a:lnTo>
                  <a:lnTo>
                    <a:pt x="2412421" y="2299354"/>
                  </a:lnTo>
                  <a:lnTo>
                    <a:pt x="2412359" y="2300237"/>
                  </a:lnTo>
                  <a:lnTo>
                    <a:pt x="2412322" y="2301140"/>
                  </a:lnTo>
                  <a:lnTo>
                    <a:pt x="2412310" y="2302061"/>
                  </a:lnTo>
                  <a:lnTo>
                    <a:pt x="2412310" y="2341624"/>
                  </a:lnTo>
                  <a:lnTo>
                    <a:pt x="2401147" y="2341624"/>
                  </a:lnTo>
                  <a:lnTo>
                    <a:pt x="2401147" y="2249599"/>
                  </a:lnTo>
                  <a:lnTo>
                    <a:pt x="2412310" y="2249599"/>
                  </a:lnTo>
                  <a:lnTo>
                    <a:pt x="2412310" y="2273535"/>
                  </a:lnTo>
                  <a:lnTo>
                    <a:pt x="2412309" y="2273944"/>
                  </a:lnTo>
                  <a:lnTo>
                    <a:pt x="2412307" y="2274354"/>
                  </a:lnTo>
                  <a:lnTo>
                    <a:pt x="2412304" y="2274763"/>
                  </a:lnTo>
                  <a:lnTo>
                    <a:pt x="2412300" y="2275172"/>
                  </a:lnTo>
                  <a:lnTo>
                    <a:pt x="2412294" y="2275582"/>
                  </a:lnTo>
                  <a:lnTo>
                    <a:pt x="2412287" y="2275991"/>
                  </a:lnTo>
                  <a:lnTo>
                    <a:pt x="2412279" y="2276400"/>
                  </a:lnTo>
                  <a:lnTo>
                    <a:pt x="2412270" y="2276809"/>
                  </a:lnTo>
                  <a:lnTo>
                    <a:pt x="2412259" y="2277219"/>
                  </a:lnTo>
                  <a:lnTo>
                    <a:pt x="2412248" y="2277628"/>
                  </a:lnTo>
                  <a:lnTo>
                    <a:pt x="2412235" y="2278034"/>
                  </a:lnTo>
                  <a:lnTo>
                    <a:pt x="2412220" y="2278434"/>
                  </a:lnTo>
                  <a:lnTo>
                    <a:pt x="2412205" y="2278828"/>
                  </a:lnTo>
                  <a:lnTo>
                    <a:pt x="2412188" y="2279215"/>
                  </a:lnTo>
                  <a:lnTo>
                    <a:pt x="2412170" y="2279597"/>
                  </a:lnTo>
                  <a:lnTo>
                    <a:pt x="2412151" y="2279972"/>
                  </a:lnTo>
                  <a:lnTo>
                    <a:pt x="2412130" y="2280341"/>
                  </a:lnTo>
                  <a:lnTo>
                    <a:pt x="2412109" y="2280704"/>
                  </a:lnTo>
                  <a:lnTo>
                    <a:pt x="2412086" y="2281060"/>
                  </a:lnTo>
                  <a:lnTo>
                    <a:pt x="2412062" y="2281411"/>
                  </a:lnTo>
                  <a:lnTo>
                    <a:pt x="2412049" y="2281753"/>
                  </a:lnTo>
                  <a:lnTo>
                    <a:pt x="2412037" y="2282085"/>
                  </a:lnTo>
                  <a:lnTo>
                    <a:pt x="2412024" y="2282408"/>
                  </a:lnTo>
                  <a:lnTo>
                    <a:pt x="2412012" y="2282720"/>
                  </a:lnTo>
                  <a:lnTo>
                    <a:pt x="2412000" y="2283023"/>
                  </a:lnTo>
                  <a:lnTo>
                    <a:pt x="2411987" y="2283316"/>
                  </a:lnTo>
                  <a:lnTo>
                    <a:pt x="2411975" y="2283598"/>
                  </a:lnTo>
                  <a:lnTo>
                    <a:pt x="2411962" y="2283871"/>
                  </a:lnTo>
                  <a:lnTo>
                    <a:pt x="2411950" y="2284134"/>
                  </a:lnTo>
                  <a:lnTo>
                    <a:pt x="2411937" y="2284387"/>
                  </a:lnTo>
                  <a:lnTo>
                    <a:pt x="2411925" y="2284615"/>
                  </a:lnTo>
                  <a:lnTo>
                    <a:pt x="2411913" y="2284829"/>
                  </a:lnTo>
                  <a:lnTo>
                    <a:pt x="2411900" y="2285027"/>
                  </a:lnTo>
                  <a:lnTo>
                    <a:pt x="2411888" y="2285211"/>
                  </a:lnTo>
                  <a:lnTo>
                    <a:pt x="2411875" y="2285379"/>
                  </a:lnTo>
                  <a:lnTo>
                    <a:pt x="2411863" y="2285533"/>
                  </a:lnTo>
                  <a:lnTo>
                    <a:pt x="2411813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6" name="ph55"/>
            <p:cNvSpPr/>
            <p:nvPr/>
          </p:nvSpPr>
          <p:spPr>
            <a:xfrm>
              <a:off x="1959256" y="2561728"/>
              <a:ext cx="2456958" cy="2286000"/>
            </a:xfrm>
            <a:custGeom>
              <a:avLst/>
              <a:gdLst/>
              <a:ahLst/>
              <a:cxnLst/>
              <a:rect l="0" t="0" r="0" b="0"/>
              <a:pathLst>
                <a:path w="2456958" h="2286000">
                  <a:moveTo>
                    <a:pt x="2412000" y="2286000"/>
                  </a:moveTo>
                  <a:lnTo>
                    <a:pt x="2410028" y="2285946"/>
                  </a:lnTo>
                  <a:lnTo>
                    <a:pt x="2408157" y="2285786"/>
                  </a:lnTo>
                  <a:lnTo>
                    <a:pt x="2406387" y="2285520"/>
                  </a:lnTo>
                  <a:lnTo>
                    <a:pt x="2404717" y="2285146"/>
                  </a:lnTo>
                  <a:lnTo>
                    <a:pt x="2403147" y="2284666"/>
                  </a:lnTo>
                  <a:lnTo>
                    <a:pt x="2401678" y="2284080"/>
                  </a:lnTo>
                  <a:lnTo>
                    <a:pt x="2400310" y="2283386"/>
                  </a:lnTo>
                  <a:lnTo>
                    <a:pt x="2399042" y="2282586"/>
                  </a:lnTo>
                  <a:lnTo>
                    <a:pt x="2397874" y="2281680"/>
                  </a:lnTo>
                  <a:lnTo>
                    <a:pt x="2396807" y="2280666"/>
                  </a:lnTo>
                  <a:lnTo>
                    <a:pt x="2395840" y="2279560"/>
                  </a:lnTo>
                  <a:lnTo>
                    <a:pt x="2394976" y="2278375"/>
                  </a:lnTo>
                  <a:lnTo>
                    <a:pt x="2394213" y="2277110"/>
                  </a:lnTo>
                  <a:lnTo>
                    <a:pt x="2393552" y="2275765"/>
                  </a:lnTo>
                  <a:lnTo>
                    <a:pt x="2392993" y="2274341"/>
                  </a:lnTo>
                  <a:lnTo>
                    <a:pt x="2392535" y="2272838"/>
                  </a:lnTo>
                  <a:lnTo>
                    <a:pt x="2392179" y="2271256"/>
                  </a:lnTo>
                  <a:lnTo>
                    <a:pt x="2391925" y="2269594"/>
                  </a:lnTo>
                  <a:lnTo>
                    <a:pt x="2391773" y="2267852"/>
                  </a:lnTo>
                  <a:lnTo>
                    <a:pt x="2391722" y="2266032"/>
                  </a:lnTo>
                  <a:lnTo>
                    <a:pt x="2391746" y="2264729"/>
                  </a:lnTo>
                  <a:lnTo>
                    <a:pt x="2391821" y="2263474"/>
                  </a:lnTo>
                  <a:lnTo>
                    <a:pt x="2391945" y="2262268"/>
                  </a:lnTo>
                  <a:lnTo>
                    <a:pt x="2392119" y="2261110"/>
                  </a:lnTo>
                  <a:lnTo>
                    <a:pt x="2392342" y="2260001"/>
                  </a:lnTo>
                  <a:lnTo>
                    <a:pt x="2392615" y="2258940"/>
                  </a:lnTo>
                  <a:lnTo>
                    <a:pt x="2392937" y="2257927"/>
                  </a:lnTo>
                  <a:lnTo>
                    <a:pt x="2393309" y="2256963"/>
                  </a:lnTo>
                  <a:lnTo>
                    <a:pt x="2393731" y="2256047"/>
                  </a:lnTo>
                  <a:lnTo>
                    <a:pt x="2394202" y="2255180"/>
                  </a:lnTo>
                  <a:lnTo>
                    <a:pt x="2394726" y="2254343"/>
                  </a:lnTo>
                  <a:lnTo>
                    <a:pt x="2395279" y="2253543"/>
                  </a:lnTo>
                  <a:lnTo>
                    <a:pt x="2395862" y="2252780"/>
                  </a:lnTo>
                  <a:lnTo>
                    <a:pt x="2396474" y="2252054"/>
                  </a:lnTo>
                  <a:lnTo>
                    <a:pt x="2397117" y="2251366"/>
                  </a:lnTo>
                  <a:lnTo>
                    <a:pt x="2397789" y="2250715"/>
                  </a:lnTo>
                  <a:lnTo>
                    <a:pt x="2398491" y="2250101"/>
                  </a:lnTo>
                  <a:lnTo>
                    <a:pt x="2399223" y="2249524"/>
                  </a:lnTo>
                  <a:lnTo>
                    <a:pt x="2399984" y="2248985"/>
                  </a:lnTo>
                  <a:lnTo>
                    <a:pt x="2400775" y="2248482"/>
                  </a:lnTo>
                  <a:lnTo>
                    <a:pt x="2401605" y="2248014"/>
                  </a:lnTo>
                  <a:lnTo>
                    <a:pt x="2402457" y="2247575"/>
                  </a:lnTo>
                  <a:lnTo>
                    <a:pt x="2403332" y="2247165"/>
                  </a:lnTo>
                  <a:lnTo>
                    <a:pt x="2404228" y="2246786"/>
                  </a:lnTo>
                  <a:lnTo>
                    <a:pt x="2405147" y="2246436"/>
                  </a:lnTo>
                  <a:lnTo>
                    <a:pt x="2406089" y="2246116"/>
                  </a:lnTo>
                  <a:lnTo>
                    <a:pt x="2407052" y="2245826"/>
                  </a:lnTo>
                  <a:lnTo>
                    <a:pt x="2408038" y="2245565"/>
                  </a:lnTo>
                  <a:lnTo>
                    <a:pt x="2409047" y="2245335"/>
                  </a:lnTo>
                  <a:lnTo>
                    <a:pt x="2410077" y="2245134"/>
                  </a:lnTo>
                  <a:lnTo>
                    <a:pt x="2411121" y="2244956"/>
                  </a:lnTo>
                  <a:lnTo>
                    <a:pt x="2412168" y="2244794"/>
                  </a:lnTo>
                  <a:lnTo>
                    <a:pt x="2413219" y="2244648"/>
                  </a:lnTo>
                  <a:lnTo>
                    <a:pt x="2414274" y="2244519"/>
                  </a:lnTo>
                  <a:lnTo>
                    <a:pt x="2415333" y="2244405"/>
                  </a:lnTo>
                  <a:lnTo>
                    <a:pt x="2416395" y="2244308"/>
                  </a:lnTo>
                  <a:lnTo>
                    <a:pt x="2417461" y="2244227"/>
                  </a:lnTo>
                  <a:lnTo>
                    <a:pt x="2418531" y="2244161"/>
                  </a:lnTo>
                  <a:lnTo>
                    <a:pt x="2419604" y="2244112"/>
                  </a:lnTo>
                  <a:lnTo>
                    <a:pt x="2420681" y="2244080"/>
                  </a:lnTo>
                  <a:lnTo>
                    <a:pt x="2435750" y="2243832"/>
                  </a:lnTo>
                  <a:lnTo>
                    <a:pt x="2435750" y="2240173"/>
                  </a:lnTo>
                  <a:lnTo>
                    <a:pt x="2435741" y="2239354"/>
                  </a:lnTo>
                  <a:lnTo>
                    <a:pt x="2435715" y="2238561"/>
                  </a:lnTo>
                  <a:lnTo>
                    <a:pt x="2435672" y="2237792"/>
                  </a:lnTo>
                  <a:lnTo>
                    <a:pt x="2435611" y="2237047"/>
                  </a:lnTo>
                  <a:lnTo>
                    <a:pt x="2435533" y="2236328"/>
                  </a:lnTo>
                  <a:lnTo>
                    <a:pt x="2435437" y="2235634"/>
                  </a:lnTo>
                  <a:lnTo>
                    <a:pt x="2435325" y="2234964"/>
                  </a:lnTo>
                  <a:lnTo>
                    <a:pt x="2435194" y="2234319"/>
                  </a:lnTo>
                  <a:lnTo>
                    <a:pt x="2435047" y="2233699"/>
                  </a:lnTo>
                  <a:lnTo>
                    <a:pt x="2434882" y="2233104"/>
                  </a:lnTo>
                  <a:lnTo>
                    <a:pt x="2434699" y="2232532"/>
                  </a:lnTo>
                  <a:lnTo>
                    <a:pt x="2434497" y="2231982"/>
                  </a:lnTo>
                  <a:lnTo>
                    <a:pt x="2434277" y="2231455"/>
                  </a:lnTo>
                  <a:lnTo>
                    <a:pt x="2434038" y="2230950"/>
                  </a:lnTo>
                  <a:lnTo>
                    <a:pt x="2433781" y="2230468"/>
                  </a:lnTo>
                  <a:lnTo>
                    <a:pt x="2433505" y="2230008"/>
                  </a:lnTo>
                  <a:lnTo>
                    <a:pt x="2433211" y="2229570"/>
                  </a:lnTo>
                  <a:lnTo>
                    <a:pt x="2432897" y="2229155"/>
                  </a:lnTo>
                  <a:lnTo>
                    <a:pt x="2432566" y="2228761"/>
                  </a:lnTo>
                  <a:lnTo>
                    <a:pt x="2432215" y="2228391"/>
                  </a:lnTo>
                  <a:lnTo>
                    <a:pt x="2431846" y="2228041"/>
                  </a:lnTo>
                  <a:lnTo>
                    <a:pt x="2431459" y="2227711"/>
                  </a:lnTo>
                  <a:lnTo>
                    <a:pt x="2431053" y="2227401"/>
                  </a:lnTo>
                  <a:lnTo>
                    <a:pt x="2430628" y="2227111"/>
                  </a:lnTo>
                  <a:lnTo>
                    <a:pt x="2430184" y="2226840"/>
                  </a:lnTo>
                  <a:lnTo>
                    <a:pt x="2429722" y="2226590"/>
                  </a:lnTo>
                  <a:lnTo>
                    <a:pt x="2429242" y="2226359"/>
                  </a:lnTo>
                  <a:lnTo>
                    <a:pt x="2428743" y="2226148"/>
                  </a:lnTo>
                  <a:lnTo>
                    <a:pt x="2428225" y="2225957"/>
                  </a:lnTo>
                  <a:lnTo>
                    <a:pt x="2427688" y="2225786"/>
                  </a:lnTo>
                  <a:lnTo>
                    <a:pt x="2427145" y="2225621"/>
                  </a:lnTo>
                  <a:lnTo>
                    <a:pt x="2426582" y="2225474"/>
                  </a:lnTo>
                  <a:lnTo>
                    <a:pt x="2425999" y="2225343"/>
                  </a:lnTo>
                  <a:lnTo>
                    <a:pt x="2425397" y="2225230"/>
                  </a:lnTo>
                  <a:lnTo>
                    <a:pt x="2424774" y="2225135"/>
                  </a:lnTo>
                  <a:lnTo>
                    <a:pt x="2424131" y="2225057"/>
                  </a:lnTo>
                  <a:lnTo>
                    <a:pt x="2423469" y="2224996"/>
                  </a:lnTo>
                  <a:lnTo>
                    <a:pt x="2422787" y="2224953"/>
                  </a:lnTo>
                  <a:lnTo>
                    <a:pt x="2422085" y="2224927"/>
                  </a:lnTo>
                  <a:lnTo>
                    <a:pt x="2421363" y="2224918"/>
                  </a:lnTo>
                  <a:lnTo>
                    <a:pt x="2420725" y="2224923"/>
                  </a:lnTo>
                  <a:lnTo>
                    <a:pt x="2420098" y="2224938"/>
                  </a:lnTo>
                  <a:lnTo>
                    <a:pt x="2419484" y="2224963"/>
                  </a:lnTo>
                  <a:lnTo>
                    <a:pt x="2418883" y="2224997"/>
                  </a:lnTo>
                  <a:lnTo>
                    <a:pt x="2418294" y="2225042"/>
                  </a:lnTo>
                  <a:lnTo>
                    <a:pt x="2417717" y="2225097"/>
                  </a:lnTo>
                  <a:lnTo>
                    <a:pt x="2417153" y="2225161"/>
                  </a:lnTo>
                  <a:lnTo>
                    <a:pt x="2416601" y="2225235"/>
                  </a:lnTo>
                  <a:lnTo>
                    <a:pt x="2416061" y="2225320"/>
                  </a:lnTo>
                  <a:lnTo>
                    <a:pt x="2415534" y="2225414"/>
                  </a:lnTo>
                  <a:lnTo>
                    <a:pt x="2415020" y="2225509"/>
                  </a:lnTo>
                  <a:lnTo>
                    <a:pt x="2414520" y="2225620"/>
                  </a:lnTo>
                  <a:lnTo>
                    <a:pt x="2414033" y="2225747"/>
                  </a:lnTo>
                  <a:lnTo>
                    <a:pt x="2413560" y="2225890"/>
                  </a:lnTo>
                  <a:lnTo>
                    <a:pt x="2413100" y="2226050"/>
                  </a:lnTo>
                  <a:lnTo>
                    <a:pt x="2412654" y="2226225"/>
                  </a:lnTo>
                  <a:lnTo>
                    <a:pt x="2412222" y="2226417"/>
                  </a:lnTo>
                  <a:lnTo>
                    <a:pt x="2411804" y="2226625"/>
                  </a:lnTo>
                  <a:lnTo>
                    <a:pt x="2411399" y="2226848"/>
                  </a:lnTo>
                  <a:lnTo>
                    <a:pt x="2411007" y="2227088"/>
                  </a:lnTo>
                  <a:lnTo>
                    <a:pt x="2410630" y="2227333"/>
                  </a:lnTo>
                  <a:lnTo>
                    <a:pt x="2410268" y="2227597"/>
                  </a:lnTo>
                  <a:lnTo>
                    <a:pt x="2409921" y="2227879"/>
                  </a:lnTo>
                  <a:lnTo>
                    <a:pt x="2409588" y="2228180"/>
                  </a:lnTo>
                  <a:lnTo>
                    <a:pt x="2409271" y="2228499"/>
                  </a:lnTo>
                  <a:lnTo>
                    <a:pt x="2408968" y="2228837"/>
                  </a:lnTo>
                  <a:lnTo>
                    <a:pt x="2408681" y="2229194"/>
                  </a:lnTo>
                  <a:lnTo>
                    <a:pt x="2408408" y="2229569"/>
                  </a:lnTo>
                  <a:lnTo>
                    <a:pt x="2408150" y="2229963"/>
                  </a:lnTo>
                  <a:lnTo>
                    <a:pt x="2407907" y="2230375"/>
                  </a:lnTo>
                  <a:lnTo>
                    <a:pt x="2407679" y="2230795"/>
                  </a:lnTo>
                  <a:lnTo>
                    <a:pt x="2407468" y="2231238"/>
                  </a:lnTo>
                  <a:lnTo>
                    <a:pt x="2407272" y="2231703"/>
                  </a:lnTo>
                  <a:lnTo>
                    <a:pt x="2407093" y="2232191"/>
                  </a:lnTo>
                  <a:lnTo>
                    <a:pt x="2406930" y="2232700"/>
                  </a:lnTo>
                  <a:lnTo>
                    <a:pt x="2406783" y="2233232"/>
                  </a:lnTo>
                  <a:lnTo>
                    <a:pt x="2406652" y="2233787"/>
                  </a:lnTo>
                  <a:lnTo>
                    <a:pt x="2406538" y="2234364"/>
                  </a:lnTo>
                  <a:lnTo>
                    <a:pt x="2406439" y="2234963"/>
                  </a:lnTo>
                  <a:lnTo>
                    <a:pt x="2406356" y="2235584"/>
                  </a:lnTo>
                  <a:lnTo>
                    <a:pt x="2394698" y="2234530"/>
                  </a:lnTo>
                  <a:lnTo>
                    <a:pt x="2394833" y="2233743"/>
                  </a:lnTo>
                  <a:lnTo>
                    <a:pt x="2394991" y="2232970"/>
                  </a:lnTo>
                  <a:lnTo>
                    <a:pt x="2395171" y="2232210"/>
                  </a:lnTo>
                  <a:lnTo>
                    <a:pt x="2395373" y="2231464"/>
                  </a:lnTo>
                  <a:lnTo>
                    <a:pt x="2395597" y="2230732"/>
                  </a:lnTo>
                  <a:lnTo>
                    <a:pt x="2395844" y="2230013"/>
                  </a:lnTo>
                  <a:lnTo>
                    <a:pt x="2396113" y="2229308"/>
                  </a:lnTo>
                  <a:lnTo>
                    <a:pt x="2396405" y="2228616"/>
                  </a:lnTo>
                  <a:lnTo>
                    <a:pt x="2396719" y="2227939"/>
                  </a:lnTo>
                  <a:lnTo>
                    <a:pt x="2397055" y="2227274"/>
                  </a:lnTo>
                  <a:lnTo>
                    <a:pt x="2397416" y="2226614"/>
                  </a:lnTo>
                  <a:lnTo>
                    <a:pt x="2397806" y="2225972"/>
                  </a:lnTo>
                  <a:lnTo>
                    <a:pt x="2398225" y="2225349"/>
                  </a:lnTo>
                  <a:lnTo>
                    <a:pt x="2398672" y="2224744"/>
                  </a:lnTo>
                  <a:lnTo>
                    <a:pt x="2399148" y="2224158"/>
                  </a:lnTo>
                  <a:lnTo>
                    <a:pt x="2399652" y="2223591"/>
                  </a:lnTo>
                  <a:lnTo>
                    <a:pt x="2400184" y="2223042"/>
                  </a:lnTo>
                  <a:lnTo>
                    <a:pt x="2400746" y="2222512"/>
                  </a:lnTo>
                  <a:lnTo>
                    <a:pt x="2401335" y="2222000"/>
                  </a:lnTo>
                  <a:lnTo>
                    <a:pt x="2401954" y="2221507"/>
                  </a:lnTo>
                  <a:lnTo>
                    <a:pt x="2402614" y="2221035"/>
                  </a:lnTo>
                  <a:lnTo>
                    <a:pt x="2403305" y="2220585"/>
                  </a:lnTo>
                  <a:lnTo>
                    <a:pt x="2404028" y="2220157"/>
                  </a:lnTo>
                  <a:lnTo>
                    <a:pt x="2404781" y="2219751"/>
                  </a:lnTo>
                  <a:lnTo>
                    <a:pt x="2405566" y="2219368"/>
                  </a:lnTo>
                  <a:lnTo>
                    <a:pt x="2406381" y="2219007"/>
                  </a:lnTo>
                  <a:lnTo>
                    <a:pt x="2407228" y="2218668"/>
                  </a:lnTo>
                  <a:lnTo>
                    <a:pt x="2408105" y="2218352"/>
                  </a:lnTo>
                  <a:lnTo>
                    <a:pt x="2409014" y="2218058"/>
                  </a:lnTo>
                  <a:lnTo>
                    <a:pt x="2409953" y="2217787"/>
                  </a:lnTo>
                  <a:lnTo>
                    <a:pt x="2410940" y="2217527"/>
                  </a:lnTo>
                  <a:lnTo>
                    <a:pt x="2411967" y="2217295"/>
                  </a:lnTo>
                  <a:lnTo>
                    <a:pt x="2413034" y="2217091"/>
                  </a:lnTo>
                  <a:lnTo>
                    <a:pt x="2414140" y="2216913"/>
                  </a:lnTo>
                  <a:lnTo>
                    <a:pt x="2415286" y="2216763"/>
                  </a:lnTo>
                  <a:lnTo>
                    <a:pt x="2416472" y="2216641"/>
                  </a:lnTo>
                  <a:lnTo>
                    <a:pt x="2417697" y="2216545"/>
                  </a:lnTo>
                  <a:lnTo>
                    <a:pt x="2418962" y="2216477"/>
                  </a:lnTo>
                  <a:lnTo>
                    <a:pt x="2420267" y="2216436"/>
                  </a:lnTo>
                  <a:lnTo>
                    <a:pt x="2421611" y="2216422"/>
                  </a:lnTo>
                  <a:lnTo>
                    <a:pt x="2424079" y="2216481"/>
                  </a:lnTo>
                  <a:lnTo>
                    <a:pt x="2426421" y="2216656"/>
                  </a:lnTo>
                  <a:lnTo>
                    <a:pt x="2428638" y="2216947"/>
                  </a:lnTo>
                  <a:lnTo>
                    <a:pt x="2430730" y="2217355"/>
                  </a:lnTo>
                  <a:lnTo>
                    <a:pt x="2432696" y="2217880"/>
                  </a:lnTo>
                  <a:lnTo>
                    <a:pt x="2434537" y="2218521"/>
                  </a:lnTo>
                  <a:lnTo>
                    <a:pt x="2436253" y="2219279"/>
                  </a:lnTo>
                  <a:lnTo>
                    <a:pt x="2437844" y="2220153"/>
                  </a:lnTo>
                  <a:lnTo>
                    <a:pt x="2439309" y="2221144"/>
                  </a:lnTo>
                  <a:lnTo>
                    <a:pt x="2440649" y="2222251"/>
                  </a:lnTo>
                  <a:lnTo>
                    <a:pt x="2441862" y="2223457"/>
                  </a:lnTo>
                  <a:lnTo>
                    <a:pt x="2442948" y="2224767"/>
                  </a:lnTo>
                  <a:lnTo>
                    <a:pt x="2443906" y="2226181"/>
                  </a:lnTo>
                  <a:lnTo>
                    <a:pt x="2444737" y="2227699"/>
                  </a:lnTo>
                  <a:lnTo>
                    <a:pt x="2445439" y="2229321"/>
                  </a:lnTo>
                  <a:lnTo>
                    <a:pt x="2446014" y="2231047"/>
                  </a:lnTo>
                  <a:lnTo>
                    <a:pt x="2446461" y="2232878"/>
                  </a:lnTo>
                  <a:lnTo>
                    <a:pt x="2446781" y="2234813"/>
                  </a:lnTo>
                  <a:lnTo>
                    <a:pt x="2446972" y="2236851"/>
                  </a:lnTo>
                  <a:lnTo>
                    <a:pt x="2447036" y="2238995"/>
                  </a:lnTo>
                  <a:lnTo>
                    <a:pt x="2447036" y="2267892"/>
                  </a:lnTo>
                  <a:lnTo>
                    <a:pt x="2447049" y="2268860"/>
                  </a:lnTo>
                  <a:lnTo>
                    <a:pt x="2447088" y="2269780"/>
                  </a:lnTo>
                  <a:lnTo>
                    <a:pt x="2447153" y="2270651"/>
                  </a:lnTo>
                  <a:lnTo>
                    <a:pt x="2447244" y="2271474"/>
                  </a:lnTo>
                  <a:lnTo>
                    <a:pt x="2447362" y="2272248"/>
                  </a:lnTo>
                  <a:lnTo>
                    <a:pt x="2447505" y="2272975"/>
                  </a:lnTo>
                  <a:lnTo>
                    <a:pt x="2447674" y="2273652"/>
                  </a:lnTo>
                  <a:lnTo>
                    <a:pt x="2447870" y="2274282"/>
                  </a:lnTo>
                  <a:lnTo>
                    <a:pt x="2448091" y="2274863"/>
                  </a:lnTo>
                  <a:lnTo>
                    <a:pt x="2448338" y="2275395"/>
                  </a:lnTo>
                  <a:lnTo>
                    <a:pt x="2448622" y="2275867"/>
                  </a:lnTo>
                  <a:lnTo>
                    <a:pt x="2448954" y="2276288"/>
                  </a:lnTo>
                  <a:lnTo>
                    <a:pt x="2449332" y="2276661"/>
                  </a:lnTo>
                  <a:lnTo>
                    <a:pt x="2449757" y="2276983"/>
                  </a:lnTo>
                  <a:lnTo>
                    <a:pt x="2450230" y="2277256"/>
                  </a:lnTo>
                  <a:lnTo>
                    <a:pt x="2450749" y="2277479"/>
                  </a:lnTo>
                  <a:lnTo>
                    <a:pt x="2451316" y="2277653"/>
                  </a:lnTo>
                  <a:lnTo>
                    <a:pt x="2451930" y="2277777"/>
                  </a:lnTo>
                  <a:lnTo>
                    <a:pt x="2452591" y="2277851"/>
                  </a:lnTo>
                  <a:lnTo>
                    <a:pt x="2453299" y="2277876"/>
                  </a:lnTo>
                  <a:lnTo>
                    <a:pt x="2453485" y="2277875"/>
                  </a:lnTo>
                  <a:lnTo>
                    <a:pt x="2453671" y="2277871"/>
                  </a:lnTo>
                  <a:lnTo>
                    <a:pt x="2453857" y="2277865"/>
                  </a:lnTo>
                  <a:lnTo>
                    <a:pt x="2454043" y="2277856"/>
                  </a:lnTo>
                  <a:lnTo>
                    <a:pt x="2454229" y="2277845"/>
                  </a:lnTo>
                  <a:lnTo>
                    <a:pt x="2454416" y="2277831"/>
                  </a:lnTo>
                  <a:lnTo>
                    <a:pt x="2454602" y="2277815"/>
                  </a:lnTo>
                  <a:lnTo>
                    <a:pt x="2454788" y="2277797"/>
                  </a:lnTo>
                  <a:lnTo>
                    <a:pt x="2454974" y="2277776"/>
                  </a:lnTo>
                  <a:lnTo>
                    <a:pt x="2455160" y="2277752"/>
                  </a:lnTo>
                  <a:lnTo>
                    <a:pt x="2455345" y="2277727"/>
                  </a:lnTo>
                  <a:lnTo>
                    <a:pt x="2455529" y="2277700"/>
                  </a:lnTo>
                  <a:lnTo>
                    <a:pt x="2455712" y="2277672"/>
                  </a:lnTo>
                  <a:lnTo>
                    <a:pt x="2455894" y="2277643"/>
                  </a:lnTo>
                  <a:lnTo>
                    <a:pt x="2456074" y="2277612"/>
                  </a:lnTo>
                  <a:lnTo>
                    <a:pt x="2456254" y="2277581"/>
                  </a:lnTo>
                  <a:lnTo>
                    <a:pt x="2456432" y="2277548"/>
                  </a:lnTo>
                  <a:lnTo>
                    <a:pt x="2456608" y="2277514"/>
                  </a:lnTo>
                  <a:lnTo>
                    <a:pt x="2456784" y="2277478"/>
                  </a:lnTo>
                  <a:lnTo>
                    <a:pt x="2456958" y="2277442"/>
                  </a:lnTo>
                  <a:lnTo>
                    <a:pt x="2456958" y="2284387"/>
                  </a:lnTo>
                  <a:lnTo>
                    <a:pt x="2456536" y="2284484"/>
                  </a:lnTo>
                  <a:lnTo>
                    <a:pt x="2456115" y="2284576"/>
                  </a:lnTo>
                  <a:lnTo>
                    <a:pt x="2455693" y="2284663"/>
                  </a:lnTo>
                  <a:lnTo>
                    <a:pt x="2455271" y="2284744"/>
                  </a:lnTo>
                  <a:lnTo>
                    <a:pt x="2454850" y="2284821"/>
                  </a:lnTo>
                  <a:lnTo>
                    <a:pt x="2454428" y="2284893"/>
                  </a:lnTo>
                  <a:lnTo>
                    <a:pt x="2454006" y="2284960"/>
                  </a:lnTo>
                  <a:lnTo>
                    <a:pt x="2453585" y="2285022"/>
                  </a:lnTo>
                  <a:lnTo>
                    <a:pt x="2453163" y="2285079"/>
                  </a:lnTo>
                  <a:lnTo>
                    <a:pt x="2452741" y="2285131"/>
                  </a:lnTo>
                  <a:lnTo>
                    <a:pt x="2452329" y="2285178"/>
                  </a:lnTo>
                  <a:lnTo>
                    <a:pt x="2451910" y="2285221"/>
                  </a:lnTo>
                  <a:lnTo>
                    <a:pt x="2451485" y="2285258"/>
                  </a:lnTo>
                  <a:lnTo>
                    <a:pt x="2451054" y="2285290"/>
                  </a:lnTo>
                  <a:lnTo>
                    <a:pt x="2450617" y="2285317"/>
                  </a:lnTo>
                  <a:lnTo>
                    <a:pt x="2450174" y="2285340"/>
                  </a:lnTo>
                  <a:lnTo>
                    <a:pt x="2449724" y="2285357"/>
                  </a:lnTo>
                  <a:lnTo>
                    <a:pt x="2449269" y="2285369"/>
                  </a:lnTo>
                  <a:lnTo>
                    <a:pt x="2448807" y="2285377"/>
                  </a:lnTo>
                  <a:lnTo>
                    <a:pt x="2448338" y="2285379"/>
                  </a:lnTo>
                  <a:lnTo>
                    <a:pt x="2447715" y="2285371"/>
                  </a:lnTo>
                  <a:lnTo>
                    <a:pt x="2447108" y="2285347"/>
                  </a:lnTo>
                  <a:lnTo>
                    <a:pt x="2446519" y="2285307"/>
                  </a:lnTo>
                  <a:lnTo>
                    <a:pt x="2445947" y="2285250"/>
                  </a:lnTo>
                  <a:lnTo>
                    <a:pt x="2445393" y="2285178"/>
                  </a:lnTo>
                  <a:lnTo>
                    <a:pt x="2444856" y="2285089"/>
                  </a:lnTo>
                  <a:lnTo>
                    <a:pt x="2444336" y="2284984"/>
                  </a:lnTo>
                  <a:lnTo>
                    <a:pt x="2443834" y="2284863"/>
                  </a:lnTo>
                  <a:lnTo>
                    <a:pt x="2443349" y="2284726"/>
                  </a:lnTo>
                  <a:lnTo>
                    <a:pt x="2442881" y="2284573"/>
                  </a:lnTo>
                  <a:lnTo>
                    <a:pt x="2442443" y="2284392"/>
                  </a:lnTo>
                  <a:lnTo>
                    <a:pt x="2442021" y="2284194"/>
                  </a:lnTo>
                  <a:lnTo>
                    <a:pt x="2441614" y="2283980"/>
                  </a:lnTo>
                  <a:lnTo>
                    <a:pt x="2441224" y="2283750"/>
                  </a:lnTo>
                  <a:lnTo>
                    <a:pt x="2440850" y="2283504"/>
                  </a:lnTo>
                  <a:lnTo>
                    <a:pt x="2440493" y="2283241"/>
                  </a:lnTo>
                  <a:lnTo>
                    <a:pt x="2440151" y="2282963"/>
                  </a:lnTo>
                  <a:lnTo>
                    <a:pt x="2439825" y="2282668"/>
                  </a:lnTo>
                  <a:lnTo>
                    <a:pt x="2439516" y="2282358"/>
                  </a:lnTo>
                  <a:lnTo>
                    <a:pt x="2439223" y="2282031"/>
                  </a:lnTo>
                  <a:lnTo>
                    <a:pt x="2438944" y="2281676"/>
                  </a:lnTo>
                  <a:lnTo>
                    <a:pt x="2438679" y="2281306"/>
                  </a:lnTo>
                  <a:lnTo>
                    <a:pt x="2438428" y="2280922"/>
                  </a:lnTo>
                  <a:lnTo>
                    <a:pt x="2438191" y="2280523"/>
                  </a:lnTo>
                  <a:lnTo>
                    <a:pt x="2437967" y="2280108"/>
                  </a:lnTo>
                  <a:lnTo>
                    <a:pt x="2437757" y="2279679"/>
                  </a:lnTo>
                  <a:lnTo>
                    <a:pt x="2437560" y="2279235"/>
                  </a:lnTo>
                  <a:lnTo>
                    <a:pt x="2437377" y="2278776"/>
                  </a:lnTo>
                  <a:lnTo>
                    <a:pt x="2437208" y="2278303"/>
                  </a:lnTo>
                  <a:lnTo>
                    <a:pt x="2437052" y="2277814"/>
                  </a:lnTo>
                  <a:lnTo>
                    <a:pt x="2436909" y="2277297"/>
                  </a:lnTo>
                  <a:lnTo>
                    <a:pt x="2436777" y="2276765"/>
                  </a:lnTo>
                  <a:lnTo>
                    <a:pt x="2436656" y="2276216"/>
                  </a:lnTo>
                  <a:lnTo>
                    <a:pt x="2436546" y="2275651"/>
                  </a:lnTo>
                  <a:lnTo>
                    <a:pt x="2436448" y="2275070"/>
                  </a:lnTo>
                  <a:lnTo>
                    <a:pt x="2436360" y="2274473"/>
                  </a:lnTo>
                  <a:lnTo>
                    <a:pt x="2436284" y="2273859"/>
                  </a:lnTo>
                  <a:lnTo>
                    <a:pt x="2436219" y="2273230"/>
                  </a:lnTo>
                  <a:lnTo>
                    <a:pt x="2436165" y="2272585"/>
                  </a:lnTo>
                  <a:lnTo>
                    <a:pt x="2436122" y="2271923"/>
                  </a:lnTo>
                  <a:lnTo>
                    <a:pt x="2435750" y="2271923"/>
                  </a:lnTo>
                  <a:lnTo>
                    <a:pt x="2435387" y="2272562"/>
                  </a:lnTo>
                  <a:lnTo>
                    <a:pt x="2435016" y="2273188"/>
                  </a:lnTo>
                  <a:lnTo>
                    <a:pt x="2434637" y="2273802"/>
                  </a:lnTo>
                  <a:lnTo>
                    <a:pt x="2434252" y="2274403"/>
                  </a:lnTo>
                  <a:lnTo>
                    <a:pt x="2433859" y="2274992"/>
                  </a:lnTo>
                  <a:lnTo>
                    <a:pt x="2433458" y="2275569"/>
                  </a:lnTo>
                  <a:lnTo>
                    <a:pt x="2433050" y="2276133"/>
                  </a:lnTo>
                  <a:lnTo>
                    <a:pt x="2432635" y="2276685"/>
                  </a:lnTo>
                  <a:lnTo>
                    <a:pt x="2432212" y="2277225"/>
                  </a:lnTo>
                  <a:lnTo>
                    <a:pt x="2431781" y="2277752"/>
                  </a:lnTo>
                  <a:lnTo>
                    <a:pt x="2431352" y="2278265"/>
                  </a:lnTo>
                  <a:lnTo>
                    <a:pt x="2430908" y="2278764"/>
                  </a:lnTo>
                  <a:lnTo>
                    <a:pt x="2430449" y="2279248"/>
                  </a:lnTo>
                  <a:lnTo>
                    <a:pt x="2429975" y="2279716"/>
                  </a:lnTo>
                  <a:lnTo>
                    <a:pt x="2429487" y="2280170"/>
                  </a:lnTo>
                  <a:lnTo>
                    <a:pt x="2428983" y="2280609"/>
                  </a:lnTo>
                  <a:lnTo>
                    <a:pt x="2428465" y="2281034"/>
                  </a:lnTo>
                  <a:lnTo>
                    <a:pt x="2427932" y="2281443"/>
                  </a:lnTo>
                  <a:lnTo>
                    <a:pt x="2427383" y="2281837"/>
                  </a:lnTo>
                  <a:lnTo>
                    <a:pt x="2426820" y="2282217"/>
                  </a:lnTo>
                  <a:lnTo>
                    <a:pt x="2426242" y="2282568"/>
                  </a:lnTo>
                  <a:lnTo>
                    <a:pt x="2425647" y="2282904"/>
                  </a:lnTo>
                  <a:lnTo>
                    <a:pt x="2425036" y="2283223"/>
                  </a:lnTo>
                  <a:lnTo>
                    <a:pt x="2424409" y="2283526"/>
                  </a:lnTo>
                  <a:lnTo>
                    <a:pt x="2423766" y="2283814"/>
                  </a:lnTo>
                  <a:lnTo>
                    <a:pt x="2423107" y="2284085"/>
                  </a:lnTo>
                  <a:lnTo>
                    <a:pt x="2422432" y="2284339"/>
                  </a:lnTo>
                  <a:lnTo>
                    <a:pt x="2421740" y="2284578"/>
                  </a:lnTo>
                  <a:lnTo>
                    <a:pt x="2421033" y="2284801"/>
                  </a:lnTo>
                  <a:lnTo>
                    <a:pt x="2420309" y="2285007"/>
                  </a:lnTo>
                  <a:lnTo>
                    <a:pt x="2419579" y="2285196"/>
                  </a:lnTo>
                  <a:lnTo>
                    <a:pt x="2418826" y="2285365"/>
                  </a:lnTo>
                  <a:lnTo>
                    <a:pt x="2418051" y="2285513"/>
                  </a:lnTo>
                  <a:lnTo>
                    <a:pt x="2417253" y="2285642"/>
                  </a:lnTo>
                  <a:lnTo>
                    <a:pt x="2416433" y="2285751"/>
                  </a:lnTo>
                  <a:lnTo>
                    <a:pt x="2415591" y="2285841"/>
                  </a:lnTo>
                  <a:lnTo>
                    <a:pt x="2414727" y="2285910"/>
                  </a:lnTo>
                  <a:lnTo>
                    <a:pt x="2413840" y="2285960"/>
                  </a:lnTo>
                  <a:lnTo>
                    <a:pt x="2412931" y="2285990"/>
                  </a:lnTo>
                  <a:close/>
                  <a:moveTo>
                    <a:pt x="2414542" y="2277628"/>
                  </a:moveTo>
                  <a:lnTo>
                    <a:pt x="2415595" y="2277609"/>
                  </a:lnTo>
                  <a:lnTo>
                    <a:pt x="2416621" y="2277551"/>
                  </a:lnTo>
                  <a:lnTo>
                    <a:pt x="2417619" y="2277455"/>
                  </a:lnTo>
                  <a:lnTo>
                    <a:pt x="2418590" y="2277320"/>
                  </a:lnTo>
                  <a:lnTo>
                    <a:pt x="2419534" y="2277147"/>
                  </a:lnTo>
                  <a:lnTo>
                    <a:pt x="2420450" y="2276936"/>
                  </a:lnTo>
                  <a:lnTo>
                    <a:pt x="2421340" y="2276686"/>
                  </a:lnTo>
                  <a:lnTo>
                    <a:pt x="2422202" y="2276398"/>
                  </a:lnTo>
                  <a:lnTo>
                    <a:pt x="2423036" y="2276071"/>
                  </a:lnTo>
                  <a:lnTo>
                    <a:pt x="2423844" y="2275706"/>
                  </a:lnTo>
                  <a:lnTo>
                    <a:pt x="2424636" y="2275298"/>
                  </a:lnTo>
                  <a:lnTo>
                    <a:pt x="2425399" y="2274870"/>
                  </a:lnTo>
                  <a:lnTo>
                    <a:pt x="2426134" y="2274420"/>
                  </a:lnTo>
                  <a:lnTo>
                    <a:pt x="2426840" y="2273949"/>
                  </a:lnTo>
                  <a:lnTo>
                    <a:pt x="2427518" y="2273458"/>
                  </a:lnTo>
                  <a:lnTo>
                    <a:pt x="2428167" y="2272945"/>
                  </a:lnTo>
                  <a:lnTo>
                    <a:pt x="2428788" y="2272411"/>
                  </a:lnTo>
                  <a:lnTo>
                    <a:pt x="2429380" y="2271856"/>
                  </a:lnTo>
                  <a:lnTo>
                    <a:pt x="2429944" y="2271280"/>
                  </a:lnTo>
                  <a:lnTo>
                    <a:pt x="2430479" y="2270683"/>
                  </a:lnTo>
                  <a:lnTo>
                    <a:pt x="2430999" y="2270069"/>
                  </a:lnTo>
                  <a:lnTo>
                    <a:pt x="2431491" y="2269445"/>
                  </a:lnTo>
                  <a:lnTo>
                    <a:pt x="2431956" y="2268809"/>
                  </a:lnTo>
                  <a:lnTo>
                    <a:pt x="2432394" y="2268162"/>
                  </a:lnTo>
                  <a:lnTo>
                    <a:pt x="2432804" y="2267505"/>
                  </a:lnTo>
                  <a:lnTo>
                    <a:pt x="2433188" y="2266835"/>
                  </a:lnTo>
                  <a:lnTo>
                    <a:pt x="2433544" y="2266155"/>
                  </a:lnTo>
                  <a:lnTo>
                    <a:pt x="2433872" y="2265464"/>
                  </a:lnTo>
                  <a:lnTo>
                    <a:pt x="2434174" y="2264761"/>
                  </a:lnTo>
                  <a:lnTo>
                    <a:pt x="2434448" y="2264047"/>
                  </a:lnTo>
                  <a:lnTo>
                    <a:pt x="2434695" y="2263331"/>
                  </a:lnTo>
                  <a:lnTo>
                    <a:pt x="2434917" y="2262621"/>
                  </a:lnTo>
                  <a:lnTo>
                    <a:pt x="2435112" y="2261917"/>
                  </a:lnTo>
                  <a:lnTo>
                    <a:pt x="2435281" y="2261220"/>
                  </a:lnTo>
                  <a:lnTo>
                    <a:pt x="2435424" y="2260528"/>
                  </a:lnTo>
                  <a:lnTo>
                    <a:pt x="2435542" y="2259843"/>
                  </a:lnTo>
                  <a:lnTo>
                    <a:pt x="2435633" y="2259164"/>
                  </a:lnTo>
                  <a:lnTo>
                    <a:pt x="2435698" y="2258491"/>
                  </a:lnTo>
                  <a:lnTo>
                    <a:pt x="2435737" y="2257824"/>
                  </a:lnTo>
                  <a:lnTo>
                    <a:pt x="2435750" y="2257164"/>
                  </a:lnTo>
                  <a:lnTo>
                    <a:pt x="2435750" y="2251645"/>
                  </a:lnTo>
                  <a:lnTo>
                    <a:pt x="2423534" y="2251893"/>
                  </a:lnTo>
                  <a:lnTo>
                    <a:pt x="2422719" y="2251910"/>
                  </a:lnTo>
                  <a:lnTo>
                    <a:pt x="2421911" y="2251938"/>
                  </a:lnTo>
                  <a:lnTo>
                    <a:pt x="2421112" y="2251975"/>
                  </a:lnTo>
                  <a:lnTo>
                    <a:pt x="2420319" y="2252022"/>
                  </a:lnTo>
                  <a:lnTo>
                    <a:pt x="2419534" y="2252079"/>
                  </a:lnTo>
                  <a:lnTo>
                    <a:pt x="2418756" y="2252146"/>
                  </a:lnTo>
                  <a:lnTo>
                    <a:pt x="2417986" y="2252223"/>
                  </a:lnTo>
                  <a:lnTo>
                    <a:pt x="2417223" y="2252310"/>
                  </a:lnTo>
                  <a:lnTo>
                    <a:pt x="2416468" y="2252407"/>
                  </a:lnTo>
                  <a:lnTo>
                    <a:pt x="2415720" y="2252513"/>
                  </a:lnTo>
                  <a:lnTo>
                    <a:pt x="2414997" y="2252623"/>
                  </a:lnTo>
                  <a:lnTo>
                    <a:pt x="2414291" y="2252754"/>
                  </a:lnTo>
                  <a:lnTo>
                    <a:pt x="2413603" y="2252906"/>
                  </a:lnTo>
                  <a:lnTo>
                    <a:pt x="2412932" y="2253079"/>
                  </a:lnTo>
                  <a:lnTo>
                    <a:pt x="2412279" y="2253273"/>
                  </a:lnTo>
                  <a:lnTo>
                    <a:pt x="2411642" y="2253488"/>
                  </a:lnTo>
                  <a:lnTo>
                    <a:pt x="2411023" y="2253724"/>
                  </a:lnTo>
                  <a:lnTo>
                    <a:pt x="2410422" y="2253982"/>
                  </a:lnTo>
                  <a:lnTo>
                    <a:pt x="2409838" y="2254260"/>
                  </a:lnTo>
                  <a:lnTo>
                    <a:pt x="2409271" y="2254560"/>
                  </a:lnTo>
                  <a:lnTo>
                    <a:pt x="2408724" y="2254882"/>
                  </a:lnTo>
                  <a:lnTo>
                    <a:pt x="2408199" y="2255229"/>
                  </a:lnTo>
                  <a:lnTo>
                    <a:pt x="2407697" y="2255601"/>
                  </a:lnTo>
                  <a:lnTo>
                    <a:pt x="2407217" y="2255998"/>
                  </a:lnTo>
                  <a:lnTo>
                    <a:pt x="2406760" y="2256420"/>
                  </a:lnTo>
                  <a:lnTo>
                    <a:pt x="2406324" y="2256866"/>
                  </a:lnTo>
                  <a:lnTo>
                    <a:pt x="2405911" y="2257338"/>
                  </a:lnTo>
                  <a:lnTo>
                    <a:pt x="2405521" y="2257834"/>
                  </a:lnTo>
                  <a:lnTo>
                    <a:pt x="2405152" y="2258355"/>
                  </a:lnTo>
                  <a:lnTo>
                    <a:pt x="2404806" y="2258900"/>
                  </a:lnTo>
                  <a:lnTo>
                    <a:pt x="2404500" y="2259476"/>
                  </a:lnTo>
                  <a:lnTo>
                    <a:pt x="2404226" y="2260086"/>
                  </a:lnTo>
                  <a:lnTo>
                    <a:pt x="2403984" y="2260731"/>
                  </a:lnTo>
                  <a:lnTo>
                    <a:pt x="2403774" y="2261411"/>
                  </a:lnTo>
                  <a:lnTo>
                    <a:pt x="2403597" y="2262125"/>
                  </a:lnTo>
                  <a:lnTo>
                    <a:pt x="2403452" y="2262874"/>
                  </a:lnTo>
                  <a:lnTo>
                    <a:pt x="2403339" y="2263658"/>
                  </a:lnTo>
                  <a:lnTo>
                    <a:pt x="2403258" y="2264476"/>
                  </a:lnTo>
                  <a:lnTo>
                    <a:pt x="2403210" y="2265330"/>
                  </a:lnTo>
                  <a:lnTo>
                    <a:pt x="2403194" y="2266218"/>
                  </a:lnTo>
                  <a:lnTo>
                    <a:pt x="2403223" y="2267284"/>
                  </a:lnTo>
                  <a:lnTo>
                    <a:pt x="2403310" y="2268301"/>
                  </a:lnTo>
                  <a:lnTo>
                    <a:pt x="2403456" y="2269269"/>
                  </a:lnTo>
                  <a:lnTo>
                    <a:pt x="2403660" y="2270187"/>
                  </a:lnTo>
                  <a:lnTo>
                    <a:pt x="2403922" y="2271055"/>
                  </a:lnTo>
                  <a:lnTo>
                    <a:pt x="2404243" y="2271873"/>
                  </a:lnTo>
                  <a:lnTo>
                    <a:pt x="2404622" y="2272642"/>
                  </a:lnTo>
                  <a:lnTo>
                    <a:pt x="2405059" y="2273362"/>
                  </a:lnTo>
                  <a:lnTo>
                    <a:pt x="2405555" y="2274031"/>
                  </a:lnTo>
                  <a:lnTo>
                    <a:pt x="2406108" y="2274651"/>
                  </a:lnTo>
                  <a:lnTo>
                    <a:pt x="2406729" y="2275217"/>
                  </a:lnTo>
                  <a:lnTo>
                    <a:pt x="2407398" y="2275723"/>
                  </a:lnTo>
                  <a:lnTo>
                    <a:pt x="2408118" y="2276169"/>
                  </a:lnTo>
                  <a:lnTo>
                    <a:pt x="2408887" y="2276556"/>
                  </a:lnTo>
                  <a:lnTo>
                    <a:pt x="2409705" y="2276884"/>
                  </a:lnTo>
                  <a:lnTo>
                    <a:pt x="2410573" y="2277152"/>
                  </a:lnTo>
                  <a:lnTo>
                    <a:pt x="2411491" y="2277360"/>
                  </a:lnTo>
                  <a:lnTo>
                    <a:pt x="2412458" y="2277509"/>
                  </a:lnTo>
                  <a:lnTo>
                    <a:pt x="2413475" y="2277598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" name="ph56"/>
            <p:cNvSpPr/>
            <p:nvPr/>
          </p:nvSpPr>
          <p:spPr>
            <a:xfrm>
              <a:off x="2012773" y="2560488"/>
              <a:ext cx="2423162" cy="2286000"/>
            </a:xfrm>
            <a:custGeom>
              <a:avLst/>
              <a:gdLst/>
              <a:ahLst/>
              <a:cxnLst/>
              <a:rect l="0" t="0" r="0" b="0"/>
              <a:pathLst>
                <a:path w="2423162" h="2286000">
                  <a:moveTo>
                    <a:pt x="2412000" y="2286000"/>
                  </a:moveTo>
                  <a:lnTo>
                    <a:pt x="2412000" y="2193974"/>
                  </a:lnTo>
                  <a:lnTo>
                    <a:pt x="2423162" y="2193974"/>
                  </a:lnTo>
                  <a:lnTo>
                    <a:pt x="2423162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8" name="ph57"/>
            <p:cNvSpPr/>
            <p:nvPr/>
          </p:nvSpPr>
          <p:spPr>
            <a:xfrm>
              <a:off x="2066785" y="2559991"/>
              <a:ext cx="2412000" cy="2287488"/>
            </a:xfrm>
            <a:custGeom>
              <a:avLst/>
              <a:gdLst/>
              <a:ahLst/>
              <a:cxnLst/>
              <a:rect l="0" t="0" r="0" b="0"/>
              <a:pathLst>
                <a:path w="2412000" h="2287488">
                  <a:moveTo>
                    <a:pt x="2412000" y="2286000"/>
                  </a:moveTo>
                  <a:lnTo>
                    <a:pt x="2411490" y="2286133"/>
                  </a:lnTo>
                  <a:lnTo>
                    <a:pt x="2410978" y="2286260"/>
                  </a:lnTo>
                  <a:lnTo>
                    <a:pt x="2410463" y="2286381"/>
                  </a:lnTo>
                  <a:lnTo>
                    <a:pt x="2409946" y="2286496"/>
                  </a:lnTo>
                  <a:lnTo>
                    <a:pt x="2409426" y="2286604"/>
                  </a:lnTo>
                  <a:lnTo>
                    <a:pt x="2408904" y="2286706"/>
                  </a:lnTo>
                  <a:lnTo>
                    <a:pt x="2408379" y="2286803"/>
                  </a:lnTo>
                  <a:lnTo>
                    <a:pt x="2407852" y="2286892"/>
                  </a:lnTo>
                  <a:lnTo>
                    <a:pt x="2407323" y="2286976"/>
                  </a:lnTo>
                  <a:lnTo>
                    <a:pt x="2406791" y="2287054"/>
                  </a:lnTo>
                  <a:lnTo>
                    <a:pt x="2406261" y="2287136"/>
                  </a:lnTo>
                  <a:lnTo>
                    <a:pt x="2405714" y="2287210"/>
                  </a:lnTo>
                  <a:lnTo>
                    <a:pt x="2405150" y="2287275"/>
                  </a:lnTo>
                  <a:lnTo>
                    <a:pt x="2404568" y="2287332"/>
                  </a:lnTo>
                  <a:lnTo>
                    <a:pt x="2403969" y="2287379"/>
                  </a:lnTo>
                  <a:lnTo>
                    <a:pt x="2403353" y="2287418"/>
                  </a:lnTo>
                  <a:lnTo>
                    <a:pt x="2402719" y="2287449"/>
                  </a:lnTo>
                  <a:lnTo>
                    <a:pt x="2402068" y="2287470"/>
                  </a:lnTo>
                  <a:lnTo>
                    <a:pt x="2401399" y="2287483"/>
                  </a:lnTo>
                  <a:lnTo>
                    <a:pt x="2400713" y="2287488"/>
                  </a:lnTo>
                  <a:lnTo>
                    <a:pt x="2398168" y="2287336"/>
                  </a:lnTo>
                  <a:lnTo>
                    <a:pt x="2395891" y="2286880"/>
                  </a:lnTo>
                  <a:lnTo>
                    <a:pt x="2393882" y="2286120"/>
                  </a:lnTo>
                  <a:lnTo>
                    <a:pt x="2392141" y="2285057"/>
                  </a:lnTo>
                  <a:lnTo>
                    <a:pt x="2390667" y="2283690"/>
                  </a:lnTo>
                  <a:lnTo>
                    <a:pt x="2389462" y="2282018"/>
                  </a:lnTo>
                  <a:lnTo>
                    <a:pt x="2388524" y="2280043"/>
                  </a:lnTo>
                  <a:lnTo>
                    <a:pt x="2387855" y="2277764"/>
                  </a:lnTo>
                  <a:lnTo>
                    <a:pt x="2387453" y="2275182"/>
                  </a:lnTo>
                  <a:lnTo>
                    <a:pt x="2387319" y="2272295"/>
                  </a:lnTo>
                  <a:lnTo>
                    <a:pt x="2387319" y="2227522"/>
                  </a:lnTo>
                  <a:lnTo>
                    <a:pt x="2379567" y="2227522"/>
                  </a:lnTo>
                  <a:lnTo>
                    <a:pt x="2379567" y="2219399"/>
                  </a:lnTo>
                  <a:lnTo>
                    <a:pt x="2387753" y="2219399"/>
                  </a:lnTo>
                  <a:lnTo>
                    <a:pt x="2391040" y="2204392"/>
                  </a:lnTo>
                  <a:lnTo>
                    <a:pt x="2398481" y="2204392"/>
                  </a:lnTo>
                  <a:lnTo>
                    <a:pt x="2398481" y="2219399"/>
                  </a:lnTo>
                  <a:lnTo>
                    <a:pt x="2410883" y="2219399"/>
                  </a:lnTo>
                  <a:lnTo>
                    <a:pt x="2410883" y="2227522"/>
                  </a:lnTo>
                  <a:lnTo>
                    <a:pt x="2398481" y="2227522"/>
                  </a:lnTo>
                  <a:lnTo>
                    <a:pt x="2398481" y="2269876"/>
                  </a:lnTo>
                  <a:lnTo>
                    <a:pt x="2398496" y="2270815"/>
                  </a:lnTo>
                  <a:lnTo>
                    <a:pt x="2398543" y="2271697"/>
                  </a:lnTo>
                  <a:lnTo>
                    <a:pt x="2398620" y="2272522"/>
                  </a:lnTo>
                  <a:lnTo>
                    <a:pt x="2398729" y="2273290"/>
                  </a:lnTo>
                  <a:lnTo>
                    <a:pt x="2398869" y="2274000"/>
                  </a:lnTo>
                  <a:lnTo>
                    <a:pt x="2399039" y="2274654"/>
                  </a:lnTo>
                  <a:lnTo>
                    <a:pt x="2399241" y="2275250"/>
                  </a:lnTo>
                  <a:lnTo>
                    <a:pt x="2399473" y="2275790"/>
                  </a:lnTo>
                  <a:lnTo>
                    <a:pt x="2399737" y="2276272"/>
                  </a:lnTo>
                  <a:lnTo>
                    <a:pt x="2400031" y="2276698"/>
                  </a:lnTo>
                  <a:lnTo>
                    <a:pt x="2400377" y="2277063"/>
                  </a:lnTo>
                  <a:lnTo>
                    <a:pt x="2400768" y="2277390"/>
                  </a:lnTo>
                  <a:lnTo>
                    <a:pt x="2401205" y="2277678"/>
                  </a:lnTo>
                  <a:lnTo>
                    <a:pt x="2401688" y="2277928"/>
                  </a:lnTo>
                  <a:lnTo>
                    <a:pt x="2402217" y="2278140"/>
                  </a:lnTo>
                  <a:lnTo>
                    <a:pt x="2402792" y="2278313"/>
                  </a:lnTo>
                  <a:lnTo>
                    <a:pt x="2403413" y="2278447"/>
                  </a:lnTo>
                  <a:lnTo>
                    <a:pt x="2404079" y="2278543"/>
                  </a:lnTo>
                  <a:lnTo>
                    <a:pt x="2404792" y="2278601"/>
                  </a:lnTo>
                  <a:lnTo>
                    <a:pt x="2405550" y="2278620"/>
                  </a:lnTo>
                  <a:lnTo>
                    <a:pt x="2405872" y="2278618"/>
                  </a:lnTo>
                  <a:lnTo>
                    <a:pt x="2406190" y="2278610"/>
                  </a:lnTo>
                  <a:lnTo>
                    <a:pt x="2406507" y="2278598"/>
                  </a:lnTo>
                  <a:lnTo>
                    <a:pt x="2406820" y="2278580"/>
                  </a:lnTo>
                  <a:lnTo>
                    <a:pt x="2407132" y="2278558"/>
                  </a:lnTo>
                  <a:lnTo>
                    <a:pt x="2407440" y="2278531"/>
                  </a:lnTo>
                  <a:lnTo>
                    <a:pt x="2407747" y="2278499"/>
                  </a:lnTo>
                  <a:lnTo>
                    <a:pt x="2408051" y="2278461"/>
                  </a:lnTo>
                  <a:lnTo>
                    <a:pt x="2408352" y="2278419"/>
                  </a:lnTo>
                  <a:lnTo>
                    <a:pt x="2408651" y="2278372"/>
                  </a:lnTo>
                  <a:lnTo>
                    <a:pt x="2408963" y="2278321"/>
                  </a:lnTo>
                  <a:lnTo>
                    <a:pt x="2409281" y="2278268"/>
                  </a:lnTo>
                  <a:lnTo>
                    <a:pt x="2409603" y="2278212"/>
                  </a:lnTo>
                  <a:lnTo>
                    <a:pt x="2409931" y="2278154"/>
                  </a:lnTo>
                  <a:lnTo>
                    <a:pt x="2410263" y="2278093"/>
                  </a:lnTo>
                  <a:lnTo>
                    <a:pt x="2410601" y="2278030"/>
                  </a:lnTo>
                  <a:lnTo>
                    <a:pt x="2410943" y="2277964"/>
                  </a:lnTo>
                  <a:lnTo>
                    <a:pt x="2411290" y="2277896"/>
                  </a:lnTo>
                  <a:lnTo>
                    <a:pt x="2411642" y="2277825"/>
                  </a:lnTo>
                  <a:lnTo>
                    <a:pt x="2412000" y="2277752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9" name="ph58"/>
            <p:cNvSpPr/>
            <p:nvPr/>
          </p:nvSpPr>
          <p:spPr>
            <a:xfrm>
              <a:off x="2084830" y="2529296"/>
              <a:ext cx="2459873" cy="2318432"/>
            </a:xfrm>
            <a:custGeom>
              <a:avLst/>
              <a:gdLst/>
              <a:ahLst/>
              <a:cxnLst/>
              <a:rect l="0" t="0" r="0" b="0"/>
              <a:pathLst>
                <a:path w="2459873" h="2318432">
                  <a:moveTo>
                    <a:pt x="2412000" y="2286000"/>
                  </a:moveTo>
                  <a:lnTo>
                    <a:pt x="2412010" y="2287046"/>
                  </a:lnTo>
                  <a:lnTo>
                    <a:pt x="2412042" y="2288076"/>
                  </a:lnTo>
                  <a:lnTo>
                    <a:pt x="2412094" y="2289090"/>
                  </a:lnTo>
                  <a:lnTo>
                    <a:pt x="2412168" y="2290087"/>
                  </a:lnTo>
                  <a:lnTo>
                    <a:pt x="2412263" y="2291069"/>
                  </a:lnTo>
                  <a:lnTo>
                    <a:pt x="2412379" y="2292034"/>
                  </a:lnTo>
                  <a:lnTo>
                    <a:pt x="2412516" y="2292984"/>
                  </a:lnTo>
                  <a:lnTo>
                    <a:pt x="2412674" y="2293917"/>
                  </a:lnTo>
                  <a:lnTo>
                    <a:pt x="2412853" y="2294834"/>
                  </a:lnTo>
                  <a:lnTo>
                    <a:pt x="2413054" y="2295735"/>
                  </a:lnTo>
                  <a:lnTo>
                    <a:pt x="2413288" y="2296604"/>
                  </a:lnTo>
                  <a:lnTo>
                    <a:pt x="2413545" y="2297449"/>
                  </a:lnTo>
                  <a:lnTo>
                    <a:pt x="2413824" y="2298271"/>
                  </a:lnTo>
                  <a:lnTo>
                    <a:pt x="2414125" y="2299069"/>
                  </a:lnTo>
                  <a:lnTo>
                    <a:pt x="2414449" y="2299844"/>
                  </a:lnTo>
                  <a:lnTo>
                    <a:pt x="2414795" y="2300595"/>
                  </a:lnTo>
                  <a:lnTo>
                    <a:pt x="2415163" y="2301322"/>
                  </a:lnTo>
                  <a:lnTo>
                    <a:pt x="2415554" y="2302026"/>
                  </a:lnTo>
                  <a:lnTo>
                    <a:pt x="2415967" y="2302706"/>
                  </a:lnTo>
                  <a:lnTo>
                    <a:pt x="2416402" y="2303363"/>
                  </a:lnTo>
                  <a:lnTo>
                    <a:pt x="2416874" y="2303982"/>
                  </a:lnTo>
                  <a:lnTo>
                    <a:pt x="2417370" y="2304573"/>
                  </a:lnTo>
                  <a:lnTo>
                    <a:pt x="2417891" y="2305138"/>
                  </a:lnTo>
                  <a:lnTo>
                    <a:pt x="2418436" y="2305675"/>
                  </a:lnTo>
                  <a:lnTo>
                    <a:pt x="2419007" y="2306184"/>
                  </a:lnTo>
                  <a:lnTo>
                    <a:pt x="2419602" y="2306667"/>
                  </a:lnTo>
                  <a:lnTo>
                    <a:pt x="2420222" y="2307122"/>
                  </a:lnTo>
                  <a:lnTo>
                    <a:pt x="2420867" y="2307550"/>
                  </a:lnTo>
                  <a:lnTo>
                    <a:pt x="2421537" y="2307950"/>
                  </a:lnTo>
                  <a:lnTo>
                    <a:pt x="2422231" y="2308324"/>
                  </a:lnTo>
                  <a:lnTo>
                    <a:pt x="2422953" y="2308654"/>
                  </a:lnTo>
                  <a:lnTo>
                    <a:pt x="2423702" y="2308949"/>
                  </a:lnTo>
                  <a:lnTo>
                    <a:pt x="2424481" y="2309209"/>
                  </a:lnTo>
                  <a:lnTo>
                    <a:pt x="2425287" y="2309435"/>
                  </a:lnTo>
                  <a:lnTo>
                    <a:pt x="2426123" y="2309626"/>
                  </a:lnTo>
                  <a:lnTo>
                    <a:pt x="2426986" y="2309782"/>
                  </a:lnTo>
                  <a:lnTo>
                    <a:pt x="2427879" y="2309904"/>
                  </a:lnTo>
                  <a:lnTo>
                    <a:pt x="2428800" y="2309991"/>
                  </a:lnTo>
                  <a:lnTo>
                    <a:pt x="2429749" y="2310043"/>
                  </a:lnTo>
                  <a:lnTo>
                    <a:pt x="2430727" y="2310060"/>
                  </a:lnTo>
                  <a:lnTo>
                    <a:pt x="2432149" y="2310031"/>
                  </a:lnTo>
                  <a:lnTo>
                    <a:pt x="2433513" y="2309943"/>
                  </a:lnTo>
                  <a:lnTo>
                    <a:pt x="2434818" y="2309798"/>
                  </a:lnTo>
                  <a:lnTo>
                    <a:pt x="2436065" y="2309594"/>
                  </a:lnTo>
                  <a:lnTo>
                    <a:pt x="2437254" y="2309331"/>
                  </a:lnTo>
                  <a:lnTo>
                    <a:pt x="2438384" y="2309011"/>
                  </a:lnTo>
                  <a:lnTo>
                    <a:pt x="2439456" y="2308632"/>
                  </a:lnTo>
                  <a:lnTo>
                    <a:pt x="2440470" y="2308195"/>
                  </a:lnTo>
                  <a:lnTo>
                    <a:pt x="2441426" y="2307699"/>
                  </a:lnTo>
                  <a:lnTo>
                    <a:pt x="2442323" y="2307145"/>
                  </a:lnTo>
                  <a:lnTo>
                    <a:pt x="2443175" y="2306547"/>
                  </a:lnTo>
                  <a:lnTo>
                    <a:pt x="2443970" y="2305918"/>
                  </a:lnTo>
                  <a:lnTo>
                    <a:pt x="2444708" y="2305257"/>
                  </a:lnTo>
                  <a:lnTo>
                    <a:pt x="2445389" y="2304566"/>
                  </a:lnTo>
                  <a:lnTo>
                    <a:pt x="2446013" y="2303843"/>
                  </a:lnTo>
                  <a:lnTo>
                    <a:pt x="2446580" y="2303090"/>
                  </a:lnTo>
                  <a:lnTo>
                    <a:pt x="2447089" y="2302305"/>
                  </a:lnTo>
                  <a:lnTo>
                    <a:pt x="2447542" y="2301490"/>
                  </a:lnTo>
                  <a:lnTo>
                    <a:pt x="2447938" y="2300644"/>
                  </a:lnTo>
                  <a:lnTo>
                    <a:pt x="2448276" y="2299766"/>
                  </a:lnTo>
                  <a:lnTo>
                    <a:pt x="2458074" y="2302557"/>
                  </a:lnTo>
                  <a:lnTo>
                    <a:pt x="2457855" y="2303115"/>
                  </a:lnTo>
                  <a:lnTo>
                    <a:pt x="2457618" y="2303675"/>
                  </a:lnTo>
                  <a:lnTo>
                    <a:pt x="2457364" y="2304237"/>
                  </a:lnTo>
                  <a:lnTo>
                    <a:pt x="2457092" y="2304799"/>
                  </a:lnTo>
                  <a:lnTo>
                    <a:pt x="2456803" y="2305363"/>
                  </a:lnTo>
                  <a:lnTo>
                    <a:pt x="2456497" y="2305928"/>
                  </a:lnTo>
                  <a:lnTo>
                    <a:pt x="2456173" y="2306494"/>
                  </a:lnTo>
                  <a:lnTo>
                    <a:pt x="2455832" y="2307061"/>
                  </a:lnTo>
                  <a:lnTo>
                    <a:pt x="2455473" y="2307630"/>
                  </a:lnTo>
                  <a:lnTo>
                    <a:pt x="2455098" y="2308200"/>
                  </a:lnTo>
                  <a:lnTo>
                    <a:pt x="2454713" y="2308753"/>
                  </a:lnTo>
                  <a:lnTo>
                    <a:pt x="2454301" y="2309296"/>
                  </a:lnTo>
                  <a:lnTo>
                    <a:pt x="2453864" y="2309829"/>
                  </a:lnTo>
                  <a:lnTo>
                    <a:pt x="2453401" y="2310353"/>
                  </a:lnTo>
                  <a:lnTo>
                    <a:pt x="2452912" y="2310866"/>
                  </a:lnTo>
                  <a:lnTo>
                    <a:pt x="2452396" y="2311370"/>
                  </a:lnTo>
                  <a:lnTo>
                    <a:pt x="2451855" y="2311863"/>
                  </a:lnTo>
                  <a:lnTo>
                    <a:pt x="2451288" y="2312347"/>
                  </a:lnTo>
                  <a:lnTo>
                    <a:pt x="2450694" y="2312821"/>
                  </a:lnTo>
                  <a:lnTo>
                    <a:pt x="2450075" y="2313285"/>
                  </a:lnTo>
                  <a:lnTo>
                    <a:pt x="2449426" y="2313724"/>
                  </a:lnTo>
                  <a:lnTo>
                    <a:pt x="2448745" y="2314148"/>
                  </a:lnTo>
                  <a:lnTo>
                    <a:pt x="2448032" y="2314557"/>
                  </a:lnTo>
                  <a:lnTo>
                    <a:pt x="2447287" y="2314952"/>
                  </a:lnTo>
                  <a:lnTo>
                    <a:pt x="2446509" y="2315331"/>
                  </a:lnTo>
                  <a:lnTo>
                    <a:pt x="2445699" y="2315696"/>
                  </a:lnTo>
                  <a:lnTo>
                    <a:pt x="2444857" y="2316045"/>
                  </a:lnTo>
                  <a:lnTo>
                    <a:pt x="2443983" y="2316380"/>
                  </a:lnTo>
                  <a:lnTo>
                    <a:pt x="2443076" y="2316700"/>
                  </a:lnTo>
                  <a:lnTo>
                    <a:pt x="2442137" y="2317005"/>
                  </a:lnTo>
                  <a:lnTo>
                    <a:pt x="2441175" y="2317276"/>
                  </a:lnTo>
                  <a:lnTo>
                    <a:pt x="2440173" y="2317519"/>
                  </a:lnTo>
                  <a:lnTo>
                    <a:pt x="2439131" y="2317733"/>
                  </a:lnTo>
                  <a:lnTo>
                    <a:pt x="2438049" y="2317918"/>
                  </a:lnTo>
                  <a:lnTo>
                    <a:pt x="2436928" y="2318075"/>
                  </a:lnTo>
                  <a:lnTo>
                    <a:pt x="2435767" y="2318203"/>
                  </a:lnTo>
                  <a:lnTo>
                    <a:pt x="2434567" y="2318303"/>
                  </a:lnTo>
                  <a:lnTo>
                    <a:pt x="2433327" y="2318375"/>
                  </a:lnTo>
                  <a:lnTo>
                    <a:pt x="2432047" y="2318417"/>
                  </a:lnTo>
                  <a:lnTo>
                    <a:pt x="2430727" y="2318432"/>
                  </a:lnTo>
                  <a:lnTo>
                    <a:pt x="2427821" y="2318343"/>
                  </a:lnTo>
                  <a:lnTo>
                    <a:pt x="2425057" y="2318077"/>
                  </a:lnTo>
                  <a:lnTo>
                    <a:pt x="2422434" y="2317634"/>
                  </a:lnTo>
                  <a:lnTo>
                    <a:pt x="2419952" y="2317013"/>
                  </a:lnTo>
                  <a:lnTo>
                    <a:pt x="2417612" y="2316215"/>
                  </a:lnTo>
                  <a:lnTo>
                    <a:pt x="2415413" y="2315239"/>
                  </a:lnTo>
                  <a:lnTo>
                    <a:pt x="2413355" y="2314086"/>
                  </a:lnTo>
                  <a:lnTo>
                    <a:pt x="2411439" y="2312756"/>
                  </a:lnTo>
                  <a:lnTo>
                    <a:pt x="2409664" y="2311249"/>
                  </a:lnTo>
                  <a:lnTo>
                    <a:pt x="2408031" y="2309564"/>
                  </a:lnTo>
                  <a:lnTo>
                    <a:pt x="2406558" y="2307704"/>
                  </a:lnTo>
                  <a:lnTo>
                    <a:pt x="2405240" y="2305672"/>
                  </a:lnTo>
                  <a:lnTo>
                    <a:pt x="2404078" y="2303468"/>
                  </a:lnTo>
                  <a:lnTo>
                    <a:pt x="2403070" y="2301091"/>
                  </a:lnTo>
                  <a:lnTo>
                    <a:pt x="2402217" y="2298541"/>
                  </a:lnTo>
                  <a:lnTo>
                    <a:pt x="2401520" y="2295820"/>
                  </a:lnTo>
                  <a:lnTo>
                    <a:pt x="2400977" y="2292926"/>
                  </a:lnTo>
                  <a:lnTo>
                    <a:pt x="2400589" y="2289859"/>
                  </a:lnTo>
                  <a:lnTo>
                    <a:pt x="2400357" y="2286620"/>
                  </a:lnTo>
                  <a:lnTo>
                    <a:pt x="2400279" y="2283209"/>
                  </a:lnTo>
                  <a:lnTo>
                    <a:pt x="2400303" y="2281353"/>
                  </a:lnTo>
                  <a:lnTo>
                    <a:pt x="2400374" y="2279555"/>
                  </a:lnTo>
                  <a:lnTo>
                    <a:pt x="2400491" y="2277816"/>
                  </a:lnTo>
                  <a:lnTo>
                    <a:pt x="2400656" y="2276135"/>
                  </a:lnTo>
                  <a:lnTo>
                    <a:pt x="2400868" y="2274512"/>
                  </a:lnTo>
                  <a:lnTo>
                    <a:pt x="2401128" y="2272947"/>
                  </a:lnTo>
                  <a:lnTo>
                    <a:pt x="2401434" y="2271441"/>
                  </a:lnTo>
                  <a:lnTo>
                    <a:pt x="2401787" y="2269993"/>
                  </a:lnTo>
                  <a:lnTo>
                    <a:pt x="2402188" y="2268603"/>
                  </a:lnTo>
                  <a:lnTo>
                    <a:pt x="2402636" y="2267272"/>
                  </a:lnTo>
                  <a:lnTo>
                    <a:pt x="2403124" y="2265982"/>
                  </a:lnTo>
                  <a:lnTo>
                    <a:pt x="2403648" y="2264742"/>
                  </a:lnTo>
                  <a:lnTo>
                    <a:pt x="2404206" y="2263551"/>
                  </a:lnTo>
                  <a:lnTo>
                    <a:pt x="2404799" y="2262410"/>
                  </a:lnTo>
                  <a:lnTo>
                    <a:pt x="2405426" y="2261319"/>
                  </a:lnTo>
                  <a:lnTo>
                    <a:pt x="2406089" y="2260277"/>
                  </a:lnTo>
                  <a:lnTo>
                    <a:pt x="2406786" y="2259285"/>
                  </a:lnTo>
                  <a:lnTo>
                    <a:pt x="2407517" y="2258342"/>
                  </a:lnTo>
                  <a:lnTo>
                    <a:pt x="2408284" y="2257449"/>
                  </a:lnTo>
                  <a:lnTo>
                    <a:pt x="2409085" y="2256606"/>
                  </a:lnTo>
                  <a:lnTo>
                    <a:pt x="2409917" y="2255810"/>
                  </a:lnTo>
                  <a:lnTo>
                    <a:pt x="2410777" y="2255061"/>
                  </a:lnTo>
                  <a:lnTo>
                    <a:pt x="2411663" y="2254357"/>
                  </a:lnTo>
                  <a:lnTo>
                    <a:pt x="2412577" y="2253699"/>
                  </a:lnTo>
                  <a:lnTo>
                    <a:pt x="2413519" y="2253087"/>
                  </a:lnTo>
                  <a:lnTo>
                    <a:pt x="2414487" y="2252521"/>
                  </a:lnTo>
                  <a:lnTo>
                    <a:pt x="2415483" y="2252000"/>
                  </a:lnTo>
                  <a:lnTo>
                    <a:pt x="2416507" y="2251526"/>
                  </a:lnTo>
                  <a:lnTo>
                    <a:pt x="2417557" y="2251097"/>
                  </a:lnTo>
                  <a:lnTo>
                    <a:pt x="2418635" y="2250715"/>
                  </a:lnTo>
                  <a:lnTo>
                    <a:pt x="2419734" y="2250361"/>
                  </a:lnTo>
                  <a:lnTo>
                    <a:pt x="2420847" y="2250045"/>
                  </a:lnTo>
                  <a:lnTo>
                    <a:pt x="2421976" y="2249766"/>
                  </a:lnTo>
                  <a:lnTo>
                    <a:pt x="2423119" y="2249524"/>
                  </a:lnTo>
                  <a:lnTo>
                    <a:pt x="2424278" y="2249320"/>
                  </a:lnTo>
                  <a:lnTo>
                    <a:pt x="2425451" y="2249152"/>
                  </a:lnTo>
                  <a:lnTo>
                    <a:pt x="2426639" y="2249022"/>
                  </a:lnTo>
                  <a:lnTo>
                    <a:pt x="2427842" y="2248929"/>
                  </a:lnTo>
                  <a:lnTo>
                    <a:pt x="2429060" y="2248873"/>
                  </a:lnTo>
                  <a:lnTo>
                    <a:pt x="2430293" y="2248854"/>
                  </a:lnTo>
                  <a:lnTo>
                    <a:pt x="2431952" y="2248882"/>
                  </a:lnTo>
                  <a:lnTo>
                    <a:pt x="2433555" y="2248964"/>
                  </a:lnTo>
                  <a:lnTo>
                    <a:pt x="2435102" y="2249100"/>
                  </a:lnTo>
                  <a:lnTo>
                    <a:pt x="2436593" y="2249291"/>
                  </a:lnTo>
                  <a:lnTo>
                    <a:pt x="2438029" y="2249537"/>
                  </a:lnTo>
                  <a:lnTo>
                    <a:pt x="2439409" y="2249837"/>
                  </a:lnTo>
                  <a:lnTo>
                    <a:pt x="2440733" y="2250191"/>
                  </a:lnTo>
                  <a:lnTo>
                    <a:pt x="2442001" y="2250601"/>
                  </a:lnTo>
                  <a:lnTo>
                    <a:pt x="2443213" y="2251065"/>
                  </a:lnTo>
                  <a:lnTo>
                    <a:pt x="2444370" y="2251583"/>
                  </a:lnTo>
                  <a:lnTo>
                    <a:pt x="2445488" y="2252150"/>
                  </a:lnTo>
                  <a:lnTo>
                    <a:pt x="2446560" y="2252759"/>
                  </a:lnTo>
                  <a:lnTo>
                    <a:pt x="2447586" y="2253410"/>
                  </a:lnTo>
                  <a:lnTo>
                    <a:pt x="2448567" y="2254103"/>
                  </a:lnTo>
                  <a:lnTo>
                    <a:pt x="2449501" y="2254839"/>
                  </a:lnTo>
                  <a:lnTo>
                    <a:pt x="2450390" y="2255616"/>
                  </a:lnTo>
                  <a:lnTo>
                    <a:pt x="2451232" y="2256436"/>
                  </a:lnTo>
                  <a:lnTo>
                    <a:pt x="2452029" y="2257298"/>
                  </a:lnTo>
                  <a:lnTo>
                    <a:pt x="2452780" y="2258202"/>
                  </a:lnTo>
                  <a:lnTo>
                    <a:pt x="2453485" y="2259148"/>
                  </a:lnTo>
                  <a:lnTo>
                    <a:pt x="2454159" y="2260121"/>
                  </a:lnTo>
                  <a:lnTo>
                    <a:pt x="2454793" y="2261128"/>
                  </a:lnTo>
                  <a:lnTo>
                    <a:pt x="2455385" y="2262170"/>
                  </a:lnTo>
                  <a:lnTo>
                    <a:pt x="2455936" y="2263246"/>
                  </a:lnTo>
                  <a:lnTo>
                    <a:pt x="2456446" y="2264357"/>
                  </a:lnTo>
                  <a:lnTo>
                    <a:pt x="2456916" y="2265503"/>
                  </a:lnTo>
                  <a:lnTo>
                    <a:pt x="2457344" y="2266684"/>
                  </a:lnTo>
                  <a:lnTo>
                    <a:pt x="2457732" y="2267900"/>
                  </a:lnTo>
                  <a:lnTo>
                    <a:pt x="2458079" y="2269150"/>
                  </a:lnTo>
                  <a:lnTo>
                    <a:pt x="2458384" y="2270435"/>
                  </a:lnTo>
                  <a:lnTo>
                    <a:pt x="2458667" y="2271747"/>
                  </a:lnTo>
                  <a:lnTo>
                    <a:pt x="2458920" y="2273081"/>
                  </a:lnTo>
                  <a:lnTo>
                    <a:pt x="2459143" y="2274436"/>
                  </a:lnTo>
                  <a:lnTo>
                    <a:pt x="2459337" y="2275812"/>
                  </a:lnTo>
                  <a:lnTo>
                    <a:pt x="2459500" y="2277209"/>
                  </a:lnTo>
                  <a:lnTo>
                    <a:pt x="2459634" y="2278628"/>
                  </a:lnTo>
                  <a:lnTo>
                    <a:pt x="2459739" y="2280067"/>
                  </a:lnTo>
                  <a:lnTo>
                    <a:pt x="2459813" y="2281527"/>
                  </a:lnTo>
                  <a:lnTo>
                    <a:pt x="2459858" y="2283009"/>
                  </a:lnTo>
                  <a:lnTo>
                    <a:pt x="2459873" y="2284511"/>
                  </a:lnTo>
                  <a:lnTo>
                    <a:pt x="2459873" y="2286000"/>
                  </a:lnTo>
                  <a:close/>
                  <a:moveTo>
                    <a:pt x="2448338" y="2277442"/>
                  </a:moveTo>
                  <a:lnTo>
                    <a:pt x="2448117" y="2275379"/>
                  </a:lnTo>
                  <a:lnTo>
                    <a:pt x="2447825" y="2273431"/>
                  </a:lnTo>
                  <a:lnTo>
                    <a:pt x="2447462" y="2271599"/>
                  </a:lnTo>
                  <a:lnTo>
                    <a:pt x="2447029" y="2269881"/>
                  </a:lnTo>
                  <a:lnTo>
                    <a:pt x="2446525" y="2268280"/>
                  </a:lnTo>
                  <a:lnTo>
                    <a:pt x="2445950" y="2266793"/>
                  </a:lnTo>
                  <a:lnTo>
                    <a:pt x="2445304" y="2265422"/>
                  </a:lnTo>
                  <a:lnTo>
                    <a:pt x="2444588" y="2264166"/>
                  </a:lnTo>
                  <a:lnTo>
                    <a:pt x="2443801" y="2263026"/>
                  </a:lnTo>
                  <a:lnTo>
                    <a:pt x="2442943" y="2262001"/>
                  </a:lnTo>
                  <a:lnTo>
                    <a:pt x="2442011" y="2261070"/>
                  </a:lnTo>
                  <a:lnTo>
                    <a:pt x="2441001" y="2260237"/>
                  </a:lnTo>
                  <a:lnTo>
                    <a:pt x="2439913" y="2259503"/>
                  </a:lnTo>
                  <a:lnTo>
                    <a:pt x="2438746" y="2258866"/>
                  </a:lnTo>
                  <a:lnTo>
                    <a:pt x="2437502" y="2258327"/>
                  </a:lnTo>
                  <a:lnTo>
                    <a:pt x="2436179" y="2257886"/>
                  </a:lnTo>
                  <a:lnTo>
                    <a:pt x="2434778" y="2257543"/>
                  </a:lnTo>
                  <a:lnTo>
                    <a:pt x="2433299" y="2257298"/>
                  </a:lnTo>
                  <a:lnTo>
                    <a:pt x="2431742" y="2257151"/>
                  </a:lnTo>
                  <a:lnTo>
                    <a:pt x="2430107" y="2257102"/>
                  </a:lnTo>
                  <a:lnTo>
                    <a:pt x="2429546" y="2257111"/>
                  </a:lnTo>
                  <a:lnTo>
                    <a:pt x="2428978" y="2257139"/>
                  </a:lnTo>
                  <a:lnTo>
                    <a:pt x="2428405" y="2257186"/>
                  </a:lnTo>
                  <a:lnTo>
                    <a:pt x="2427825" y="2257251"/>
                  </a:lnTo>
                  <a:lnTo>
                    <a:pt x="2427239" y="2257335"/>
                  </a:lnTo>
                  <a:lnTo>
                    <a:pt x="2426647" y="2257437"/>
                  </a:lnTo>
                  <a:lnTo>
                    <a:pt x="2426048" y="2257558"/>
                  </a:lnTo>
                  <a:lnTo>
                    <a:pt x="2425444" y="2257697"/>
                  </a:lnTo>
                  <a:lnTo>
                    <a:pt x="2424833" y="2257855"/>
                  </a:lnTo>
                  <a:lnTo>
                    <a:pt x="2424216" y="2258032"/>
                  </a:lnTo>
                  <a:lnTo>
                    <a:pt x="2423612" y="2258220"/>
                  </a:lnTo>
                  <a:lnTo>
                    <a:pt x="2423018" y="2258437"/>
                  </a:lnTo>
                  <a:lnTo>
                    <a:pt x="2422432" y="2258681"/>
                  </a:lnTo>
                  <a:lnTo>
                    <a:pt x="2421854" y="2258955"/>
                  </a:lnTo>
                  <a:lnTo>
                    <a:pt x="2421286" y="2259257"/>
                  </a:lnTo>
                  <a:lnTo>
                    <a:pt x="2420726" y="2259587"/>
                  </a:lnTo>
                  <a:lnTo>
                    <a:pt x="2420175" y="2259947"/>
                  </a:lnTo>
                  <a:lnTo>
                    <a:pt x="2419632" y="2260334"/>
                  </a:lnTo>
                  <a:lnTo>
                    <a:pt x="2419098" y="2260750"/>
                  </a:lnTo>
                  <a:lnTo>
                    <a:pt x="2418573" y="2261195"/>
                  </a:lnTo>
                  <a:lnTo>
                    <a:pt x="2418060" y="2261670"/>
                  </a:lnTo>
                  <a:lnTo>
                    <a:pt x="2417563" y="2262180"/>
                  </a:lnTo>
                  <a:lnTo>
                    <a:pt x="2417083" y="2262722"/>
                  </a:lnTo>
                  <a:lnTo>
                    <a:pt x="2416618" y="2263298"/>
                  </a:lnTo>
                  <a:lnTo>
                    <a:pt x="2416170" y="2263908"/>
                  </a:lnTo>
                  <a:lnTo>
                    <a:pt x="2415738" y="2264551"/>
                  </a:lnTo>
                  <a:lnTo>
                    <a:pt x="2415321" y="2265227"/>
                  </a:lnTo>
                  <a:lnTo>
                    <a:pt x="2414921" y="2265937"/>
                  </a:lnTo>
                  <a:lnTo>
                    <a:pt x="2414538" y="2266681"/>
                  </a:lnTo>
                  <a:lnTo>
                    <a:pt x="2414170" y="2267458"/>
                  </a:lnTo>
                  <a:lnTo>
                    <a:pt x="2413826" y="2268261"/>
                  </a:lnTo>
                  <a:lnTo>
                    <a:pt x="2413513" y="2269108"/>
                  </a:lnTo>
                  <a:lnTo>
                    <a:pt x="2413230" y="2269997"/>
                  </a:lnTo>
                  <a:lnTo>
                    <a:pt x="2412979" y="2270931"/>
                  </a:lnTo>
                  <a:lnTo>
                    <a:pt x="2412759" y="2271907"/>
                  </a:lnTo>
                  <a:lnTo>
                    <a:pt x="2412570" y="2272927"/>
                  </a:lnTo>
                  <a:lnTo>
                    <a:pt x="2412412" y="2273991"/>
                  </a:lnTo>
                  <a:lnTo>
                    <a:pt x="2412285" y="2275098"/>
                  </a:lnTo>
                  <a:lnTo>
                    <a:pt x="2412189" y="2276248"/>
                  </a:lnTo>
                  <a:lnTo>
                    <a:pt x="2412124" y="2277442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0" name="ph59"/>
            <p:cNvSpPr/>
            <p:nvPr/>
          </p:nvSpPr>
          <p:spPr>
            <a:xfrm>
              <a:off x="2448855" y="2561728"/>
              <a:ext cx="2448586" cy="2286000"/>
            </a:xfrm>
            <a:custGeom>
              <a:avLst/>
              <a:gdLst/>
              <a:ahLst/>
              <a:cxnLst/>
              <a:rect l="0" t="0" r="0" b="0"/>
              <a:pathLst>
                <a:path w="2448586" h="2286000">
                  <a:moveTo>
                    <a:pt x="2412000" y="2286000"/>
                  </a:moveTo>
                  <a:lnTo>
                    <a:pt x="2410568" y="2285980"/>
                  </a:lnTo>
                  <a:lnTo>
                    <a:pt x="2409152" y="2285923"/>
                  </a:lnTo>
                  <a:lnTo>
                    <a:pt x="2407750" y="2285826"/>
                  </a:lnTo>
                  <a:lnTo>
                    <a:pt x="2406364" y="2285692"/>
                  </a:lnTo>
                  <a:lnTo>
                    <a:pt x="2404992" y="2285519"/>
                  </a:lnTo>
                  <a:lnTo>
                    <a:pt x="2403635" y="2285307"/>
                  </a:lnTo>
                  <a:lnTo>
                    <a:pt x="2402293" y="2285058"/>
                  </a:lnTo>
                  <a:lnTo>
                    <a:pt x="2400966" y="2284769"/>
                  </a:lnTo>
                  <a:lnTo>
                    <a:pt x="2399654" y="2284442"/>
                  </a:lnTo>
                  <a:lnTo>
                    <a:pt x="2398357" y="2284077"/>
                  </a:lnTo>
                  <a:lnTo>
                    <a:pt x="2397083" y="2283672"/>
                  </a:lnTo>
                  <a:lnTo>
                    <a:pt x="2395839" y="2283224"/>
                  </a:lnTo>
                  <a:lnTo>
                    <a:pt x="2394627" y="2282734"/>
                  </a:lnTo>
                  <a:lnTo>
                    <a:pt x="2393446" y="2282202"/>
                  </a:lnTo>
                  <a:lnTo>
                    <a:pt x="2392295" y="2281628"/>
                  </a:lnTo>
                  <a:lnTo>
                    <a:pt x="2391176" y="2281011"/>
                  </a:lnTo>
                  <a:lnTo>
                    <a:pt x="2390088" y="2280353"/>
                  </a:lnTo>
                  <a:lnTo>
                    <a:pt x="2389030" y="2279652"/>
                  </a:lnTo>
                  <a:lnTo>
                    <a:pt x="2388004" y="2278909"/>
                  </a:lnTo>
                  <a:lnTo>
                    <a:pt x="2387009" y="2278124"/>
                  </a:lnTo>
                  <a:lnTo>
                    <a:pt x="2386061" y="2277284"/>
                  </a:lnTo>
                  <a:lnTo>
                    <a:pt x="2385153" y="2276403"/>
                  </a:lnTo>
                  <a:lnTo>
                    <a:pt x="2384285" y="2275479"/>
                  </a:lnTo>
                  <a:lnTo>
                    <a:pt x="2383457" y="2274512"/>
                  </a:lnTo>
                  <a:lnTo>
                    <a:pt x="2382668" y="2273504"/>
                  </a:lnTo>
                  <a:lnTo>
                    <a:pt x="2381919" y="2272454"/>
                  </a:lnTo>
                  <a:lnTo>
                    <a:pt x="2381209" y="2271361"/>
                  </a:lnTo>
                  <a:lnTo>
                    <a:pt x="2380540" y="2270226"/>
                  </a:lnTo>
                  <a:lnTo>
                    <a:pt x="2379910" y="2269049"/>
                  </a:lnTo>
                  <a:lnTo>
                    <a:pt x="2379319" y="2267830"/>
                  </a:lnTo>
                  <a:lnTo>
                    <a:pt x="2378777" y="2266554"/>
                  </a:lnTo>
                  <a:lnTo>
                    <a:pt x="2378292" y="2265233"/>
                  </a:lnTo>
                  <a:lnTo>
                    <a:pt x="2377865" y="2263866"/>
                  </a:lnTo>
                  <a:lnTo>
                    <a:pt x="2377494" y="2262452"/>
                  </a:lnTo>
                  <a:lnTo>
                    <a:pt x="2377180" y="2260993"/>
                  </a:lnTo>
                  <a:lnTo>
                    <a:pt x="2376923" y="2259488"/>
                  </a:lnTo>
                  <a:lnTo>
                    <a:pt x="2376724" y="2257937"/>
                  </a:lnTo>
                  <a:lnTo>
                    <a:pt x="2376581" y="2256341"/>
                  </a:lnTo>
                  <a:lnTo>
                    <a:pt x="2376495" y="2254698"/>
                  </a:lnTo>
                  <a:lnTo>
                    <a:pt x="2376467" y="2253009"/>
                  </a:lnTo>
                  <a:lnTo>
                    <a:pt x="2376467" y="2197385"/>
                  </a:lnTo>
                  <a:lnTo>
                    <a:pt x="2388311" y="2197385"/>
                  </a:lnTo>
                  <a:lnTo>
                    <a:pt x="2388311" y="2252017"/>
                  </a:lnTo>
                  <a:lnTo>
                    <a:pt x="2388328" y="2253324"/>
                  </a:lnTo>
                  <a:lnTo>
                    <a:pt x="2388380" y="2254592"/>
                  </a:lnTo>
                  <a:lnTo>
                    <a:pt x="2388467" y="2255820"/>
                  </a:lnTo>
                  <a:lnTo>
                    <a:pt x="2388589" y="2257008"/>
                  </a:lnTo>
                  <a:lnTo>
                    <a:pt x="2388745" y="2258156"/>
                  </a:lnTo>
                  <a:lnTo>
                    <a:pt x="2388936" y="2259265"/>
                  </a:lnTo>
                  <a:lnTo>
                    <a:pt x="2389162" y="2260334"/>
                  </a:lnTo>
                  <a:lnTo>
                    <a:pt x="2389422" y="2261363"/>
                  </a:lnTo>
                  <a:lnTo>
                    <a:pt x="2389717" y="2262353"/>
                  </a:lnTo>
                  <a:lnTo>
                    <a:pt x="2390047" y="2263303"/>
                  </a:lnTo>
                  <a:lnTo>
                    <a:pt x="2390421" y="2264204"/>
                  </a:lnTo>
                  <a:lnTo>
                    <a:pt x="2390821" y="2265072"/>
                  </a:lnTo>
                  <a:lnTo>
                    <a:pt x="2391249" y="2265906"/>
                  </a:lnTo>
                  <a:lnTo>
                    <a:pt x="2391704" y="2266706"/>
                  </a:lnTo>
                  <a:lnTo>
                    <a:pt x="2392187" y="2267473"/>
                  </a:lnTo>
                  <a:lnTo>
                    <a:pt x="2392696" y="2268207"/>
                  </a:lnTo>
                  <a:lnTo>
                    <a:pt x="2393234" y="2268907"/>
                  </a:lnTo>
                  <a:lnTo>
                    <a:pt x="2393798" y="2269574"/>
                  </a:lnTo>
                  <a:lnTo>
                    <a:pt x="2394389" y="2270207"/>
                  </a:lnTo>
                  <a:lnTo>
                    <a:pt x="2395008" y="2270807"/>
                  </a:lnTo>
                  <a:lnTo>
                    <a:pt x="2395652" y="2271374"/>
                  </a:lnTo>
                  <a:lnTo>
                    <a:pt x="2396318" y="2271910"/>
                  </a:lnTo>
                  <a:lnTo>
                    <a:pt x="2397006" y="2272416"/>
                  </a:lnTo>
                  <a:lnTo>
                    <a:pt x="2397717" y="2272890"/>
                  </a:lnTo>
                  <a:lnTo>
                    <a:pt x="2398450" y="2273334"/>
                  </a:lnTo>
                  <a:lnTo>
                    <a:pt x="2399205" y="2273746"/>
                  </a:lnTo>
                  <a:lnTo>
                    <a:pt x="2399983" y="2274127"/>
                  </a:lnTo>
                  <a:lnTo>
                    <a:pt x="2400783" y="2274478"/>
                  </a:lnTo>
                  <a:lnTo>
                    <a:pt x="2401605" y="2274797"/>
                  </a:lnTo>
                  <a:lnTo>
                    <a:pt x="2402450" y="2275085"/>
                  </a:lnTo>
                  <a:lnTo>
                    <a:pt x="2403326" y="2275333"/>
                  </a:lnTo>
                  <a:lnTo>
                    <a:pt x="2404218" y="2275554"/>
                  </a:lnTo>
                  <a:lnTo>
                    <a:pt x="2405127" y="2275750"/>
                  </a:lnTo>
                  <a:lnTo>
                    <a:pt x="2406051" y="2275919"/>
                  </a:lnTo>
                  <a:lnTo>
                    <a:pt x="2406992" y="2276062"/>
                  </a:lnTo>
                  <a:lnTo>
                    <a:pt x="2407949" y="2276179"/>
                  </a:lnTo>
                  <a:lnTo>
                    <a:pt x="2408922" y="2276270"/>
                  </a:lnTo>
                  <a:lnTo>
                    <a:pt x="2409911" y="2276336"/>
                  </a:lnTo>
                  <a:lnTo>
                    <a:pt x="2410916" y="2276375"/>
                  </a:lnTo>
                  <a:lnTo>
                    <a:pt x="2411937" y="2276388"/>
                  </a:lnTo>
                  <a:lnTo>
                    <a:pt x="2412949" y="2276374"/>
                  </a:lnTo>
                  <a:lnTo>
                    <a:pt x="2413949" y="2276333"/>
                  </a:lnTo>
                  <a:lnTo>
                    <a:pt x="2414938" y="2276265"/>
                  </a:lnTo>
                  <a:lnTo>
                    <a:pt x="2415916" y="2276169"/>
                  </a:lnTo>
                  <a:lnTo>
                    <a:pt x="2416883" y="2276047"/>
                  </a:lnTo>
                  <a:lnTo>
                    <a:pt x="2417839" y="2275897"/>
                  </a:lnTo>
                  <a:lnTo>
                    <a:pt x="2418783" y="2275719"/>
                  </a:lnTo>
                  <a:lnTo>
                    <a:pt x="2419716" y="2275515"/>
                  </a:lnTo>
                  <a:lnTo>
                    <a:pt x="2420638" y="2275283"/>
                  </a:lnTo>
                  <a:lnTo>
                    <a:pt x="2421549" y="2275023"/>
                  </a:lnTo>
                  <a:lnTo>
                    <a:pt x="2422444" y="2274734"/>
                  </a:lnTo>
                  <a:lnTo>
                    <a:pt x="2423315" y="2274413"/>
                  </a:lnTo>
                  <a:lnTo>
                    <a:pt x="2424165" y="2274060"/>
                  </a:lnTo>
                  <a:lnTo>
                    <a:pt x="2424992" y="2273674"/>
                  </a:lnTo>
                  <a:lnTo>
                    <a:pt x="2425797" y="2273256"/>
                  </a:lnTo>
                  <a:lnTo>
                    <a:pt x="2426580" y="2272806"/>
                  </a:lnTo>
                  <a:lnTo>
                    <a:pt x="2427340" y="2272323"/>
                  </a:lnTo>
                  <a:lnTo>
                    <a:pt x="2428078" y="2271809"/>
                  </a:lnTo>
                  <a:lnTo>
                    <a:pt x="2428794" y="2271262"/>
                  </a:lnTo>
                  <a:lnTo>
                    <a:pt x="2429487" y="2270683"/>
                  </a:lnTo>
                  <a:lnTo>
                    <a:pt x="2430154" y="2270069"/>
                  </a:lnTo>
                  <a:lnTo>
                    <a:pt x="2430792" y="2269420"/>
                  </a:lnTo>
                  <a:lnTo>
                    <a:pt x="2431399" y="2268735"/>
                  </a:lnTo>
                  <a:lnTo>
                    <a:pt x="2431977" y="2268014"/>
                  </a:lnTo>
                  <a:lnTo>
                    <a:pt x="2432525" y="2267256"/>
                  </a:lnTo>
                  <a:lnTo>
                    <a:pt x="2433044" y="2266463"/>
                  </a:lnTo>
                  <a:lnTo>
                    <a:pt x="2433532" y="2265634"/>
                  </a:lnTo>
                  <a:lnTo>
                    <a:pt x="2433991" y="2264769"/>
                  </a:lnTo>
                  <a:lnTo>
                    <a:pt x="2434420" y="2263868"/>
                  </a:lnTo>
                  <a:lnTo>
                    <a:pt x="2434820" y="2262931"/>
                  </a:lnTo>
                  <a:lnTo>
                    <a:pt x="2435197" y="2261943"/>
                  </a:lnTo>
                  <a:lnTo>
                    <a:pt x="2435534" y="2260915"/>
                  </a:lnTo>
                  <a:lnTo>
                    <a:pt x="2435832" y="2259845"/>
                  </a:lnTo>
                  <a:lnTo>
                    <a:pt x="2436090" y="2258734"/>
                  </a:lnTo>
                  <a:lnTo>
                    <a:pt x="2436308" y="2257583"/>
                  </a:lnTo>
                  <a:lnTo>
                    <a:pt x="2436487" y="2256390"/>
                  </a:lnTo>
                  <a:lnTo>
                    <a:pt x="2436626" y="2255157"/>
                  </a:lnTo>
                  <a:lnTo>
                    <a:pt x="2436725" y="2253882"/>
                  </a:lnTo>
                  <a:lnTo>
                    <a:pt x="2436784" y="2252567"/>
                  </a:lnTo>
                  <a:lnTo>
                    <a:pt x="2436804" y="2251211"/>
                  </a:lnTo>
                  <a:lnTo>
                    <a:pt x="2436804" y="2197385"/>
                  </a:lnTo>
                  <a:lnTo>
                    <a:pt x="2448586" y="2197385"/>
                  </a:lnTo>
                  <a:lnTo>
                    <a:pt x="2448586" y="2251893"/>
                  </a:lnTo>
                  <a:lnTo>
                    <a:pt x="2448557" y="2253619"/>
                  </a:lnTo>
                  <a:lnTo>
                    <a:pt x="2448470" y="2255299"/>
                  </a:lnTo>
                  <a:lnTo>
                    <a:pt x="2448324" y="2256933"/>
                  </a:lnTo>
                  <a:lnTo>
                    <a:pt x="2448120" y="2258521"/>
                  </a:lnTo>
                  <a:lnTo>
                    <a:pt x="2447858" y="2260063"/>
                  </a:lnTo>
                  <a:lnTo>
                    <a:pt x="2447537" y="2261559"/>
                  </a:lnTo>
                  <a:lnTo>
                    <a:pt x="2447158" y="2263010"/>
                  </a:lnTo>
                  <a:lnTo>
                    <a:pt x="2446721" y="2264414"/>
                  </a:lnTo>
                  <a:lnTo>
                    <a:pt x="2446226" y="2265773"/>
                  </a:lnTo>
                  <a:lnTo>
                    <a:pt x="2445672" y="2267086"/>
                  </a:lnTo>
                  <a:lnTo>
                    <a:pt x="2445080" y="2268342"/>
                  </a:lnTo>
                  <a:lnTo>
                    <a:pt x="2444447" y="2269554"/>
                  </a:lnTo>
                  <a:lnTo>
                    <a:pt x="2443771" y="2270723"/>
                  </a:lnTo>
                  <a:lnTo>
                    <a:pt x="2443052" y="2271848"/>
                  </a:lnTo>
                  <a:lnTo>
                    <a:pt x="2442292" y="2272931"/>
                  </a:lnTo>
                  <a:lnTo>
                    <a:pt x="2441490" y="2273969"/>
                  </a:lnTo>
                  <a:lnTo>
                    <a:pt x="2440645" y="2274965"/>
                  </a:lnTo>
                  <a:lnTo>
                    <a:pt x="2439758" y="2275916"/>
                  </a:lnTo>
                  <a:lnTo>
                    <a:pt x="2438829" y="2276825"/>
                  </a:lnTo>
                  <a:lnTo>
                    <a:pt x="2437858" y="2277690"/>
                  </a:lnTo>
                  <a:lnTo>
                    <a:pt x="2436849" y="2278512"/>
                  </a:lnTo>
                  <a:lnTo>
                    <a:pt x="2435805" y="2279290"/>
                  </a:lnTo>
                  <a:lnTo>
                    <a:pt x="2434726" y="2280025"/>
                  </a:lnTo>
                  <a:lnTo>
                    <a:pt x="2433612" y="2280716"/>
                  </a:lnTo>
                  <a:lnTo>
                    <a:pt x="2432463" y="2281364"/>
                  </a:lnTo>
                  <a:lnTo>
                    <a:pt x="2431280" y="2281969"/>
                  </a:lnTo>
                  <a:lnTo>
                    <a:pt x="2430062" y="2282530"/>
                  </a:lnTo>
                  <a:lnTo>
                    <a:pt x="2428810" y="2283048"/>
                  </a:lnTo>
                  <a:lnTo>
                    <a:pt x="2427522" y="2283522"/>
                  </a:lnTo>
                  <a:lnTo>
                    <a:pt x="2426200" y="2283953"/>
                  </a:lnTo>
                  <a:lnTo>
                    <a:pt x="2424864" y="2284342"/>
                  </a:lnTo>
                  <a:lnTo>
                    <a:pt x="2423509" y="2284690"/>
                  </a:lnTo>
                  <a:lnTo>
                    <a:pt x="2422135" y="2284997"/>
                  </a:lnTo>
                  <a:lnTo>
                    <a:pt x="2420743" y="2285263"/>
                  </a:lnTo>
                  <a:lnTo>
                    <a:pt x="2419332" y="2285488"/>
                  </a:lnTo>
                  <a:lnTo>
                    <a:pt x="2417903" y="2285672"/>
                  </a:lnTo>
                  <a:lnTo>
                    <a:pt x="2416455" y="2285815"/>
                  </a:lnTo>
                  <a:lnTo>
                    <a:pt x="2414988" y="2285918"/>
                  </a:lnTo>
                  <a:lnTo>
                    <a:pt x="2413503" y="2285979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1" name="ph60"/>
            <p:cNvSpPr/>
            <p:nvPr/>
          </p:nvSpPr>
          <p:spPr>
            <a:xfrm>
              <a:off x="2546399" y="2560488"/>
              <a:ext cx="2423224" cy="2286000"/>
            </a:xfrm>
            <a:custGeom>
              <a:avLst/>
              <a:gdLst/>
              <a:ahLst/>
              <a:cxnLst/>
              <a:rect l="0" t="0" r="0" b="0"/>
              <a:pathLst>
                <a:path w="2423224" h="2286000">
                  <a:moveTo>
                    <a:pt x="2412000" y="2286000"/>
                  </a:moveTo>
                  <a:lnTo>
                    <a:pt x="2412000" y="2243459"/>
                  </a:lnTo>
                  <a:lnTo>
                    <a:pt x="2411992" y="2242496"/>
                  </a:lnTo>
                  <a:lnTo>
                    <a:pt x="2411970" y="2241564"/>
                  </a:lnTo>
                  <a:lnTo>
                    <a:pt x="2411933" y="2240665"/>
                  </a:lnTo>
                  <a:lnTo>
                    <a:pt x="2411880" y="2239798"/>
                  </a:lnTo>
                  <a:lnTo>
                    <a:pt x="2411813" y="2238964"/>
                  </a:lnTo>
                  <a:lnTo>
                    <a:pt x="2411732" y="2238161"/>
                  </a:lnTo>
                  <a:lnTo>
                    <a:pt x="2411635" y="2237391"/>
                  </a:lnTo>
                  <a:lnTo>
                    <a:pt x="2411523" y="2236653"/>
                  </a:lnTo>
                  <a:lnTo>
                    <a:pt x="2411397" y="2235947"/>
                  </a:lnTo>
                  <a:lnTo>
                    <a:pt x="2411255" y="2235274"/>
                  </a:lnTo>
                  <a:lnTo>
                    <a:pt x="2411110" y="2234630"/>
                  </a:lnTo>
                  <a:lnTo>
                    <a:pt x="2410945" y="2234011"/>
                  </a:lnTo>
                  <a:lnTo>
                    <a:pt x="2410762" y="2233419"/>
                  </a:lnTo>
                  <a:lnTo>
                    <a:pt x="2410561" y="2232853"/>
                  </a:lnTo>
                  <a:lnTo>
                    <a:pt x="2410341" y="2232313"/>
                  </a:lnTo>
                  <a:lnTo>
                    <a:pt x="2410102" y="2231799"/>
                  </a:lnTo>
                  <a:lnTo>
                    <a:pt x="2409845" y="2231311"/>
                  </a:lnTo>
                  <a:lnTo>
                    <a:pt x="2409569" y="2230849"/>
                  </a:lnTo>
                  <a:lnTo>
                    <a:pt x="2409274" y="2230413"/>
                  </a:lnTo>
                  <a:lnTo>
                    <a:pt x="2408961" y="2230003"/>
                  </a:lnTo>
                  <a:lnTo>
                    <a:pt x="2408628" y="2229606"/>
                  </a:lnTo>
                  <a:lnTo>
                    <a:pt x="2408274" y="2229234"/>
                  </a:lnTo>
                  <a:lnTo>
                    <a:pt x="2407899" y="2228887"/>
                  </a:lnTo>
                  <a:lnTo>
                    <a:pt x="2407502" y="2228564"/>
                  </a:lnTo>
                  <a:lnTo>
                    <a:pt x="2407085" y="2228267"/>
                  </a:lnTo>
                  <a:lnTo>
                    <a:pt x="2406647" y="2227994"/>
                  </a:lnTo>
                  <a:lnTo>
                    <a:pt x="2406187" y="2227746"/>
                  </a:lnTo>
                  <a:lnTo>
                    <a:pt x="2405707" y="2227522"/>
                  </a:lnTo>
                  <a:lnTo>
                    <a:pt x="2405205" y="2227324"/>
                  </a:lnTo>
                  <a:lnTo>
                    <a:pt x="2404682" y="2227150"/>
                  </a:lnTo>
                  <a:lnTo>
                    <a:pt x="2404148" y="2226985"/>
                  </a:lnTo>
                  <a:lnTo>
                    <a:pt x="2403588" y="2226838"/>
                  </a:lnTo>
                  <a:lnTo>
                    <a:pt x="2403002" y="2226708"/>
                  </a:lnTo>
                  <a:lnTo>
                    <a:pt x="2402390" y="2226595"/>
                  </a:lnTo>
                  <a:lnTo>
                    <a:pt x="2401752" y="2226499"/>
                  </a:lnTo>
                  <a:lnTo>
                    <a:pt x="2401088" y="2226421"/>
                  </a:lnTo>
                  <a:lnTo>
                    <a:pt x="2400398" y="2226360"/>
                  </a:lnTo>
                  <a:lnTo>
                    <a:pt x="2399681" y="2226317"/>
                  </a:lnTo>
                  <a:lnTo>
                    <a:pt x="2398939" y="2226291"/>
                  </a:lnTo>
                  <a:lnTo>
                    <a:pt x="2398171" y="2226282"/>
                  </a:lnTo>
                  <a:lnTo>
                    <a:pt x="2397385" y="2226296"/>
                  </a:lnTo>
                  <a:lnTo>
                    <a:pt x="2396613" y="2226339"/>
                  </a:lnTo>
                  <a:lnTo>
                    <a:pt x="2395857" y="2226411"/>
                  </a:lnTo>
                  <a:lnTo>
                    <a:pt x="2395115" y="2226510"/>
                  </a:lnTo>
                  <a:lnTo>
                    <a:pt x="2394388" y="2226639"/>
                  </a:lnTo>
                  <a:lnTo>
                    <a:pt x="2393676" y="2226796"/>
                  </a:lnTo>
                  <a:lnTo>
                    <a:pt x="2392979" y="2226981"/>
                  </a:lnTo>
                  <a:lnTo>
                    <a:pt x="2392297" y="2227195"/>
                  </a:lnTo>
                  <a:lnTo>
                    <a:pt x="2391630" y="2227437"/>
                  </a:lnTo>
                  <a:lnTo>
                    <a:pt x="2390978" y="2227708"/>
                  </a:lnTo>
                  <a:lnTo>
                    <a:pt x="2390354" y="2227994"/>
                  </a:lnTo>
                  <a:lnTo>
                    <a:pt x="2389747" y="2228306"/>
                  </a:lnTo>
                  <a:lnTo>
                    <a:pt x="2389158" y="2228644"/>
                  </a:lnTo>
                  <a:lnTo>
                    <a:pt x="2388586" y="2229008"/>
                  </a:lnTo>
                  <a:lnTo>
                    <a:pt x="2388032" y="2229398"/>
                  </a:lnTo>
                  <a:lnTo>
                    <a:pt x="2387495" y="2229814"/>
                  </a:lnTo>
                  <a:lnTo>
                    <a:pt x="2386975" y="2230257"/>
                  </a:lnTo>
                  <a:lnTo>
                    <a:pt x="2386473" y="2230725"/>
                  </a:lnTo>
                  <a:lnTo>
                    <a:pt x="2385988" y="2231219"/>
                  </a:lnTo>
                  <a:lnTo>
                    <a:pt x="2385520" y="2231739"/>
                  </a:lnTo>
                  <a:lnTo>
                    <a:pt x="2385084" y="2232273"/>
                  </a:lnTo>
                  <a:lnTo>
                    <a:pt x="2384667" y="2232833"/>
                  </a:lnTo>
                  <a:lnTo>
                    <a:pt x="2384270" y="2233419"/>
                  </a:lnTo>
                  <a:lnTo>
                    <a:pt x="2383893" y="2234031"/>
                  </a:lnTo>
                  <a:lnTo>
                    <a:pt x="2383536" y="2234669"/>
                  </a:lnTo>
                  <a:lnTo>
                    <a:pt x="2383199" y="2235333"/>
                  </a:lnTo>
                  <a:lnTo>
                    <a:pt x="2382881" y="2236024"/>
                  </a:lnTo>
                  <a:lnTo>
                    <a:pt x="2382584" y="2236740"/>
                  </a:lnTo>
                  <a:lnTo>
                    <a:pt x="2382306" y="2237482"/>
                  </a:lnTo>
                  <a:lnTo>
                    <a:pt x="2382048" y="2238250"/>
                  </a:lnTo>
                  <a:lnTo>
                    <a:pt x="2381812" y="2239031"/>
                  </a:lnTo>
                  <a:lnTo>
                    <a:pt x="2381601" y="2239835"/>
                  </a:lnTo>
                  <a:lnTo>
                    <a:pt x="2381415" y="2240663"/>
                  </a:lnTo>
                  <a:lnTo>
                    <a:pt x="2381254" y="2241515"/>
                  </a:lnTo>
                  <a:lnTo>
                    <a:pt x="2381118" y="2242390"/>
                  </a:lnTo>
                  <a:lnTo>
                    <a:pt x="2381006" y="2243288"/>
                  </a:lnTo>
                  <a:lnTo>
                    <a:pt x="2380919" y="2244210"/>
                  </a:lnTo>
                  <a:lnTo>
                    <a:pt x="2380857" y="2245156"/>
                  </a:lnTo>
                  <a:lnTo>
                    <a:pt x="2380820" y="2246125"/>
                  </a:lnTo>
                  <a:lnTo>
                    <a:pt x="2380808" y="2247118"/>
                  </a:lnTo>
                  <a:lnTo>
                    <a:pt x="2380808" y="2286000"/>
                  </a:lnTo>
                  <a:lnTo>
                    <a:pt x="2369645" y="2286000"/>
                  </a:lnTo>
                  <a:lnTo>
                    <a:pt x="2369645" y="2233228"/>
                  </a:lnTo>
                  <a:lnTo>
                    <a:pt x="2369645" y="2232804"/>
                  </a:lnTo>
                  <a:lnTo>
                    <a:pt x="2369643" y="2232377"/>
                  </a:lnTo>
                  <a:lnTo>
                    <a:pt x="2369640" y="2231946"/>
                  </a:lnTo>
                  <a:lnTo>
                    <a:pt x="2369636" y="2231511"/>
                  </a:lnTo>
                  <a:lnTo>
                    <a:pt x="2369630" y="2231073"/>
                  </a:lnTo>
                  <a:lnTo>
                    <a:pt x="2369623" y="2230630"/>
                  </a:lnTo>
                  <a:lnTo>
                    <a:pt x="2369615" y="2230185"/>
                  </a:lnTo>
                  <a:lnTo>
                    <a:pt x="2369606" y="2229735"/>
                  </a:lnTo>
                  <a:lnTo>
                    <a:pt x="2369595" y="2229282"/>
                  </a:lnTo>
                  <a:lnTo>
                    <a:pt x="2369583" y="2228825"/>
                  </a:lnTo>
                  <a:lnTo>
                    <a:pt x="2369583" y="2228357"/>
                  </a:lnTo>
                  <a:lnTo>
                    <a:pt x="2369581" y="2227895"/>
                  </a:lnTo>
                  <a:lnTo>
                    <a:pt x="2369578" y="2227439"/>
                  </a:lnTo>
                  <a:lnTo>
                    <a:pt x="2369574" y="2226989"/>
                  </a:lnTo>
                  <a:lnTo>
                    <a:pt x="2369568" y="2226546"/>
                  </a:lnTo>
                  <a:lnTo>
                    <a:pt x="2369561" y="2226109"/>
                  </a:lnTo>
                  <a:lnTo>
                    <a:pt x="2369553" y="2225678"/>
                  </a:lnTo>
                  <a:lnTo>
                    <a:pt x="2369544" y="2225253"/>
                  </a:lnTo>
                  <a:lnTo>
                    <a:pt x="2369533" y="2224834"/>
                  </a:lnTo>
                  <a:lnTo>
                    <a:pt x="2369521" y="2224422"/>
                  </a:lnTo>
                  <a:lnTo>
                    <a:pt x="2369509" y="2224006"/>
                  </a:lnTo>
                  <a:lnTo>
                    <a:pt x="2369497" y="2223603"/>
                  </a:lnTo>
                  <a:lnTo>
                    <a:pt x="2369484" y="2223213"/>
                  </a:lnTo>
                  <a:lnTo>
                    <a:pt x="2369472" y="2222834"/>
                  </a:lnTo>
                  <a:lnTo>
                    <a:pt x="2369459" y="2222468"/>
                  </a:lnTo>
                  <a:lnTo>
                    <a:pt x="2369447" y="2222115"/>
                  </a:lnTo>
                  <a:lnTo>
                    <a:pt x="2369435" y="2221774"/>
                  </a:lnTo>
                  <a:lnTo>
                    <a:pt x="2369422" y="2221445"/>
                  </a:lnTo>
                  <a:lnTo>
                    <a:pt x="2369410" y="2221129"/>
                  </a:lnTo>
                  <a:lnTo>
                    <a:pt x="2369397" y="2220825"/>
                  </a:lnTo>
                  <a:lnTo>
                    <a:pt x="2369385" y="2220538"/>
                  </a:lnTo>
                  <a:lnTo>
                    <a:pt x="2369373" y="2220272"/>
                  </a:lnTo>
                  <a:lnTo>
                    <a:pt x="2369360" y="2220027"/>
                  </a:lnTo>
                  <a:lnTo>
                    <a:pt x="2369348" y="2219803"/>
                  </a:lnTo>
                  <a:lnTo>
                    <a:pt x="2369335" y="2219600"/>
                  </a:lnTo>
                  <a:lnTo>
                    <a:pt x="2369323" y="2219419"/>
                  </a:lnTo>
                  <a:lnTo>
                    <a:pt x="2369311" y="2219258"/>
                  </a:lnTo>
                  <a:lnTo>
                    <a:pt x="2369273" y="2218903"/>
                  </a:lnTo>
                  <a:lnTo>
                    <a:pt x="2379853" y="2219184"/>
                  </a:lnTo>
                  <a:lnTo>
                    <a:pt x="2379865" y="2219320"/>
                  </a:lnTo>
                  <a:lnTo>
                    <a:pt x="2379877" y="2219476"/>
                  </a:lnTo>
                  <a:lnTo>
                    <a:pt x="2379890" y="2219654"/>
                  </a:lnTo>
                  <a:lnTo>
                    <a:pt x="2379902" y="2219853"/>
                  </a:lnTo>
                  <a:lnTo>
                    <a:pt x="2379915" y="2220074"/>
                  </a:lnTo>
                  <a:lnTo>
                    <a:pt x="2379927" y="2220315"/>
                  </a:lnTo>
                  <a:lnTo>
                    <a:pt x="2379939" y="2220577"/>
                  </a:lnTo>
                  <a:lnTo>
                    <a:pt x="2379952" y="2220854"/>
                  </a:lnTo>
                  <a:lnTo>
                    <a:pt x="2379964" y="2221140"/>
                  </a:lnTo>
                  <a:lnTo>
                    <a:pt x="2379977" y="2221435"/>
                  </a:lnTo>
                  <a:lnTo>
                    <a:pt x="2379989" y="2221738"/>
                  </a:lnTo>
                  <a:lnTo>
                    <a:pt x="2380001" y="2222050"/>
                  </a:lnTo>
                  <a:lnTo>
                    <a:pt x="2380014" y="2222371"/>
                  </a:lnTo>
                  <a:lnTo>
                    <a:pt x="2380026" y="2222700"/>
                  </a:lnTo>
                  <a:lnTo>
                    <a:pt x="2380039" y="2223038"/>
                  </a:lnTo>
                  <a:lnTo>
                    <a:pt x="2380051" y="2223384"/>
                  </a:lnTo>
                  <a:lnTo>
                    <a:pt x="2380063" y="2223740"/>
                  </a:lnTo>
                  <a:lnTo>
                    <a:pt x="2380088" y="2224088"/>
                  </a:lnTo>
                  <a:lnTo>
                    <a:pt x="2380111" y="2224439"/>
                  </a:lnTo>
                  <a:lnTo>
                    <a:pt x="2380132" y="2224793"/>
                  </a:lnTo>
                  <a:lnTo>
                    <a:pt x="2380153" y="2225149"/>
                  </a:lnTo>
                  <a:lnTo>
                    <a:pt x="2380172" y="2225507"/>
                  </a:lnTo>
                  <a:lnTo>
                    <a:pt x="2380190" y="2225868"/>
                  </a:lnTo>
                  <a:lnTo>
                    <a:pt x="2380207" y="2226231"/>
                  </a:lnTo>
                  <a:lnTo>
                    <a:pt x="2380222" y="2226597"/>
                  </a:lnTo>
                  <a:lnTo>
                    <a:pt x="2380236" y="2226966"/>
                  </a:lnTo>
                  <a:lnTo>
                    <a:pt x="2380250" y="2227336"/>
                  </a:lnTo>
                  <a:lnTo>
                    <a:pt x="2380261" y="2227691"/>
                  </a:lnTo>
                  <a:lnTo>
                    <a:pt x="2380272" y="2228033"/>
                  </a:lnTo>
                  <a:lnTo>
                    <a:pt x="2380281" y="2228365"/>
                  </a:lnTo>
                  <a:lnTo>
                    <a:pt x="2380289" y="2228686"/>
                  </a:lnTo>
                  <a:lnTo>
                    <a:pt x="2380296" y="2228995"/>
                  </a:lnTo>
                  <a:lnTo>
                    <a:pt x="2380302" y="2229294"/>
                  </a:lnTo>
                  <a:lnTo>
                    <a:pt x="2380306" y="2229581"/>
                  </a:lnTo>
                  <a:lnTo>
                    <a:pt x="2380309" y="2229857"/>
                  </a:lnTo>
                  <a:lnTo>
                    <a:pt x="2380311" y="2230121"/>
                  </a:lnTo>
                  <a:lnTo>
                    <a:pt x="2380312" y="2230375"/>
                  </a:lnTo>
                  <a:lnTo>
                    <a:pt x="2380498" y="2230375"/>
                  </a:lnTo>
                  <a:lnTo>
                    <a:pt x="2380823" y="2229798"/>
                  </a:lnTo>
                  <a:lnTo>
                    <a:pt x="2381155" y="2229231"/>
                  </a:lnTo>
                  <a:lnTo>
                    <a:pt x="2381493" y="2228676"/>
                  </a:lnTo>
                  <a:lnTo>
                    <a:pt x="2381837" y="2228133"/>
                  </a:lnTo>
                  <a:lnTo>
                    <a:pt x="2382187" y="2227600"/>
                  </a:lnTo>
                  <a:lnTo>
                    <a:pt x="2382544" y="2227078"/>
                  </a:lnTo>
                  <a:lnTo>
                    <a:pt x="2382907" y="2226568"/>
                  </a:lnTo>
                  <a:lnTo>
                    <a:pt x="2383276" y="2226069"/>
                  </a:lnTo>
                  <a:lnTo>
                    <a:pt x="2383651" y="2225581"/>
                  </a:lnTo>
                  <a:lnTo>
                    <a:pt x="2384032" y="2225104"/>
                  </a:lnTo>
                  <a:lnTo>
                    <a:pt x="2384423" y="2224640"/>
                  </a:lnTo>
                  <a:lnTo>
                    <a:pt x="2384826" y="2224191"/>
                  </a:lnTo>
                  <a:lnTo>
                    <a:pt x="2385241" y="2223757"/>
                  </a:lnTo>
                  <a:lnTo>
                    <a:pt x="2385669" y="2223338"/>
                  </a:lnTo>
                  <a:lnTo>
                    <a:pt x="2386110" y="2222934"/>
                  </a:lnTo>
                  <a:lnTo>
                    <a:pt x="2386562" y="2222544"/>
                  </a:lnTo>
                  <a:lnTo>
                    <a:pt x="2387027" y="2222170"/>
                  </a:lnTo>
                  <a:lnTo>
                    <a:pt x="2387505" y="2221810"/>
                  </a:lnTo>
                  <a:lnTo>
                    <a:pt x="2387995" y="2221465"/>
                  </a:lnTo>
                  <a:lnTo>
                    <a:pt x="2388497" y="2221135"/>
                  </a:lnTo>
                  <a:lnTo>
                    <a:pt x="2389013" y="2220808"/>
                  </a:lnTo>
                  <a:lnTo>
                    <a:pt x="2389544" y="2220498"/>
                  </a:lnTo>
                  <a:lnTo>
                    <a:pt x="2390090" y="2220203"/>
                  </a:lnTo>
                  <a:lnTo>
                    <a:pt x="2390650" y="2219925"/>
                  </a:lnTo>
                  <a:lnTo>
                    <a:pt x="2391226" y="2219662"/>
                  </a:lnTo>
                  <a:lnTo>
                    <a:pt x="2391816" y="2219416"/>
                  </a:lnTo>
                  <a:lnTo>
                    <a:pt x="2392421" y="2219186"/>
                  </a:lnTo>
                  <a:lnTo>
                    <a:pt x="2393041" y="2218972"/>
                  </a:lnTo>
                  <a:lnTo>
                    <a:pt x="2393676" y="2218774"/>
                  </a:lnTo>
                  <a:lnTo>
                    <a:pt x="2394326" y="2218593"/>
                  </a:lnTo>
                  <a:lnTo>
                    <a:pt x="2394994" y="2218416"/>
                  </a:lnTo>
                  <a:lnTo>
                    <a:pt x="2395683" y="2218258"/>
                  </a:lnTo>
                  <a:lnTo>
                    <a:pt x="2396393" y="2218118"/>
                  </a:lnTo>
                  <a:lnTo>
                    <a:pt x="2397124" y="2217997"/>
                  </a:lnTo>
                  <a:lnTo>
                    <a:pt x="2397876" y="2217895"/>
                  </a:lnTo>
                  <a:lnTo>
                    <a:pt x="2398650" y="2217811"/>
                  </a:lnTo>
                  <a:lnTo>
                    <a:pt x="2399444" y="2217746"/>
                  </a:lnTo>
                  <a:lnTo>
                    <a:pt x="2400259" y="2217700"/>
                  </a:lnTo>
                  <a:lnTo>
                    <a:pt x="2401096" y="2217672"/>
                  </a:lnTo>
                  <a:lnTo>
                    <a:pt x="2401954" y="2217663"/>
                  </a:lnTo>
                  <a:lnTo>
                    <a:pt x="2403054" y="2217676"/>
                  </a:lnTo>
                  <a:lnTo>
                    <a:pt x="2404124" y="2217717"/>
                  </a:lnTo>
                  <a:lnTo>
                    <a:pt x="2405163" y="2217785"/>
                  </a:lnTo>
                  <a:lnTo>
                    <a:pt x="2406170" y="2217881"/>
                  </a:lnTo>
                  <a:lnTo>
                    <a:pt x="2407147" y="2218004"/>
                  </a:lnTo>
                  <a:lnTo>
                    <a:pt x="2408093" y="2218154"/>
                  </a:lnTo>
                  <a:lnTo>
                    <a:pt x="2409007" y="2218331"/>
                  </a:lnTo>
                  <a:lnTo>
                    <a:pt x="2409891" y="2218536"/>
                  </a:lnTo>
                  <a:lnTo>
                    <a:pt x="2410744" y="2218768"/>
                  </a:lnTo>
                  <a:lnTo>
                    <a:pt x="2411565" y="2219027"/>
                  </a:lnTo>
                  <a:lnTo>
                    <a:pt x="2412357" y="2219315"/>
                  </a:lnTo>
                  <a:lnTo>
                    <a:pt x="2413121" y="2219632"/>
                  </a:lnTo>
                  <a:lnTo>
                    <a:pt x="2413856" y="2219979"/>
                  </a:lnTo>
                  <a:lnTo>
                    <a:pt x="2414562" y="2220356"/>
                  </a:lnTo>
                  <a:lnTo>
                    <a:pt x="2415240" y="2220763"/>
                  </a:lnTo>
                  <a:lnTo>
                    <a:pt x="2415889" y="2221200"/>
                  </a:lnTo>
                  <a:lnTo>
                    <a:pt x="2416510" y="2221666"/>
                  </a:lnTo>
                  <a:lnTo>
                    <a:pt x="2417102" y="2222162"/>
                  </a:lnTo>
                  <a:lnTo>
                    <a:pt x="2417666" y="2222688"/>
                  </a:lnTo>
                  <a:lnTo>
                    <a:pt x="2418201" y="2223244"/>
                  </a:lnTo>
                  <a:lnTo>
                    <a:pt x="2418707" y="2223831"/>
                  </a:lnTo>
                  <a:lnTo>
                    <a:pt x="2419185" y="2224452"/>
                  </a:lnTo>
                  <a:lnTo>
                    <a:pt x="2419635" y="2225106"/>
                  </a:lnTo>
                  <a:lnTo>
                    <a:pt x="2420056" y="2225794"/>
                  </a:lnTo>
                  <a:lnTo>
                    <a:pt x="2420449" y="2226515"/>
                  </a:lnTo>
                  <a:lnTo>
                    <a:pt x="2420813" y="2227269"/>
                  </a:lnTo>
                  <a:lnTo>
                    <a:pt x="2421148" y="2228058"/>
                  </a:lnTo>
                  <a:lnTo>
                    <a:pt x="2421455" y="2228879"/>
                  </a:lnTo>
                  <a:lnTo>
                    <a:pt x="2421733" y="2229734"/>
                  </a:lnTo>
                  <a:lnTo>
                    <a:pt x="2421983" y="2230623"/>
                  </a:lnTo>
                  <a:lnTo>
                    <a:pt x="2422219" y="2231533"/>
                  </a:lnTo>
                  <a:lnTo>
                    <a:pt x="2422430" y="2232478"/>
                  </a:lnTo>
                  <a:lnTo>
                    <a:pt x="2422616" y="2233458"/>
                  </a:lnTo>
                  <a:lnTo>
                    <a:pt x="2422777" y="2234473"/>
                  </a:lnTo>
                  <a:lnTo>
                    <a:pt x="2422914" y="2235522"/>
                  </a:lnTo>
                  <a:lnTo>
                    <a:pt x="2423025" y="2236606"/>
                  </a:lnTo>
                  <a:lnTo>
                    <a:pt x="2423112" y="2237725"/>
                  </a:lnTo>
                  <a:lnTo>
                    <a:pt x="2423174" y="2238878"/>
                  </a:lnTo>
                  <a:lnTo>
                    <a:pt x="2423211" y="2240066"/>
                  </a:lnTo>
                  <a:lnTo>
                    <a:pt x="2423224" y="2241289"/>
                  </a:lnTo>
                  <a:lnTo>
                    <a:pt x="2423224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2" name="ph61"/>
            <p:cNvSpPr/>
            <p:nvPr/>
          </p:nvSpPr>
          <p:spPr>
            <a:xfrm>
              <a:off x="2600226" y="2559991"/>
              <a:ext cx="2412000" cy="2287488"/>
            </a:xfrm>
            <a:custGeom>
              <a:avLst/>
              <a:gdLst/>
              <a:ahLst/>
              <a:cxnLst/>
              <a:rect l="0" t="0" r="0" b="0"/>
              <a:pathLst>
                <a:path w="2412000" h="2287488">
                  <a:moveTo>
                    <a:pt x="2412000" y="2286000"/>
                  </a:moveTo>
                  <a:lnTo>
                    <a:pt x="2411490" y="2286133"/>
                  </a:lnTo>
                  <a:lnTo>
                    <a:pt x="2410978" y="2286260"/>
                  </a:lnTo>
                  <a:lnTo>
                    <a:pt x="2410463" y="2286381"/>
                  </a:lnTo>
                  <a:lnTo>
                    <a:pt x="2409946" y="2286496"/>
                  </a:lnTo>
                  <a:lnTo>
                    <a:pt x="2409426" y="2286604"/>
                  </a:lnTo>
                  <a:lnTo>
                    <a:pt x="2408904" y="2286706"/>
                  </a:lnTo>
                  <a:lnTo>
                    <a:pt x="2408379" y="2286803"/>
                  </a:lnTo>
                  <a:lnTo>
                    <a:pt x="2407852" y="2286892"/>
                  </a:lnTo>
                  <a:lnTo>
                    <a:pt x="2407323" y="2286976"/>
                  </a:lnTo>
                  <a:lnTo>
                    <a:pt x="2406791" y="2287054"/>
                  </a:lnTo>
                  <a:lnTo>
                    <a:pt x="2406261" y="2287136"/>
                  </a:lnTo>
                  <a:lnTo>
                    <a:pt x="2405714" y="2287210"/>
                  </a:lnTo>
                  <a:lnTo>
                    <a:pt x="2405150" y="2287275"/>
                  </a:lnTo>
                  <a:lnTo>
                    <a:pt x="2404568" y="2287332"/>
                  </a:lnTo>
                  <a:lnTo>
                    <a:pt x="2403969" y="2287379"/>
                  </a:lnTo>
                  <a:lnTo>
                    <a:pt x="2403353" y="2287418"/>
                  </a:lnTo>
                  <a:lnTo>
                    <a:pt x="2402719" y="2287449"/>
                  </a:lnTo>
                  <a:lnTo>
                    <a:pt x="2402068" y="2287470"/>
                  </a:lnTo>
                  <a:lnTo>
                    <a:pt x="2401399" y="2287483"/>
                  </a:lnTo>
                  <a:lnTo>
                    <a:pt x="2400713" y="2287488"/>
                  </a:lnTo>
                  <a:lnTo>
                    <a:pt x="2398168" y="2287336"/>
                  </a:lnTo>
                  <a:lnTo>
                    <a:pt x="2395891" y="2286880"/>
                  </a:lnTo>
                  <a:lnTo>
                    <a:pt x="2393882" y="2286120"/>
                  </a:lnTo>
                  <a:lnTo>
                    <a:pt x="2392141" y="2285057"/>
                  </a:lnTo>
                  <a:lnTo>
                    <a:pt x="2390667" y="2283690"/>
                  </a:lnTo>
                  <a:lnTo>
                    <a:pt x="2389462" y="2282018"/>
                  </a:lnTo>
                  <a:lnTo>
                    <a:pt x="2388524" y="2280043"/>
                  </a:lnTo>
                  <a:lnTo>
                    <a:pt x="2387855" y="2277764"/>
                  </a:lnTo>
                  <a:lnTo>
                    <a:pt x="2387453" y="2275182"/>
                  </a:lnTo>
                  <a:lnTo>
                    <a:pt x="2387319" y="2272295"/>
                  </a:lnTo>
                  <a:lnTo>
                    <a:pt x="2387319" y="2227522"/>
                  </a:lnTo>
                  <a:lnTo>
                    <a:pt x="2379567" y="2227522"/>
                  </a:lnTo>
                  <a:lnTo>
                    <a:pt x="2379567" y="2219399"/>
                  </a:lnTo>
                  <a:lnTo>
                    <a:pt x="2387753" y="2219399"/>
                  </a:lnTo>
                  <a:lnTo>
                    <a:pt x="2391040" y="2204392"/>
                  </a:lnTo>
                  <a:lnTo>
                    <a:pt x="2398481" y="2204392"/>
                  </a:lnTo>
                  <a:lnTo>
                    <a:pt x="2398481" y="2219399"/>
                  </a:lnTo>
                  <a:lnTo>
                    <a:pt x="2410883" y="2219399"/>
                  </a:lnTo>
                  <a:lnTo>
                    <a:pt x="2410883" y="2227522"/>
                  </a:lnTo>
                  <a:lnTo>
                    <a:pt x="2398481" y="2227522"/>
                  </a:lnTo>
                  <a:lnTo>
                    <a:pt x="2398481" y="2269876"/>
                  </a:lnTo>
                  <a:lnTo>
                    <a:pt x="2398496" y="2270815"/>
                  </a:lnTo>
                  <a:lnTo>
                    <a:pt x="2398543" y="2271697"/>
                  </a:lnTo>
                  <a:lnTo>
                    <a:pt x="2398620" y="2272522"/>
                  </a:lnTo>
                  <a:lnTo>
                    <a:pt x="2398729" y="2273290"/>
                  </a:lnTo>
                  <a:lnTo>
                    <a:pt x="2398869" y="2274000"/>
                  </a:lnTo>
                  <a:lnTo>
                    <a:pt x="2399039" y="2274654"/>
                  </a:lnTo>
                  <a:lnTo>
                    <a:pt x="2399241" y="2275250"/>
                  </a:lnTo>
                  <a:lnTo>
                    <a:pt x="2399473" y="2275790"/>
                  </a:lnTo>
                  <a:lnTo>
                    <a:pt x="2399737" y="2276272"/>
                  </a:lnTo>
                  <a:lnTo>
                    <a:pt x="2400031" y="2276698"/>
                  </a:lnTo>
                  <a:lnTo>
                    <a:pt x="2400377" y="2277063"/>
                  </a:lnTo>
                  <a:lnTo>
                    <a:pt x="2400768" y="2277390"/>
                  </a:lnTo>
                  <a:lnTo>
                    <a:pt x="2401205" y="2277678"/>
                  </a:lnTo>
                  <a:lnTo>
                    <a:pt x="2401688" y="2277928"/>
                  </a:lnTo>
                  <a:lnTo>
                    <a:pt x="2402217" y="2278140"/>
                  </a:lnTo>
                  <a:lnTo>
                    <a:pt x="2402792" y="2278313"/>
                  </a:lnTo>
                  <a:lnTo>
                    <a:pt x="2403413" y="2278447"/>
                  </a:lnTo>
                  <a:lnTo>
                    <a:pt x="2404079" y="2278543"/>
                  </a:lnTo>
                  <a:lnTo>
                    <a:pt x="2404792" y="2278601"/>
                  </a:lnTo>
                  <a:lnTo>
                    <a:pt x="2405550" y="2278620"/>
                  </a:lnTo>
                  <a:lnTo>
                    <a:pt x="2405872" y="2278618"/>
                  </a:lnTo>
                  <a:lnTo>
                    <a:pt x="2406190" y="2278610"/>
                  </a:lnTo>
                  <a:lnTo>
                    <a:pt x="2406507" y="2278598"/>
                  </a:lnTo>
                  <a:lnTo>
                    <a:pt x="2406820" y="2278580"/>
                  </a:lnTo>
                  <a:lnTo>
                    <a:pt x="2407132" y="2278558"/>
                  </a:lnTo>
                  <a:lnTo>
                    <a:pt x="2407440" y="2278531"/>
                  </a:lnTo>
                  <a:lnTo>
                    <a:pt x="2407747" y="2278499"/>
                  </a:lnTo>
                  <a:lnTo>
                    <a:pt x="2408051" y="2278461"/>
                  </a:lnTo>
                  <a:lnTo>
                    <a:pt x="2408352" y="2278419"/>
                  </a:lnTo>
                  <a:lnTo>
                    <a:pt x="2408651" y="2278372"/>
                  </a:lnTo>
                  <a:lnTo>
                    <a:pt x="2408963" y="2278321"/>
                  </a:lnTo>
                  <a:lnTo>
                    <a:pt x="2409281" y="2278268"/>
                  </a:lnTo>
                  <a:lnTo>
                    <a:pt x="2409603" y="2278212"/>
                  </a:lnTo>
                  <a:lnTo>
                    <a:pt x="2409931" y="2278154"/>
                  </a:lnTo>
                  <a:lnTo>
                    <a:pt x="2410263" y="2278093"/>
                  </a:lnTo>
                  <a:lnTo>
                    <a:pt x="2410601" y="2278030"/>
                  </a:lnTo>
                  <a:lnTo>
                    <a:pt x="2410943" y="2277964"/>
                  </a:lnTo>
                  <a:lnTo>
                    <a:pt x="2411290" y="2277896"/>
                  </a:lnTo>
                  <a:lnTo>
                    <a:pt x="2411642" y="2277825"/>
                  </a:lnTo>
                  <a:lnTo>
                    <a:pt x="2412000" y="2277752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3" name="ph62"/>
            <p:cNvSpPr/>
            <p:nvPr/>
          </p:nvSpPr>
          <p:spPr>
            <a:xfrm>
              <a:off x="2618271" y="2529296"/>
              <a:ext cx="2459873" cy="2318432"/>
            </a:xfrm>
            <a:custGeom>
              <a:avLst/>
              <a:gdLst/>
              <a:ahLst/>
              <a:cxnLst/>
              <a:rect l="0" t="0" r="0" b="0"/>
              <a:pathLst>
                <a:path w="2459873" h="2318432">
                  <a:moveTo>
                    <a:pt x="2412000" y="2286000"/>
                  </a:moveTo>
                  <a:lnTo>
                    <a:pt x="2412010" y="2287046"/>
                  </a:lnTo>
                  <a:lnTo>
                    <a:pt x="2412042" y="2288076"/>
                  </a:lnTo>
                  <a:lnTo>
                    <a:pt x="2412094" y="2289090"/>
                  </a:lnTo>
                  <a:lnTo>
                    <a:pt x="2412168" y="2290087"/>
                  </a:lnTo>
                  <a:lnTo>
                    <a:pt x="2412263" y="2291069"/>
                  </a:lnTo>
                  <a:lnTo>
                    <a:pt x="2412379" y="2292034"/>
                  </a:lnTo>
                  <a:lnTo>
                    <a:pt x="2412516" y="2292984"/>
                  </a:lnTo>
                  <a:lnTo>
                    <a:pt x="2412674" y="2293917"/>
                  </a:lnTo>
                  <a:lnTo>
                    <a:pt x="2412853" y="2294834"/>
                  </a:lnTo>
                  <a:lnTo>
                    <a:pt x="2413054" y="2295735"/>
                  </a:lnTo>
                  <a:lnTo>
                    <a:pt x="2413288" y="2296604"/>
                  </a:lnTo>
                  <a:lnTo>
                    <a:pt x="2413545" y="2297449"/>
                  </a:lnTo>
                  <a:lnTo>
                    <a:pt x="2413824" y="2298271"/>
                  </a:lnTo>
                  <a:lnTo>
                    <a:pt x="2414125" y="2299069"/>
                  </a:lnTo>
                  <a:lnTo>
                    <a:pt x="2414449" y="2299844"/>
                  </a:lnTo>
                  <a:lnTo>
                    <a:pt x="2414795" y="2300595"/>
                  </a:lnTo>
                  <a:lnTo>
                    <a:pt x="2415163" y="2301322"/>
                  </a:lnTo>
                  <a:lnTo>
                    <a:pt x="2415554" y="2302026"/>
                  </a:lnTo>
                  <a:lnTo>
                    <a:pt x="2415967" y="2302706"/>
                  </a:lnTo>
                  <a:lnTo>
                    <a:pt x="2416402" y="2303363"/>
                  </a:lnTo>
                  <a:lnTo>
                    <a:pt x="2416874" y="2303982"/>
                  </a:lnTo>
                  <a:lnTo>
                    <a:pt x="2417370" y="2304573"/>
                  </a:lnTo>
                  <a:lnTo>
                    <a:pt x="2417891" y="2305138"/>
                  </a:lnTo>
                  <a:lnTo>
                    <a:pt x="2418436" y="2305675"/>
                  </a:lnTo>
                  <a:lnTo>
                    <a:pt x="2419007" y="2306184"/>
                  </a:lnTo>
                  <a:lnTo>
                    <a:pt x="2419602" y="2306667"/>
                  </a:lnTo>
                  <a:lnTo>
                    <a:pt x="2420222" y="2307122"/>
                  </a:lnTo>
                  <a:lnTo>
                    <a:pt x="2420867" y="2307550"/>
                  </a:lnTo>
                  <a:lnTo>
                    <a:pt x="2421537" y="2307950"/>
                  </a:lnTo>
                  <a:lnTo>
                    <a:pt x="2422231" y="2308324"/>
                  </a:lnTo>
                  <a:lnTo>
                    <a:pt x="2422953" y="2308654"/>
                  </a:lnTo>
                  <a:lnTo>
                    <a:pt x="2423702" y="2308949"/>
                  </a:lnTo>
                  <a:lnTo>
                    <a:pt x="2424481" y="2309209"/>
                  </a:lnTo>
                  <a:lnTo>
                    <a:pt x="2425287" y="2309435"/>
                  </a:lnTo>
                  <a:lnTo>
                    <a:pt x="2426123" y="2309626"/>
                  </a:lnTo>
                  <a:lnTo>
                    <a:pt x="2426986" y="2309782"/>
                  </a:lnTo>
                  <a:lnTo>
                    <a:pt x="2427879" y="2309904"/>
                  </a:lnTo>
                  <a:lnTo>
                    <a:pt x="2428800" y="2309991"/>
                  </a:lnTo>
                  <a:lnTo>
                    <a:pt x="2429749" y="2310043"/>
                  </a:lnTo>
                  <a:lnTo>
                    <a:pt x="2430727" y="2310060"/>
                  </a:lnTo>
                  <a:lnTo>
                    <a:pt x="2432149" y="2310031"/>
                  </a:lnTo>
                  <a:lnTo>
                    <a:pt x="2433513" y="2309943"/>
                  </a:lnTo>
                  <a:lnTo>
                    <a:pt x="2434818" y="2309798"/>
                  </a:lnTo>
                  <a:lnTo>
                    <a:pt x="2436065" y="2309594"/>
                  </a:lnTo>
                  <a:lnTo>
                    <a:pt x="2437254" y="2309331"/>
                  </a:lnTo>
                  <a:lnTo>
                    <a:pt x="2438384" y="2309011"/>
                  </a:lnTo>
                  <a:lnTo>
                    <a:pt x="2439456" y="2308632"/>
                  </a:lnTo>
                  <a:lnTo>
                    <a:pt x="2440470" y="2308195"/>
                  </a:lnTo>
                  <a:lnTo>
                    <a:pt x="2441426" y="2307699"/>
                  </a:lnTo>
                  <a:lnTo>
                    <a:pt x="2442323" y="2307145"/>
                  </a:lnTo>
                  <a:lnTo>
                    <a:pt x="2443175" y="2306547"/>
                  </a:lnTo>
                  <a:lnTo>
                    <a:pt x="2443970" y="2305918"/>
                  </a:lnTo>
                  <a:lnTo>
                    <a:pt x="2444708" y="2305257"/>
                  </a:lnTo>
                  <a:lnTo>
                    <a:pt x="2445389" y="2304566"/>
                  </a:lnTo>
                  <a:lnTo>
                    <a:pt x="2446013" y="2303843"/>
                  </a:lnTo>
                  <a:lnTo>
                    <a:pt x="2446580" y="2303090"/>
                  </a:lnTo>
                  <a:lnTo>
                    <a:pt x="2447089" y="2302305"/>
                  </a:lnTo>
                  <a:lnTo>
                    <a:pt x="2447542" y="2301490"/>
                  </a:lnTo>
                  <a:lnTo>
                    <a:pt x="2447938" y="2300644"/>
                  </a:lnTo>
                  <a:lnTo>
                    <a:pt x="2448276" y="2299766"/>
                  </a:lnTo>
                  <a:lnTo>
                    <a:pt x="2458074" y="2302557"/>
                  </a:lnTo>
                  <a:lnTo>
                    <a:pt x="2457855" y="2303115"/>
                  </a:lnTo>
                  <a:lnTo>
                    <a:pt x="2457618" y="2303675"/>
                  </a:lnTo>
                  <a:lnTo>
                    <a:pt x="2457364" y="2304237"/>
                  </a:lnTo>
                  <a:lnTo>
                    <a:pt x="2457092" y="2304799"/>
                  </a:lnTo>
                  <a:lnTo>
                    <a:pt x="2456803" y="2305363"/>
                  </a:lnTo>
                  <a:lnTo>
                    <a:pt x="2456497" y="2305928"/>
                  </a:lnTo>
                  <a:lnTo>
                    <a:pt x="2456173" y="2306494"/>
                  </a:lnTo>
                  <a:lnTo>
                    <a:pt x="2455832" y="2307061"/>
                  </a:lnTo>
                  <a:lnTo>
                    <a:pt x="2455473" y="2307630"/>
                  </a:lnTo>
                  <a:lnTo>
                    <a:pt x="2455098" y="2308200"/>
                  </a:lnTo>
                  <a:lnTo>
                    <a:pt x="2454713" y="2308753"/>
                  </a:lnTo>
                  <a:lnTo>
                    <a:pt x="2454301" y="2309296"/>
                  </a:lnTo>
                  <a:lnTo>
                    <a:pt x="2453864" y="2309829"/>
                  </a:lnTo>
                  <a:lnTo>
                    <a:pt x="2453401" y="2310353"/>
                  </a:lnTo>
                  <a:lnTo>
                    <a:pt x="2452912" y="2310866"/>
                  </a:lnTo>
                  <a:lnTo>
                    <a:pt x="2452396" y="2311370"/>
                  </a:lnTo>
                  <a:lnTo>
                    <a:pt x="2451855" y="2311863"/>
                  </a:lnTo>
                  <a:lnTo>
                    <a:pt x="2451288" y="2312347"/>
                  </a:lnTo>
                  <a:lnTo>
                    <a:pt x="2450694" y="2312821"/>
                  </a:lnTo>
                  <a:lnTo>
                    <a:pt x="2450075" y="2313285"/>
                  </a:lnTo>
                  <a:lnTo>
                    <a:pt x="2449426" y="2313724"/>
                  </a:lnTo>
                  <a:lnTo>
                    <a:pt x="2448745" y="2314148"/>
                  </a:lnTo>
                  <a:lnTo>
                    <a:pt x="2448032" y="2314557"/>
                  </a:lnTo>
                  <a:lnTo>
                    <a:pt x="2447287" y="2314952"/>
                  </a:lnTo>
                  <a:lnTo>
                    <a:pt x="2446509" y="2315331"/>
                  </a:lnTo>
                  <a:lnTo>
                    <a:pt x="2445699" y="2315696"/>
                  </a:lnTo>
                  <a:lnTo>
                    <a:pt x="2444857" y="2316045"/>
                  </a:lnTo>
                  <a:lnTo>
                    <a:pt x="2443983" y="2316380"/>
                  </a:lnTo>
                  <a:lnTo>
                    <a:pt x="2443076" y="2316700"/>
                  </a:lnTo>
                  <a:lnTo>
                    <a:pt x="2442137" y="2317005"/>
                  </a:lnTo>
                  <a:lnTo>
                    <a:pt x="2441175" y="2317276"/>
                  </a:lnTo>
                  <a:lnTo>
                    <a:pt x="2440173" y="2317519"/>
                  </a:lnTo>
                  <a:lnTo>
                    <a:pt x="2439131" y="2317733"/>
                  </a:lnTo>
                  <a:lnTo>
                    <a:pt x="2438049" y="2317918"/>
                  </a:lnTo>
                  <a:lnTo>
                    <a:pt x="2436928" y="2318075"/>
                  </a:lnTo>
                  <a:lnTo>
                    <a:pt x="2435767" y="2318203"/>
                  </a:lnTo>
                  <a:lnTo>
                    <a:pt x="2434567" y="2318303"/>
                  </a:lnTo>
                  <a:lnTo>
                    <a:pt x="2433327" y="2318375"/>
                  </a:lnTo>
                  <a:lnTo>
                    <a:pt x="2432047" y="2318417"/>
                  </a:lnTo>
                  <a:lnTo>
                    <a:pt x="2430727" y="2318432"/>
                  </a:lnTo>
                  <a:lnTo>
                    <a:pt x="2427821" y="2318343"/>
                  </a:lnTo>
                  <a:lnTo>
                    <a:pt x="2425057" y="2318077"/>
                  </a:lnTo>
                  <a:lnTo>
                    <a:pt x="2422434" y="2317634"/>
                  </a:lnTo>
                  <a:lnTo>
                    <a:pt x="2419952" y="2317013"/>
                  </a:lnTo>
                  <a:lnTo>
                    <a:pt x="2417612" y="2316215"/>
                  </a:lnTo>
                  <a:lnTo>
                    <a:pt x="2415413" y="2315239"/>
                  </a:lnTo>
                  <a:lnTo>
                    <a:pt x="2413355" y="2314086"/>
                  </a:lnTo>
                  <a:lnTo>
                    <a:pt x="2411439" y="2312756"/>
                  </a:lnTo>
                  <a:lnTo>
                    <a:pt x="2409664" y="2311249"/>
                  </a:lnTo>
                  <a:lnTo>
                    <a:pt x="2408031" y="2309564"/>
                  </a:lnTo>
                  <a:lnTo>
                    <a:pt x="2406558" y="2307704"/>
                  </a:lnTo>
                  <a:lnTo>
                    <a:pt x="2405240" y="2305672"/>
                  </a:lnTo>
                  <a:lnTo>
                    <a:pt x="2404078" y="2303468"/>
                  </a:lnTo>
                  <a:lnTo>
                    <a:pt x="2403070" y="2301091"/>
                  </a:lnTo>
                  <a:lnTo>
                    <a:pt x="2402217" y="2298541"/>
                  </a:lnTo>
                  <a:lnTo>
                    <a:pt x="2401520" y="2295820"/>
                  </a:lnTo>
                  <a:lnTo>
                    <a:pt x="2400977" y="2292926"/>
                  </a:lnTo>
                  <a:lnTo>
                    <a:pt x="2400589" y="2289859"/>
                  </a:lnTo>
                  <a:lnTo>
                    <a:pt x="2400357" y="2286620"/>
                  </a:lnTo>
                  <a:lnTo>
                    <a:pt x="2400279" y="2283209"/>
                  </a:lnTo>
                  <a:lnTo>
                    <a:pt x="2400303" y="2281353"/>
                  </a:lnTo>
                  <a:lnTo>
                    <a:pt x="2400374" y="2279555"/>
                  </a:lnTo>
                  <a:lnTo>
                    <a:pt x="2400491" y="2277816"/>
                  </a:lnTo>
                  <a:lnTo>
                    <a:pt x="2400656" y="2276135"/>
                  </a:lnTo>
                  <a:lnTo>
                    <a:pt x="2400868" y="2274512"/>
                  </a:lnTo>
                  <a:lnTo>
                    <a:pt x="2401128" y="2272947"/>
                  </a:lnTo>
                  <a:lnTo>
                    <a:pt x="2401434" y="2271441"/>
                  </a:lnTo>
                  <a:lnTo>
                    <a:pt x="2401787" y="2269993"/>
                  </a:lnTo>
                  <a:lnTo>
                    <a:pt x="2402188" y="2268603"/>
                  </a:lnTo>
                  <a:lnTo>
                    <a:pt x="2402636" y="2267272"/>
                  </a:lnTo>
                  <a:lnTo>
                    <a:pt x="2403124" y="2265982"/>
                  </a:lnTo>
                  <a:lnTo>
                    <a:pt x="2403648" y="2264742"/>
                  </a:lnTo>
                  <a:lnTo>
                    <a:pt x="2404206" y="2263551"/>
                  </a:lnTo>
                  <a:lnTo>
                    <a:pt x="2404799" y="2262410"/>
                  </a:lnTo>
                  <a:lnTo>
                    <a:pt x="2405426" y="2261319"/>
                  </a:lnTo>
                  <a:lnTo>
                    <a:pt x="2406089" y="2260277"/>
                  </a:lnTo>
                  <a:lnTo>
                    <a:pt x="2406786" y="2259285"/>
                  </a:lnTo>
                  <a:lnTo>
                    <a:pt x="2407517" y="2258342"/>
                  </a:lnTo>
                  <a:lnTo>
                    <a:pt x="2408284" y="2257449"/>
                  </a:lnTo>
                  <a:lnTo>
                    <a:pt x="2409085" y="2256606"/>
                  </a:lnTo>
                  <a:lnTo>
                    <a:pt x="2409917" y="2255810"/>
                  </a:lnTo>
                  <a:lnTo>
                    <a:pt x="2410777" y="2255061"/>
                  </a:lnTo>
                  <a:lnTo>
                    <a:pt x="2411663" y="2254357"/>
                  </a:lnTo>
                  <a:lnTo>
                    <a:pt x="2412577" y="2253699"/>
                  </a:lnTo>
                  <a:lnTo>
                    <a:pt x="2413519" y="2253087"/>
                  </a:lnTo>
                  <a:lnTo>
                    <a:pt x="2414487" y="2252521"/>
                  </a:lnTo>
                  <a:lnTo>
                    <a:pt x="2415483" y="2252000"/>
                  </a:lnTo>
                  <a:lnTo>
                    <a:pt x="2416507" y="2251526"/>
                  </a:lnTo>
                  <a:lnTo>
                    <a:pt x="2417557" y="2251097"/>
                  </a:lnTo>
                  <a:lnTo>
                    <a:pt x="2418635" y="2250715"/>
                  </a:lnTo>
                  <a:lnTo>
                    <a:pt x="2419734" y="2250361"/>
                  </a:lnTo>
                  <a:lnTo>
                    <a:pt x="2420847" y="2250045"/>
                  </a:lnTo>
                  <a:lnTo>
                    <a:pt x="2421976" y="2249766"/>
                  </a:lnTo>
                  <a:lnTo>
                    <a:pt x="2423119" y="2249524"/>
                  </a:lnTo>
                  <a:lnTo>
                    <a:pt x="2424278" y="2249320"/>
                  </a:lnTo>
                  <a:lnTo>
                    <a:pt x="2425451" y="2249152"/>
                  </a:lnTo>
                  <a:lnTo>
                    <a:pt x="2426639" y="2249022"/>
                  </a:lnTo>
                  <a:lnTo>
                    <a:pt x="2427842" y="2248929"/>
                  </a:lnTo>
                  <a:lnTo>
                    <a:pt x="2429060" y="2248873"/>
                  </a:lnTo>
                  <a:lnTo>
                    <a:pt x="2430293" y="2248854"/>
                  </a:lnTo>
                  <a:lnTo>
                    <a:pt x="2431952" y="2248882"/>
                  </a:lnTo>
                  <a:lnTo>
                    <a:pt x="2433555" y="2248964"/>
                  </a:lnTo>
                  <a:lnTo>
                    <a:pt x="2435102" y="2249100"/>
                  </a:lnTo>
                  <a:lnTo>
                    <a:pt x="2436593" y="2249291"/>
                  </a:lnTo>
                  <a:lnTo>
                    <a:pt x="2438029" y="2249537"/>
                  </a:lnTo>
                  <a:lnTo>
                    <a:pt x="2439409" y="2249837"/>
                  </a:lnTo>
                  <a:lnTo>
                    <a:pt x="2440733" y="2250191"/>
                  </a:lnTo>
                  <a:lnTo>
                    <a:pt x="2442001" y="2250601"/>
                  </a:lnTo>
                  <a:lnTo>
                    <a:pt x="2443213" y="2251065"/>
                  </a:lnTo>
                  <a:lnTo>
                    <a:pt x="2444370" y="2251583"/>
                  </a:lnTo>
                  <a:lnTo>
                    <a:pt x="2445488" y="2252150"/>
                  </a:lnTo>
                  <a:lnTo>
                    <a:pt x="2446560" y="2252759"/>
                  </a:lnTo>
                  <a:lnTo>
                    <a:pt x="2447586" y="2253410"/>
                  </a:lnTo>
                  <a:lnTo>
                    <a:pt x="2448567" y="2254103"/>
                  </a:lnTo>
                  <a:lnTo>
                    <a:pt x="2449501" y="2254839"/>
                  </a:lnTo>
                  <a:lnTo>
                    <a:pt x="2450390" y="2255616"/>
                  </a:lnTo>
                  <a:lnTo>
                    <a:pt x="2451232" y="2256436"/>
                  </a:lnTo>
                  <a:lnTo>
                    <a:pt x="2452029" y="2257298"/>
                  </a:lnTo>
                  <a:lnTo>
                    <a:pt x="2452780" y="2258202"/>
                  </a:lnTo>
                  <a:lnTo>
                    <a:pt x="2453485" y="2259148"/>
                  </a:lnTo>
                  <a:lnTo>
                    <a:pt x="2454159" y="2260121"/>
                  </a:lnTo>
                  <a:lnTo>
                    <a:pt x="2454793" y="2261128"/>
                  </a:lnTo>
                  <a:lnTo>
                    <a:pt x="2455385" y="2262170"/>
                  </a:lnTo>
                  <a:lnTo>
                    <a:pt x="2455936" y="2263246"/>
                  </a:lnTo>
                  <a:lnTo>
                    <a:pt x="2456446" y="2264357"/>
                  </a:lnTo>
                  <a:lnTo>
                    <a:pt x="2456916" y="2265503"/>
                  </a:lnTo>
                  <a:lnTo>
                    <a:pt x="2457344" y="2266684"/>
                  </a:lnTo>
                  <a:lnTo>
                    <a:pt x="2457732" y="2267900"/>
                  </a:lnTo>
                  <a:lnTo>
                    <a:pt x="2458079" y="2269150"/>
                  </a:lnTo>
                  <a:lnTo>
                    <a:pt x="2458384" y="2270435"/>
                  </a:lnTo>
                  <a:lnTo>
                    <a:pt x="2458667" y="2271747"/>
                  </a:lnTo>
                  <a:lnTo>
                    <a:pt x="2458920" y="2273081"/>
                  </a:lnTo>
                  <a:lnTo>
                    <a:pt x="2459143" y="2274436"/>
                  </a:lnTo>
                  <a:lnTo>
                    <a:pt x="2459337" y="2275812"/>
                  </a:lnTo>
                  <a:lnTo>
                    <a:pt x="2459500" y="2277209"/>
                  </a:lnTo>
                  <a:lnTo>
                    <a:pt x="2459634" y="2278628"/>
                  </a:lnTo>
                  <a:lnTo>
                    <a:pt x="2459739" y="2280067"/>
                  </a:lnTo>
                  <a:lnTo>
                    <a:pt x="2459813" y="2281527"/>
                  </a:lnTo>
                  <a:lnTo>
                    <a:pt x="2459858" y="2283009"/>
                  </a:lnTo>
                  <a:lnTo>
                    <a:pt x="2459873" y="2284511"/>
                  </a:lnTo>
                  <a:lnTo>
                    <a:pt x="2459873" y="2286000"/>
                  </a:lnTo>
                  <a:close/>
                  <a:moveTo>
                    <a:pt x="2448338" y="2277442"/>
                  </a:moveTo>
                  <a:lnTo>
                    <a:pt x="2448117" y="2275379"/>
                  </a:lnTo>
                  <a:lnTo>
                    <a:pt x="2447825" y="2273431"/>
                  </a:lnTo>
                  <a:lnTo>
                    <a:pt x="2447462" y="2271599"/>
                  </a:lnTo>
                  <a:lnTo>
                    <a:pt x="2447029" y="2269881"/>
                  </a:lnTo>
                  <a:lnTo>
                    <a:pt x="2446525" y="2268280"/>
                  </a:lnTo>
                  <a:lnTo>
                    <a:pt x="2445950" y="2266793"/>
                  </a:lnTo>
                  <a:lnTo>
                    <a:pt x="2445304" y="2265422"/>
                  </a:lnTo>
                  <a:lnTo>
                    <a:pt x="2444588" y="2264166"/>
                  </a:lnTo>
                  <a:lnTo>
                    <a:pt x="2443801" y="2263026"/>
                  </a:lnTo>
                  <a:lnTo>
                    <a:pt x="2442943" y="2262001"/>
                  </a:lnTo>
                  <a:lnTo>
                    <a:pt x="2442011" y="2261070"/>
                  </a:lnTo>
                  <a:lnTo>
                    <a:pt x="2441001" y="2260237"/>
                  </a:lnTo>
                  <a:lnTo>
                    <a:pt x="2439913" y="2259503"/>
                  </a:lnTo>
                  <a:lnTo>
                    <a:pt x="2438746" y="2258866"/>
                  </a:lnTo>
                  <a:lnTo>
                    <a:pt x="2437502" y="2258327"/>
                  </a:lnTo>
                  <a:lnTo>
                    <a:pt x="2436179" y="2257886"/>
                  </a:lnTo>
                  <a:lnTo>
                    <a:pt x="2434778" y="2257543"/>
                  </a:lnTo>
                  <a:lnTo>
                    <a:pt x="2433299" y="2257298"/>
                  </a:lnTo>
                  <a:lnTo>
                    <a:pt x="2431742" y="2257151"/>
                  </a:lnTo>
                  <a:lnTo>
                    <a:pt x="2430107" y="2257102"/>
                  </a:lnTo>
                  <a:lnTo>
                    <a:pt x="2429546" y="2257111"/>
                  </a:lnTo>
                  <a:lnTo>
                    <a:pt x="2428978" y="2257139"/>
                  </a:lnTo>
                  <a:lnTo>
                    <a:pt x="2428405" y="2257186"/>
                  </a:lnTo>
                  <a:lnTo>
                    <a:pt x="2427825" y="2257251"/>
                  </a:lnTo>
                  <a:lnTo>
                    <a:pt x="2427239" y="2257335"/>
                  </a:lnTo>
                  <a:lnTo>
                    <a:pt x="2426647" y="2257437"/>
                  </a:lnTo>
                  <a:lnTo>
                    <a:pt x="2426048" y="2257558"/>
                  </a:lnTo>
                  <a:lnTo>
                    <a:pt x="2425444" y="2257697"/>
                  </a:lnTo>
                  <a:lnTo>
                    <a:pt x="2424833" y="2257855"/>
                  </a:lnTo>
                  <a:lnTo>
                    <a:pt x="2424216" y="2258032"/>
                  </a:lnTo>
                  <a:lnTo>
                    <a:pt x="2423612" y="2258220"/>
                  </a:lnTo>
                  <a:lnTo>
                    <a:pt x="2423018" y="2258437"/>
                  </a:lnTo>
                  <a:lnTo>
                    <a:pt x="2422432" y="2258681"/>
                  </a:lnTo>
                  <a:lnTo>
                    <a:pt x="2421854" y="2258955"/>
                  </a:lnTo>
                  <a:lnTo>
                    <a:pt x="2421286" y="2259257"/>
                  </a:lnTo>
                  <a:lnTo>
                    <a:pt x="2420726" y="2259587"/>
                  </a:lnTo>
                  <a:lnTo>
                    <a:pt x="2420175" y="2259947"/>
                  </a:lnTo>
                  <a:lnTo>
                    <a:pt x="2419632" y="2260334"/>
                  </a:lnTo>
                  <a:lnTo>
                    <a:pt x="2419098" y="2260750"/>
                  </a:lnTo>
                  <a:lnTo>
                    <a:pt x="2418573" y="2261195"/>
                  </a:lnTo>
                  <a:lnTo>
                    <a:pt x="2418060" y="2261670"/>
                  </a:lnTo>
                  <a:lnTo>
                    <a:pt x="2417563" y="2262180"/>
                  </a:lnTo>
                  <a:lnTo>
                    <a:pt x="2417083" y="2262722"/>
                  </a:lnTo>
                  <a:lnTo>
                    <a:pt x="2416618" y="2263298"/>
                  </a:lnTo>
                  <a:lnTo>
                    <a:pt x="2416170" y="2263908"/>
                  </a:lnTo>
                  <a:lnTo>
                    <a:pt x="2415738" y="2264551"/>
                  </a:lnTo>
                  <a:lnTo>
                    <a:pt x="2415321" y="2265227"/>
                  </a:lnTo>
                  <a:lnTo>
                    <a:pt x="2414921" y="2265937"/>
                  </a:lnTo>
                  <a:lnTo>
                    <a:pt x="2414538" y="2266681"/>
                  </a:lnTo>
                  <a:lnTo>
                    <a:pt x="2414170" y="2267458"/>
                  </a:lnTo>
                  <a:lnTo>
                    <a:pt x="2413826" y="2268261"/>
                  </a:lnTo>
                  <a:lnTo>
                    <a:pt x="2413513" y="2269108"/>
                  </a:lnTo>
                  <a:lnTo>
                    <a:pt x="2413230" y="2269997"/>
                  </a:lnTo>
                  <a:lnTo>
                    <a:pt x="2412979" y="2270931"/>
                  </a:lnTo>
                  <a:lnTo>
                    <a:pt x="2412759" y="2271907"/>
                  </a:lnTo>
                  <a:lnTo>
                    <a:pt x="2412570" y="2272927"/>
                  </a:lnTo>
                  <a:lnTo>
                    <a:pt x="2412412" y="2273991"/>
                  </a:lnTo>
                  <a:lnTo>
                    <a:pt x="2412285" y="2275098"/>
                  </a:lnTo>
                  <a:lnTo>
                    <a:pt x="2412189" y="2276248"/>
                  </a:lnTo>
                  <a:lnTo>
                    <a:pt x="2412124" y="2277442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4" name="ph63"/>
            <p:cNvSpPr/>
            <p:nvPr/>
          </p:nvSpPr>
          <p:spPr>
            <a:xfrm>
              <a:off x="2680593" y="2560488"/>
              <a:ext cx="2443377" cy="2286000"/>
            </a:xfrm>
            <a:custGeom>
              <a:avLst/>
              <a:gdLst/>
              <a:ahLst/>
              <a:cxnLst/>
              <a:rect l="0" t="0" r="0" b="0"/>
              <a:pathLst>
                <a:path w="2443377" h="2286000">
                  <a:moveTo>
                    <a:pt x="2412000" y="2286000"/>
                  </a:moveTo>
                  <a:lnTo>
                    <a:pt x="2412000" y="2234530"/>
                  </a:lnTo>
                  <a:lnTo>
                    <a:pt x="2411999" y="2234107"/>
                  </a:lnTo>
                  <a:lnTo>
                    <a:pt x="2411997" y="2233684"/>
                  </a:lnTo>
                  <a:lnTo>
                    <a:pt x="2411994" y="2233259"/>
                  </a:lnTo>
                  <a:lnTo>
                    <a:pt x="2411990" y="2232833"/>
                  </a:lnTo>
                  <a:lnTo>
                    <a:pt x="2411984" y="2232406"/>
                  </a:lnTo>
                  <a:lnTo>
                    <a:pt x="2411977" y="2231977"/>
                  </a:lnTo>
                  <a:lnTo>
                    <a:pt x="2411969" y="2231548"/>
                  </a:lnTo>
                  <a:lnTo>
                    <a:pt x="2411960" y="2231117"/>
                  </a:lnTo>
                  <a:lnTo>
                    <a:pt x="2411949" y="2230684"/>
                  </a:lnTo>
                  <a:lnTo>
                    <a:pt x="2411937" y="2230251"/>
                  </a:lnTo>
                  <a:lnTo>
                    <a:pt x="2411937" y="2229806"/>
                  </a:lnTo>
                  <a:lnTo>
                    <a:pt x="2411935" y="2229365"/>
                  </a:lnTo>
                  <a:lnTo>
                    <a:pt x="2411932" y="2228928"/>
                  </a:lnTo>
                  <a:lnTo>
                    <a:pt x="2411928" y="2228495"/>
                  </a:lnTo>
                  <a:lnTo>
                    <a:pt x="2411922" y="2228065"/>
                  </a:lnTo>
                  <a:lnTo>
                    <a:pt x="2411915" y="2227639"/>
                  </a:lnTo>
                  <a:lnTo>
                    <a:pt x="2411907" y="2227217"/>
                  </a:lnTo>
                  <a:lnTo>
                    <a:pt x="2411898" y="2226798"/>
                  </a:lnTo>
                  <a:lnTo>
                    <a:pt x="2411887" y="2226383"/>
                  </a:lnTo>
                  <a:lnTo>
                    <a:pt x="2411875" y="2225972"/>
                  </a:lnTo>
                  <a:lnTo>
                    <a:pt x="2411863" y="2225565"/>
                  </a:lnTo>
                  <a:lnTo>
                    <a:pt x="2411851" y="2225164"/>
                  </a:lnTo>
                  <a:lnTo>
                    <a:pt x="2411838" y="2224767"/>
                  </a:lnTo>
                  <a:lnTo>
                    <a:pt x="2411826" y="2224375"/>
                  </a:lnTo>
                  <a:lnTo>
                    <a:pt x="2411813" y="2223988"/>
                  </a:lnTo>
                  <a:lnTo>
                    <a:pt x="2411801" y="2223606"/>
                  </a:lnTo>
                  <a:lnTo>
                    <a:pt x="2411789" y="2223229"/>
                  </a:lnTo>
                  <a:lnTo>
                    <a:pt x="2411776" y="2222857"/>
                  </a:lnTo>
                  <a:lnTo>
                    <a:pt x="2411764" y="2222490"/>
                  </a:lnTo>
                  <a:lnTo>
                    <a:pt x="2411751" y="2222127"/>
                  </a:lnTo>
                  <a:lnTo>
                    <a:pt x="2411739" y="2221771"/>
                  </a:lnTo>
                  <a:lnTo>
                    <a:pt x="2411727" y="2221423"/>
                  </a:lnTo>
                  <a:lnTo>
                    <a:pt x="2411714" y="2221082"/>
                  </a:lnTo>
                  <a:lnTo>
                    <a:pt x="2411702" y="2220748"/>
                  </a:lnTo>
                  <a:lnTo>
                    <a:pt x="2411689" y="2220422"/>
                  </a:lnTo>
                  <a:lnTo>
                    <a:pt x="2411677" y="2220103"/>
                  </a:lnTo>
                  <a:lnTo>
                    <a:pt x="2411665" y="2219792"/>
                  </a:lnTo>
                  <a:lnTo>
                    <a:pt x="2411652" y="2219488"/>
                  </a:lnTo>
                  <a:lnTo>
                    <a:pt x="2411640" y="2219192"/>
                  </a:lnTo>
                  <a:lnTo>
                    <a:pt x="2411627" y="2218903"/>
                  </a:lnTo>
                  <a:lnTo>
                    <a:pt x="2422169" y="2218903"/>
                  </a:lnTo>
                  <a:lnTo>
                    <a:pt x="2422182" y="2219192"/>
                  </a:lnTo>
                  <a:lnTo>
                    <a:pt x="2422194" y="2219491"/>
                  </a:lnTo>
                  <a:lnTo>
                    <a:pt x="2422207" y="2219798"/>
                  </a:lnTo>
                  <a:lnTo>
                    <a:pt x="2422219" y="2220113"/>
                  </a:lnTo>
                  <a:lnTo>
                    <a:pt x="2422231" y="2220438"/>
                  </a:lnTo>
                  <a:lnTo>
                    <a:pt x="2422244" y="2220771"/>
                  </a:lnTo>
                  <a:lnTo>
                    <a:pt x="2422256" y="2221112"/>
                  </a:lnTo>
                  <a:lnTo>
                    <a:pt x="2422269" y="2221463"/>
                  </a:lnTo>
                  <a:lnTo>
                    <a:pt x="2422281" y="2221822"/>
                  </a:lnTo>
                  <a:lnTo>
                    <a:pt x="2422293" y="2222189"/>
                  </a:lnTo>
                  <a:lnTo>
                    <a:pt x="2422318" y="2222550"/>
                  </a:lnTo>
                  <a:lnTo>
                    <a:pt x="2422341" y="2222914"/>
                  </a:lnTo>
                  <a:lnTo>
                    <a:pt x="2422362" y="2223280"/>
                  </a:lnTo>
                  <a:lnTo>
                    <a:pt x="2422383" y="2223648"/>
                  </a:lnTo>
                  <a:lnTo>
                    <a:pt x="2422402" y="2224019"/>
                  </a:lnTo>
                  <a:lnTo>
                    <a:pt x="2422420" y="2224392"/>
                  </a:lnTo>
                  <a:lnTo>
                    <a:pt x="2422437" y="2224768"/>
                  </a:lnTo>
                  <a:lnTo>
                    <a:pt x="2422452" y="2225146"/>
                  </a:lnTo>
                  <a:lnTo>
                    <a:pt x="2422466" y="2225527"/>
                  </a:lnTo>
                  <a:lnTo>
                    <a:pt x="2422479" y="2225910"/>
                  </a:lnTo>
                  <a:lnTo>
                    <a:pt x="2422503" y="2226293"/>
                  </a:lnTo>
                  <a:lnTo>
                    <a:pt x="2422524" y="2226674"/>
                  </a:lnTo>
                  <a:lnTo>
                    <a:pt x="2422543" y="2227052"/>
                  </a:lnTo>
                  <a:lnTo>
                    <a:pt x="2422559" y="2227428"/>
                  </a:lnTo>
                  <a:lnTo>
                    <a:pt x="2422572" y="2227802"/>
                  </a:lnTo>
                  <a:lnTo>
                    <a:pt x="2422584" y="2228172"/>
                  </a:lnTo>
                  <a:lnTo>
                    <a:pt x="2422592" y="2228541"/>
                  </a:lnTo>
                  <a:lnTo>
                    <a:pt x="2422599" y="2228907"/>
                  </a:lnTo>
                  <a:lnTo>
                    <a:pt x="2422602" y="2229270"/>
                  </a:lnTo>
                  <a:lnTo>
                    <a:pt x="2422604" y="2229631"/>
                  </a:lnTo>
                  <a:lnTo>
                    <a:pt x="2422615" y="2229973"/>
                  </a:lnTo>
                  <a:lnTo>
                    <a:pt x="2422626" y="2230306"/>
                  </a:lnTo>
                  <a:lnTo>
                    <a:pt x="2422635" y="2230628"/>
                  </a:lnTo>
                  <a:lnTo>
                    <a:pt x="2422643" y="2230941"/>
                  </a:lnTo>
                  <a:lnTo>
                    <a:pt x="2422650" y="2231243"/>
                  </a:lnTo>
                  <a:lnTo>
                    <a:pt x="2422656" y="2231536"/>
                  </a:lnTo>
                  <a:lnTo>
                    <a:pt x="2422660" y="2231819"/>
                  </a:lnTo>
                  <a:lnTo>
                    <a:pt x="2422663" y="2232091"/>
                  </a:lnTo>
                  <a:lnTo>
                    <a:pt x="2422665" y="2232354"/>
                  </a:lnTo>
                  <a:lnTo>
                    <a:pt x="2422666" y="2232607"/>
                  </a:lnTo>
                  <a:lnTo>
                    <a:pt x="2422914" y="2232607"/>
                  </a:lnTo>
                  <a:lnTo>
                    <a:pt x="2423150" y="2231849"/>
                  </a:lnTo>
                  <a:lnTo>
                    <a:pt x="2423390" y="2231112"/>
                  </a:lnTo>
                  <a:lnTo>
                    <a:pt x="2423632" y="2230395"/>
                  </a:lnTo>
                  <a:lnTo>
                    <a:pt x="2423876" y="2229700"/>
                  </a:lnTo>
                  <a:lnTo>
                    <a:pt x="2424123" y="2229026"/>
                  </a:lnTo>
                  <a:lnTo>
                    <a:pt x="2424372" y="2228373"/>
                  </a:lnTo>
                  <a:lnTo>
                    <a:pt x="2424624" y="2227741"/>
                  </a:lnTo>
                  <a:lnTo>
                    <a:pt x="2424878" y="2227131"/>
                  </a:lnTo>
                  <a:lnTo>
                    <a:pt x="2425135" y="2226541"/>
                  </a:lnTo>
                  <a:lnTo>
                    <a:pt x="2425394" y="2225972"/>
                  </a:lnTo>
                  <a:lnTo>
                    <a:pt x="2425671" y="2225412"/>
                  </a:lnTo>
                  <a:lnTo>
                    <a:pt x="2425957" y="2224873"/>
                  </a:lnTo>
                  <a:lnTo>
                    <a:pt x="2426252" y="2224356"/>
                  </a:lnTo>
                  <a:lnTo>
                    <a:pt x="2426555" y="2223859"/>
                  </a:lnTo>
                  <a:lnTo>
                    <a:pt x="2426867" y="2223383"/>
                  </a:lnTo>
                  <a:lnTo>
                    <a:pt x="2427187" y="2222929"/>
                  </a:lnTo>
                  <a:lnTo>
                    <a:pt x="2427517" y="2222495"/>
                  </a:lnTo>
                  <a:lnTo>
                    <a:pt x="2427855" y="2222083"/>
                  </a:lnTo>
                  <a:lnTo>
                    <a:pt x="2428201" y="2221691"/>
                  </a:lnTo>
                  <a:lnTo>
                    <a:pt x="2428557" y="2221321"/>
                  </a:lnTo>
                  <a:lnTo>
                    <a:pt x="2428923" y="2220959"/>
                  </a:lnTo>
                  <a:lnTo>
                    <a:pt x="2429303" y="2220617"/>
                  </a:lnTo>
                  <a:lnTo>
                    <a:pt x="2429697" y="2220294"/>
                  </a:lnTo>
                  <a:lnTo>
                    <a:pt x="2430104" y="2219992"/>
                  </a:lnTo>
                  <a:lnTo>
                    <a:pt x="2430526" y="2219709"/>
                  </a:lnTo>
                  <a:lnTo>
                    <a:pt x="2430960" y="2219446"/>
                  </a:lnTo>
                  <a:lnTo>
                    <a:pt x="2431409" y="2219203"/>
                  </a:lnTo>
                  <a:lnTo>
                    <a:pt x="2431871" y="2218980"/>
                  </a:lnTo>
                  <a:lnTo>
                    <a:pt x="2432346" y="2218776"/>
                  </a:lnTo>
                  <a:lnTo>
                    <a:pt x="2432835" y="2218593"/>
                  </a:lnTo>
                  <a:lnTo>
                    <a:pt x="2433342" y="2218416"/>
                  </a:lnTo>
                  <a:lnTo>
                    <a:pt x="2433870" y="2218258"/>
                  </a:lnTo>
                  <a:lnTo>
                    <a:pt x="2434419" y="2218118"/>
                  </a:lnTo>
                  <a:lnTo>
                    <a:pt x="2434988" y="2217997"/>
                  </a:lnTo>
                  <a:lnTo>
                    <a:pt x="2435579" y="2217895"/>
                  </a:lnTo>
                  <a:lnTo>
                    <a:pt x="2436192" y="2217811"/>
                  </a:lnTo>
                  <a:lnTo>
                    <a:pt x="2436825" y="2217746"/>
                  </a:lnTo>
                  <a:lnTo>
                    <a:pt x="2437479" y="2217700"/>
                  </a:lnTo>
                  <a:lnTo>
                    <a:pt x="2438154" y="2217672"/>
                  </a:lnTo>
                  <a:lnTo>
                    <a:pt x="2438851" y="2217663"/>
                  </a:lnTo>
                  <a:lnTo>
                    <a:pt x="2439122" y="2217665"/>
                  </a:lnTo>
                  <a:lnTo>
                    <a:pt x="2439391" y="2217673"/>
                  </a:lnTo>
                  <a:lnTo>
                    <a:pt x="2439658" y="2217685"/>
                  </a:lnTo>
                  <a:lnTo>
                    <a:pt x="2439922" y="2217702"/>
                  </a:lnTo>
                  <a:lnTo>
                    <a:pt x="2440184" y="2217725"/>
                  </a:lnTo>
                  <a:lnTo>
                    <a:pt x="2440443" y="2217752"/>
                  </a:lnTo>
                  <a:lnTo>
                    <a:pt x="2440700" y="2217784"/>
                  </a:lnTo>
                  <a:lnTo>
                    <a:pt x="2440954" y="2217821"/>
                  </a:lnTo>
                  <a:lnTo>
                    <a:pt x="2441206" y="2217864"/>
                  </a:lnTo>
                  <a:lnTo>
                    <a:pt x="2441455" y="2217911"/>
                  </a:lnTo>
                  <a:lnTo>
                    <a:pt x="2441698" y="2217948"/>
                  </a:lnTo>
                  <a:lnTo>
                    <a:pt x="2441929" y="2217985"/>
                  </a:lnTo>
                  <a:lnTo>
                    <a:pt x="2442149" y="2218022"/>
                  </a:lnTo>
                  <a:lnTo>
                    <a:pt x="2442358" y="2218059"/>
                  </a:lnTo>
                  <a:lnTo>
                    <a:pt x="2442556" y="2218097"/>
                  </a:lnTo>
                  <a:lnTo>
                    <a:pt x="2442742" y="2218134"/>
                  </a:lnTo>
                  <a:lnTo>
                    <a:pt x="2442918" y="2218171"/>
                  </a:lnTo>
                  <a:lnTo>
                    <a:pt x="2443082" y="2218208"/>
                  </a:lnTo>
                  <a:lnTo>
                    <a:pt x="2443235" y="2218245"/>
                  </a:lnTo>
                  <a:lnTo>
                    <a:pt x="2443377" y="2218283"/>
                  </a:lnTo>
                  <a:lnTo>
                    <a:pt x="2443377" y="2228515"/>
                  </a:lnTo>
                  <a:lnTo>
                    <a:pt x="2443150" y="2228454"/>
                  </a:lnTo>
                  <a:lnTo>
                    <a:pt x="2442916" y="2228398"/>
                  </a:lnTo>
                  <a:lnTo>
                    <a:pt x="2442674" y="2228345"/>
                  </a:lnTo>
                  <a:lnTo>
                    <a:pt x="2442425" y="2228296"/>
                  </a:lnTo>
                  <a:lnTo>
                    <a:pt x="2442168" y="2228251"/>
                  </a:lnTo>
                  <a:lnTo>
                    <a:pt x="2441904" y="2228210"/>
                  </a:lnTo>
                  <a:lnTo>
                    <a:pt x="2441632" y="2228172"/>
                  </a:lnTo>
                  <a:lnTo>
                    <a:pt x="2441353" y="2228138"/>
                  </a:lnTo>
                  <a:lnTo>
                    <a:pt x="2441067" y="2228107"/>
                  </a:lnTo>
                  <a:lnTo>
                    <a:pt x="2440773" y="2228081"/>
                  </a:lnTo>
                  <a:lnTo>
                    <a:pt x="2440472" y="2228045"/>
                  </a:lnTo>
                  <a:lnTo>
                    <a:pt x="2440163" y="2228014"/>
                  </a:lnTo>
                  <a:lnTo>
                    <a:pt x="2439846" y="2227986"/>
                  </a:lnTo>
                  <a:lnTo>
                    <a:pt x="2439523" y="2227961"/>
                  </a:lnTo>
                  <a:lnTo>
                    <a:pt x="2439192" y="2227941"/>
                  </a:lnTo>
                  <a:lnTo>
                    <a:pt x="2438853" y="2227924"/>
                  </a:lnTo>
                  <a:lnTo>
                    <a:pt x="2438507" y="2227911"/>
                  </a:lnTo>
                  <a:lnTo>
                    <a:pt x="2438154" y="2227902"/>
                  </a:lnTo>
                  <a:lnTo>
                    <a:pt x="2437793" y="2227896"/>
                  </a:lnTo>
                  <a:lnTo>
                    <a:pt x="2437424" y="2227895"/>
                  </a:lnTo>
                  <a:lnTo>
                    <a:pt x="2436667" y="2227912"/>
                  </a:lnTo>
                  <a:lnTo>
                    <a:pt x="2435931" y="2227964"/>
                  </a:lnTo>
                  <a:lnTo>
                    <a:pt x="2435218" y="2228051"/>
                  </a:lnTo>
                  <a:lnTo>
                    <a:pt x="2434527" y="2228172"/>
                  </a:lnTo>
                  <a:lnTo>
                    <a:pt x="2433859" y="2228329"/>
                  </a:lnTo>
                  <a:lnTo>
                    <a:pt x="2433212" y="2228520"/>
                  </a:lnTo>
                  <a:lnTo>
                    <a:pt x="2432589" y="2228745"/>
                  </a:lnTo>
                  <a:lnTo>
                    <a:pt x="2431987" y="2229006"/>
                  </a:lnTo>
                  <a:lnTo>
                    <a:pt x="2431408" y="2229301"/>
                  </a:lnTo>
                  <a:lnTo>
                    <a:pt x="2430851" y="2229631"/>
                  </a:lnTo>
                  <a:lnTo>
                    <a:pt x="2430327" y="2229992"/>
                  </a:lnTo>
                  <a:lnTo>
                    <a:pt x="2429822" y="2230380"/>
                  </a:lnTo>
                  <a:lnTo>
                    <a:pt x="2429335" y="2230795"/>
                  </a:lnTo>
                  <a:lnTo>
                    <a:pt x="2428867" y="2231238"/>
                  </a:lnTo>
                  <a:lnTo>
                    <a:pt x="2428417" y="2231708"/>
                  </a:lnTo>
                  <a:lnTo>
                    <a:pt x="2427986" y="2232206"/>
                  </a:lnTo>
                  <a:lnTo>
                    <a:pt x="2427574" y="2232730"/>
                  </a:lnTo>
                  <a:lnTo>
                    <a:pt x="2427180" y="2233282"/>
                  </a:lnTo>
                  <a:lnTo>
                    <a:pt x="2426805" y="2233861"/>
                  </a:lnTo>
                  <a:lnTo>
                    <a:pt x="2426448" y="2234468"/>
                  </a:lnTo>
                  <a:lnTo>
                    <a:pt x="2426122" y="2235088"/>
                  </a:lnTo>
                  <a:lnTo>
                    <a:pt x="2425813" y="2235733"/>
                  </a:lnTo>
                  <a:lnTo>
                    <a:pt x="2425522" y="2236403"/>
                  </a:lnTo>
                  <a:lnTo>
                    <a:pt x="2425248" y="2237097"/>
                  </a:lnTo>
                  <a:lnTo>
                    <a:pt x="2424991" y="2237816"/>
                  </a:lnTo>
                  <a:lnTo>
                    <a:pt x="2424752" y="2238561"/>
                  </a:lnTo>
                  <a:lnTo>
                    <a:pt x="2424530" y="2239329"/>
                  </a:lnTo>
                  <a:lnTo>
                    <a:pt x="2424325" y="2240123"/>
                  </a:lnTo>
                  <a:lnTo>
                    <a:pt x="2424138" y="2240942"/>
                  </a:lnTo>
                  <a:lnTo>
                    <a:pt x="2423968" y="2241785"/>
                  </a:lnTo>
                  <a:lnTo>
                    <a:pt x="2423815" y="2242637"/>
                  </a:lnTo>
                  <a:lnTo>
                    <a:pt x="2423678" y="2243504"/>
                  </a:lnTo>
                  <a:lnTo>
                    <a:pt x="2423557" y="2244388"/>
                  </a:lnTo>
                  <a:lnTo>
                    <a:pt x="2423452" y="2245288"/>
                  </a:lnTo>
                  <a:lnTo>
                    <a:pt x="2423363" y="2246203"/>
                  </a:lnTo>
                  <a:lnTo>
                    <a:pt x="2423291" y="2247136"/>
                  </a:lnTo>
                  <a:lnTo>
                    <a:pt x="2423234" y="2248084"/>
                  </a:lnTo>
                  <a:lnTo>
                    <a:pt x="2423194" y="2249048"/>
                  </a:lnTo>
                  <a:lnTo>
                    <a:pt x="2423170" y="2250028"/>
                  </a:lnTo>
                  <a:lnTo>
                    <a:pt x="2423162" y="2251025"/>
                  </a:lnTo>
                  <a:lnTo>
                    <a:pt x="2423162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" name="ph64"/>
            <p:cNvSpPr/>
            <p:nvPr/>
          </p:nvSpPr>
          <p:spPr>
            <a:xfrm>
              <a:off x="2765239" y="2560488"/>
              <a:ext cx="2423224" cy="2286000"/>
            </a:xfrm>
            <a:custGeom>
              <a:avLst/>
              <a:gdLst/>
              <a:ahLst/>
              <a:cxnLst/>
              <a:rect l="0" t="0" r="0" b="0"/>
              <a:pathLst>
                <a:path w="2423224" h="2286000">
                  <a:moveTo>
                    <a:pt x="2412000" y="2286000"/>
                  </a:moveTo>
                  <a:lnTo>
                    <a:pt x="2412000" y="2243459"/>
                  </a:lnTo>
                  <a:lnTo>
                    <a:pt x="2411992" y="2242496"/>
                  </a:lnTo>
                  <a:lnTo>
                    <a:pt x="2411970" y="2241564"/>
                  </a:lnTo>
                  <a:lnTo>
                    <a:pt x="2411933" y="2240665"/>
                  </a:lnTo>
                  <a:lnTo>
                    <a:pt x="2411880" y="2239798"/>
                  </a:lnTo>
                  <a:lnTo>
                    <a:pt x="2411813" y="2238964"/>
                  </a:lnTo>
                  <a:lnTo>
                    <a:pt x="2411732" y="2238161"/>
                  </a:lnTo>
                  <a:lnTo>
                    <a:pt x="2411635" y="2237391"/>
                  </a:lnTo>
                  <a:lnTo>
                    <a:pt x="2411523" y="2236653"/>
                  </a:lnTo>
                  <a:lnTo>
                    <a:pt x="2411397" y="2235947"/>
                  </a:lnTo>
                  <a:lnTo>
                    <a:pt x="2411255" y="2235274"/>
                  </a:lnTo>
                  <a:lnTo>
                    <a:pt x="2411110" y="2234630"/>
                  </a:lnTo>
                  <a:lnTo>
                    <a:pt x="2410945" y="2234011"/>
                  </a:lnTo>
                  <a:lnTo>
                    <a:pt x="2410762" y="2233419"/>
                  </a:lnTo>
                  <a:lnTo>
                    <a:pt x="2410561" y="2232853"/>
                  </a:lnTo>
                  <a:lnTo>
                    <a:pt x="2410341" y="2232313"/>
                  </a:lnTo>
                  <a:lnTo>
                    <a:pt x="2410102" y="2231799"/>
                  </a:lnTo>
                  <a:lnTo>
                    <a:pt x="2409845" y="2231311"/>
                  </a:lnTo>
                  <a:lnTo>
                    <a:pt x="2409569" y="2230849"/>
                  </a:lnTo>
                  <a:lnTo>
                    <a:pt x="2409274" y="2230413"/>
                  </a:lnTo>
                  <a:lnTo>
                    <a:pt x="2408961" y="2230003"/>
                  </a:lnTo>
                  <a:lnTo>
                    <a:pt x="2408628" y="2229606"/>
                  </a:lnTo>
                  <a:lnTo>
                    <a:pt x="2408274" y="2229234"/>
                  </a:lnTo>
                  <a:lnTo>
                    <a:pt x="2407899" y="2228887"/>
                  </a:lnTo>
                  <a:lnTo>
                    <a:pt x="2407502" y="2228564"/>
                  </a:lnTo>
                  <a:lnTo>
                    <a:pt x="2407085" y="2228267"/>
                  </a:lnTo>
                  <a:lnTo>
                    <a:pt x="2406647" y="2227994"/>
                  </a:lnTo>
                  <a:lnTo>
                    <a:pt x="2406187" y="2227746"/>
                  </a:lnTo>
                  <a:lnTo>
                    <a:pt x="2405707" y="2227522"/>
                  </a:lnTo>
                  <a:lnTo>
                    <a:pt x="2405205" y="2227324"/>
                  </a:lnTo>
                  <a:lnTo>
                    <a:pt x="2404682" y="2227150"/>
                  </a:lnTo>
                  <a:lnTo>
                    <a:pt x="2404148" y="2226985"/>
                  </a:lnTo>
                  <a:lnTo>
                    <a:pt x="2403588" y="2226838"/>
                  </a:lnTo>
                  <a:lnTo>
                    <a:pt x="2403002" y="2226708"/>
                  </a:lnTo>
                  <a:lnTo>
                    <a:pt x="2402390" y="2226595"/>
                  </a:lnTo>
                  <a:lnTo>
                    <a:pt x="2401752" y="2226499"/>
                  </a:lnTo>
                  <a:lnTo>
                    <a:pt x="2401088" y="2226421"/>
                  </a:lnTo>
                  <a:lnTo>
                    <a:pt x="2400398" y="2226360"/>
                  </a:lnTo>
                  <a:lnTo>
                    <a:pt x="2399681" y="2226317"/>
                  </a:lnTo>
                  <a:lnTo>
                    <a:pt x="2398939" y="2226291"/>
                  </a:lnTo>
                  <a:lnTo>
                    <a:pt x="2398171" y="2226282"/>
                  </a:lnTo>
                  <a:lnTo>
                    <a:pt x="2397385" y="2226296"/>
                  </a:lnTo>
                  <a:lnTo>
                    <a:pt x="2396613" y="2226339"/>
                  </a:lnTo>
                  <a:lnTo>
                    <a:pt x="2395857" y="2226411"/>
                  </a:lnTo>
                  <a:lnTo>
                    <a:pt x="2395115" y="2226510"/>
                  </a:lnTo>
                  <a:lnTo>
                    <a:pt x="2394388" y="2226639"/>
                  </a:lnTo>
                  <a:lnTo>
                    <a:pt x="2393676" y="2226796"/>
                  </a:lnTo>
                  <a:lnTo>
                    <a:pt x="2392979" y="2226981"/>
                  </a:lnTo>
                  <a:lnTo>
                    <a:pt x="2392297" y="2227195"/>
                  </a:lnTo>
                  <a:lnTo>
                    <a:pt x="2391630" y="2227437"/>
                  </a:lnTo>
                  <a:lnTo>
                    <a:pt x="2390978" y="2227708"/>
                  </a:lnTo>
                  <a:lnTo>
                    <a:pt x="2390354" y="2227994"/>
                  </a:lnTo>
                  <a:lnTo>
                    <a:pt x="2389747" y="2228306"/>
                  </a:lnTo>
                  <a:lnTo>
                    <a:pt x="2389158" y="2228644"/>
                  </a:lnTo>
                  <a:lnTo>
                    <a:pt x="2388586" y="2229008"/>
                  </a:lnTo>
                  <a:lnTo>
                    <a:pt x="2388032" y="2229398"/>
                  </a:lnTo>
                  <a:lnTo>
                    <a:pt x="2387495" y="2229814"/>
                  </a:lnTo>
                  <a:lnTo>
                    <a:pt x="2386975" y="2230257"/>
                  </a:lnTo>
                  <a:lnTo>
                    <a:pt x="2386473" y="2230725"/>
                  </a:lnTo>
                  <a:lnTo>
                    <a:pt x="2385988" y="2231219"/>
                  </a:lnTo>
                  <a:lnTo>
                    <a:pt x="2385520" y="2231739"/>
                  </a:lnTo>
                  <a:lnTo>
                    <a:pt x="2385084" y="2232273"/>
                  </a:lnTo>
                  <a:lnTo>
                    <a:pt x="2384667" y="2232833"/>
                  </a:lnTo>
                  <a:lnTo>
                    <a:pt x="2384270" y="2233419"/>
                  </a:lnTo>
                  <a:lnTo>
                    <a:pt x="2383893" y="2234031"/>
                  </a:lnTo>
                  <a:lnTo>
                    <a:pt x="2383536" y="2234669"/>
                  </a:lnTo>
                  <a:lnTo>
                    <a:pt x="2383199" y="2235333"/>
                  </a:lnTo>
                  <a:lnTo>
                    <a:pt x="2382881" y="2236024"/>
                  </a:lnTo>
                  <a:lnTo>
                    <a:pt x="2382584" y="2236740"/>
                  </a:lnTo>
                  <a:lnTo>
                    <a:pt x="2382306" y="2237482"/>
                  </a:lnTo>
                  <a:lnTo>
                    <a:pt x="2382048" y="2238250"/>
                  </a:lnTo>
                  <a:lnTo>
                    <a:pt x="2381812" y="2239031"/>
                  </a:lnTo>
                  <a:lnTo>
                    <a:pt x="2381601" y="2239835"/>
                  </a:lnTo>
                  <a:lnTo>
                    <a:pt x="2381415" y="2240663"/>
                  </a:lnTo>
                  <a:lnTo>
                    <a:pt x="2381254" y="2241515"/>
                  </a:lnTo>
                  <a:lnTo>
                    <a:pt x="2381118" y="2242390"/>
                  </a:lnTo>
                  <a:lnTo>
                    <a:pt x="2381006" y="2243288"/>
                  </a:lnTo>
                  <a:lnTo>
                    <a:pt x="2380919" y="2244210"/>
                  </a:lnTo>
                  <a:lnTo>
                    <a:pt x="2380857" y="2245156"/>
                  </a:lnTo>
                  <a:lnTo>
                    <a:pt x="2380820" y="2246125"/>
                  </a:lnTo>
                  <a:lnTo>
                    <a:pt x="2380808" y="2247118"/>
                  </a:lnTo>
                  <a:lnTo>
                    <a:pt x="2380808" y="2286000"/>
                  </a:lnTo>
                  <a:lnTo>
                    <a:pt x="2369645" y="2286000"/>
                  </a:lnTo>
                  <a:lnTo>
                    <a:pt x="2369645" y="2233228"/>
                  </a:lnTo>
                  <a:lnTo>
                    <a:pt x="2369645" y="2232804"/>
                  </a:lnTo>
                  <a:lnTo>
                    <a:pt x="2369643" y="2232377"/>
                  </a:lnTo>
                  <a:lnTo>
                    <a:pt x="2369640" y="2231946"/>
                  </a:lnTo>
                  <a:lnTo>
                    <a:pt x="2369636" y="2231511"/>
                  </a:lnTo>
                  <a:lnTo>
                    <a:pt x="2369630" y="2231073"/>
                  </a:lnTo>
                  <a:lnTo>
                    <a:pt x="2369623" y="2230630"/>
                  </a:lnTo>
                  <a:lnTo>
                    <a:pt x="2369615" y="2230185"/>
                  </a:lnTo>
                  <a:lnTo>
                    <a:pt x="2369606" y="2229735"/>
                  </a:lnTo>
                  <a:lnTo>
                    <a:pt x="2369595" y="2229282"/>
                  </a:lnTo>
                  <a:lnTo>
                    <a:pt x="2369583" y="2228825"/>
                  </a:lnTo>
                  <a:lnTo>
                    <a:pt x="2369583" y="2228357"/>
                  </a:lnTo>
                  <a:lnTo>
                    <a:pt x="2369581" y="2227895"/>
                  </a:lnTo>
                  <a:lnTo>
                    <a:pt x="2369578" y="2227439"/>
                  </a:lnTo>
                  <a:lnTo>
                    <a:pt x="2369574" y="2226989"/>
                  </a:lnTo>
                  <a:lnTo>
                    <a:pt x="2369568" y="2226546"/>
                  </a:lnTo>
                  <a:lnTo>
                    <a:pt x="2369561" y="2226109"/>
                  </a:lnTo>
                  <a:lnTo>
                    <a:pt x="2369553" y="2225678"/>
                  </a:lnTo>
                  <a:lnTo>
                    <a:pt x="2369544" y="2225253"/>
                  </a:lnTo>
                  <a:lnTo>
                    <a:pt x="2369533" y="2224834"/>
                  </a:lnTo>
                  <a:lnTo>
                    <a:pt x="2369521" y="2224422"/>
                  </a:lnTo>
                  <a:lnTo>
                    <a:pt x="2369509" y="2224006"/>
                  </a:lnTo>
                  <a:lnTo>
                    <a:pt x="2369497" y="2223603"/>
                  </a:lnTo>
                  <a:lnTo>
                    <a:pt x="2369484" y="2223213"/>
                  </a:lnTo>
                  <a:lnTo>
                    <a:pt x="2369472" y="2222834"/>
                  </a:lnTo>
                  <a:lnTo>
                    <a:pt x="2369459" y="2222468"/>
                  </a:lnTo>
                  <a:lnTo>
                    <a:pt x="2369447" y="2222115"/>
                  </a:lnTo>
                  <a:lnTo>
                    <a:pt x="2369435" y="2221774"/>
                  </a:lnTo>
                  <a:lnTo>
                    <a:pt x="2369422" y="2221445"/>
                  </a:lnTo>
                  <a:lnTo>
                    <a:pt x="2369410" y="2221129"/>
                  </a:lnTo>
                  <a:lnTo>
                    <a:pt x="2369397" y="2220825"/>
                  </a:lnTo>
                  <a:lnTo>
                    <a:pt x="2369385" y="2220538"/>
                  </a:lnTo>
                  <a:lnTo>
                    <a:pt x="2369373" y="2220272"/>
                  </a:lnTo>
                  <a:lnTo>
                    <a:pt x="2369360" y="2220027"/>
                  </a:lnTo>
                  <a:lnTo>
                    <a:pt x="2369348" y="2219803"/>
                  </a:lnTo>
                  <a:lnTo>
                    <a:pt x="2369335" y="2219600"/>
                  </a:lnTo>
                  <a:lnTo>
                    <a:pt x="2369323" y="2219419"/>
                  </a:lnTo>
                  <a:lnTo>
                    <a:pt x="2369311" y="2219258"/>
                  </a:lnTo>
                  <a:lnTo>
                    <a:pt x="2369273" y="2218903"/>
                  </a:lnTo>
                  <a:lnTo>
                    <a:pt x="2379853" y="2219184"/>
                  </a:lnTo>
                  <a:lnTo>
                    <a:pt x="2379865" y="2219320"/>
                  </a:lnTo>
                  <a:lnTo>
                    <a:pt x="2379877" y="2219476"/>
                  </a:lnTo>
                  <a:lnTo>
                    <a:pt x="2379890" y="2219654"/>
                  </a:lnTo>
                  <a:lnTo>
                    <a:pt x="2379902" y="2219853"/>
                  </a:lnTo>
                  <a:lnTo>
                    <a:pt x="2379915" y="2220074"/>
                  </a:lnTo>
                  <a:lnTo>
                    <a:pt x="2379927" y="2220315"/>
                  </a:lnTo>
                  <a:lnTo>
                    <a:pt x="2379939" y="2220577"/>
                  </a:lnTo>
                  <a:lnTo>
                    <a:pt x="2379952" y="2220854"/>
                  </a:lnTo>
                  <a:lnTo>
                    <a:pt x="2379964" y="2221140"/>
                  </a:lnTo>
                  <a:lnTo>
                    <a:pt x="2379977" y="2221435"/>
                  </a:lnTo>
                  <a:lnTo>
                    <a:pt x="2379989" y="2221738"/>
                  </a:lnTo>
                  <a:lnTo>
                    <a:pt x="2380001" y="2222050"/>
                  </a:lnTo>
                  <a:lnTo>
                    <a:pt x="2380014" y="2222371"/>
                  </a:lnTo>
                  <a:lnTo>
                    <a:pt x="2380026" y="2222700"/>
                  </a:lnTo>
                  <a:lnTo>
                    <a:pt x="2380039" y="2223038"/>
                  </a:lnTo>
                  <a:lnTo>
                    <a:pt x="2380051" y="2223384"/>
                  </a:lnTo>
                  <a:lnTo>
                    <a:pt x="2380063" y="2223740"/>
                  </a:lnTo>
                  <a:lnTo>
                    <a:pt x="2380088" y="2224088"/>
                  </a:lnTo>
                  <a:lnTo>
                    <a:pt x="2380111" y="2224439"/>
                  </a:lnTo>
                  <a:lnTo>
                    <a:pt x="2380132" y="2224793"/>
                  </a:lnTo>
                  <a:lnTo>
                    <a:pt x="2380153" y="2225149"/>
                  </a:lnTo>
                  <a:lnTo>
                    <a:pt x="2380172" y="2225507"/>
                  </a:lnTo>
                  <a:lnTo>
                    <a:pt x="2380190" y="2225868"/>
                  </a:lnTo>
                  <a:lnTo>
                    <a:pt x="2380207" y="2226231"/>
                  </a:lnTo>
                  <a:lnTo>
                    <a:pt x="2380222" y="2226597"/>
                  </a:lnTo>
                  <a:lnTo>
                    <a:pt x="2380236" y="2226966"/>
                  </a:lnTo>
                  <a:lnTo>
                    <a:pt x="2380250" y="2227336"/>
                  </a:lnTo>
                  <a:lnTo>
                    <a:pt x="2380261" y="2227691"/>
                  </a:lnTo>
                  <a:lnTo>
                    <a:pt x="2380272" y="2228033"/>
                  </a:lnTo>
                  <a:lnTo>
                    <a:pt x="2380281" y="2228365"/>
                  </a:lnTo>
                  <a:lnTo>
                    <a:pt x="2380289" y="2228686"/>
                  </a:lnTo>
                  <a:lnTo>
                    <a:pt x="2380296" y="2228995"/>
                  </a:lnTo>
                  <a:lnTo>
                    <a:pt x="2380302" y="2229294"/>
                  </a:lnTo>
                  <a:lnTo>
                    <a:pt x="2380306" y="2229581"/>
                  </a:lnTo>
                  <a:lnTo>
                    <a:pt x="2380309" y="2229857"/>
                  </a:lnTo>
                  <a:lnTo>
                    <a:pt x="2380311" y="2230121"/>
                  </a:lnTo>
                  <a:lnTo>
                    <a:pt x="2380312" y="2230375"/>
                  </a:lnTo>
                  <a:lnTo>
                    <a:pt x="2380498" y="2230375"/>
                  </a:lnTo>
                  <a:lnTo>
                    <a:pt x="2380823" y="2229798"/>
                  </a:lnTo>
                  <a:lnTo>
                    <a:pt x="2381155" y="2229231"/>
                  </a:lnTo>
                  <a:lnTo>
                    <a:pt x="2381493" y="2228676"/>
                  </a:lnTo>
                  <a:lnTo>
                    <a:pt x="2381837" y="2228133"/>
                  </a:lnTo>
                  <a:lnTo>
                    <a:pt x="2382187" y="2227600"/>
                  </a:lnTo>
                  <a:lnTo>
                    <a:pt x="2382544" y="2227078"/>
                  </a:lnTo>
                  <a:lnTo>
                    <a:pt x="2382907" y="2226568"/>
                  </a:lnTo>
                  <a:lnTo>
                    <a:pt x="2383276" y="2226069"/>
                  </a:lnTo>
                  <a:lnTo>
                    <a:pt x="2383651" y="2225581"/>
                  </a:lnTo>
                  <a:lnTo>
                    <a:pt x="2384032" y="2225104"/>
                  </a:lnTo>
                  <a:lnTo>
                    <a:pt x="2384423" y="2224640"/>
                  </a:lnTo>
                  <a:lnTo>
                    <a:pt x="2384826" y="2224191"/>
                  </a:lnTo>
                  <a:lnTo>
                    <a:pt x="2385241" y="2223757"/>
                  </a:lnTo>
                  <a:lnTo>
                    <a:pt x="2385669" y="2223338"/>
                  </a:lnTo>
                  <a:lnTo>
                    <a:pt x="2386110" y="2222934"/>
                  </a:lnTo>
                  <a:lnTo>
                    <a:pt x="2386562" y="2222544"/>
                  </a:lnTo>
                  <a:lnTo>
                    <a:pt x="2387027" y="2222170"/>
                  </a:lnTo>
                  <a:lnTo>
                    <a:pt x="2387505" y="2221810"/>
                  </a:lnTo>
                  <a:lnTo>
                    <a:pt x="2387995" y="2221465"/>
                  </a:lnTo>
                  <a:lnTo>
                    <a:pt x="2388497" y="2221135"/>
                  </a:lnTo>
                  <a:lnTo>
                    <a:pt x="2389013" y="2220808"/>
                  </a:lnTo>
                  <a:lnTo>
                    <a:pt x="2389544" y="2220498"/>
                  </a:lnTo>
                  <a:lnTo>
                    <a:pt x="2390090" y="2220203"/>
                  </a:lnTo>
                  <a:lnTo>
                    <a:pt x="2390650" y="2219925"/>
                  </a:lnTo>
                  <a:lnTo>
                    <a:pt x="2391226" y="2219662"/>
                  </a:lnTo>
                  <a:lnTo>
                    <a:pt x="2391816" y="2219416"/>
                  </a:lnTo>
                  <a:lnTo>
                    <a:pt x="2392421" y="2219186"/>
                  </a:lnTo>
                  <a:lnTo>
                    <a:pt x="2393041" y="2218972"/>
                  </a:lnTo>
                  <a:lnTo>
                    <a:pt x="2393676" y="2218774"/>
                  </a:lnTo>
                  <a:lnTo>
                    <a:pt x="2394326" y="2218593"/>
                  </a:lnTo>
                  <a:lnTo>
                    <a:pt x="2394994" y="2218416"/>
                  </a:lnTo>
                  <a:lnTo>
                    <a:pt x="2395683" y="2218258"/>
                  </a:lnTo>
                  <a:lnTo>
                    <a:pt x="2396393" y="2218118"/>
                  </a:lnTo>
                  <a:lnTo>
                    <a:pt x="2397124" y="2217997"/>
                  </a:lnTo>
                  <a:lnTo>
                    <a:pt x="2397876" y="2217895"/>
                  </a:lnTo>
                  <a:lnTo>
                    <a:pt x="2398650" y="2217811"/>
                  </a:lnTo>
                  <a:lnTo>
                    <a:pt x="2399444" y="2217746"/>
                  </a:lnTo>
                  <a:lnTo>
                    <a:pt x="2400259" y="2217700"/>
                  </a:lnTo>
                  <a:lnTo>
                    <a:pt x="2401096" y="2217672"/>
                  </a:lnTo>
                  <a:lnTo>
                    <a:pt x="2401954" y="2217663"/>
                  </a:lnTo>
                  <a:lnTo>
                    <a:pt x="2403054" y="2217676"/>
                  </a:lnTo>
                  <a:lnTo>
                    <a:pt x="2404124" y="2217717"/>
                  </a:lnTo>
                  <a:lnTo>
                    <a:pt x="2405163" y="2217785"/>
                  </a:lnTo>
                  <a:lnTo>
                    <a:pt x="2406170" y="2217881"/>
                  </a:lnTo>
                  <a:lnTo>
                    <a:pt x="2407147" y="2218004"/>
                  </a:lnTo>
                  <a:lnTo>
                    <a:pt x="2408093" y="2218154"/>
                  </a:lnTo>
                  <a:lnTo>
                    <a:pt x="2409007" y="2218331"/>
                  </a:lnTo>
                  <a:lnTo>
                    <a:pt x="2409891" y="2218536"/>
                  </a:lnTo>
                  <a:lnTo>
                    <a:pt x="2410744" y="2218768"/>
                  </a:lnTo>
                  <a:lnTo>
                    <a:pt x="2411565" y="2219027"/>
                  </a:lnTo>
                  <a:lnTo>
                    <a:pt x="2412357" y="2219315"/>
                  </a:lnTo>
                  <a:lnTo>
                    <a:pt x="2413121" y="2219632"/>
                  </a:lnTo>
                  <a:lnTo>
                    <a:pt x="2413856" y="2219979"/>
                  </a:lnTo>
                  <a:lnTo>
                    <a:pt x="2414562" y="2220356"/>
                  </a:lnTo>
                  <a:lnTo>
                    <a:pt x="2415240" y="2220763"/>
                  </a:lnTo>
                  <a:lnTo>
                    <a:pt x="2415889" y="2221200"/>
                  </a:lnTo>
                  <a:lnTo>
                    <a:pt x="2416510" y="2221666"/>
                  </a:lnTo>
                  <a:lnTo>
                    <a:pt x="2417102" y="2222162"/>
                  </a:lnTo>
                  <a:lnTo>
                    <a:pt x="2417666" y="2222688"/>
                  </a:lnTo>
                  <a:lnTo>
                    <a:pt x="2418201" y="2223244"/>
                  </a:lnTo>
                  <a:lnTo>
                    <a:pt x="2418707" y="2223831"/>
                  </a:lnTo>
                  <a:lnTo>
                    <a:pt x="2419185" y="2224452"/>
                  </a:lnTo>
                  <a:lnTo>
                    <a:pt x="2419635" y="2225106"/>
                  </a:lnTo>
                  <a:lnTo>
                    <a:pt x="2420056" y="2225794"/>
                  </a:lnTo>
                  <a:lnTo>
                    <a:pt x="2420449" y="2226515"/>
                  </a:lnTo>
                  <a:lnTo>
                    <a:pt x="2420813" y="2227269"/>
                  </a:lnTo>
                  <a:lnTo>
                    <a:pt x="2421148" y="2228058"/>
                  </a:lnTo>
                  <a:lnTo>
                    <a:pt x="2421455" y="2228879"/>
                  </a:lnTo>
                  <a:lnTo>
                    <a:pt x="2421733" y="2229734"/>
                  </a:lnTo>
                  <a:lnTo>
                    <a:pt x="2421983" y="2230623"/>
                  </a:lnTo>
                  <a:lnTo>
                    <a:pt x="2422219" y="2231533"/>
                  </a:lnTo>
                  <a:lnTo>
                    <a:pt x="2422430" y="2232478"/>
                  </a:lnTo>
                  <a:lnTo>
                    <a:pt x="2422616" y="2233458"/>
                  </a:lnTo>
                  <a:lnTo>
                    <a:pt x="2422777" y="2234473"/>
                  </a:lnTo>
                  <a:lnTo>
                    <a:pt x="2422914" y="2235522"/>
                  </a:lnTo>
                  <a:lnTo>
                    <a:pt x="2423025" y="2236606"/>
                  </a:lnTo>
                  <a:lnTo>
                    <a:pt x="2423112" y="2237725"/>
                  </a:lnTo>
                  <a:lnTo>
                    <a:pt x="2423174" y="2238878"/>
                  </a:lnTo>
                  <a:lnTo>
                    <a:pt x="2423211" y="2240066"/>
                  </a:lnTo>
                  <a:lnTo>
                    <a:pt x="2423224" y="2241289"/>
                  </a:lnTo>
                  <a:lnTo>
                    <a:pt x="2423224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" name="ph65"/>
            <p:cNvSpPr/>
            <p:nvPr/>
          </p:nvSpPr>
          <p:spPr>
            <a:xfrm>
              <a:off x="2801826" y="2529296"/>
              <a:ext cx="2459873" cy="2318432"/>
            </a:xfrm>
            <a:custGeom>
              <a:avLst/>
              <a:gdLst/>
              <a:ahLst/>
              <a:cxnLst/>
              <a:rect l="0" t="0" r="0" b="0"/>
              <a:pathLst>
                <a:path w="2459873" h="2318432">
                  <a:moveTo>
                    <a:pt x="2412000" y="2286000"/>
                  </a:moveTo>
                  <a:lnTo>
                    <a:pt x="2412010" y="2287046"/>
                  </a:lnTo>
                  <a:lnTo>
                    <a:pt x="2412042" y="2288076"/>
                  </a:lnTo>
                  <a:lnTo>
                    <a:pt x="2412094" y="2289090"/>
                  </a:lnTo>
                  <a:lnTo>
                    <a:pt x="2412168" y="2290087"/>
                  </a:lnTo>
                  <a:lnTo>
                    <a:pt x="2412263" y="2291069"/>
                  </a:lnTo>
                  <a:lnTo>
                    <a:pt x="2412379" y="2292034"/>
                  </a:lnTo>
                  <a:lnTo>
                    <a:pt x="2412516" y="2292984"/>
                  </a:lnTo>
                  <a:lnTo>
                    <a:pt x="2412674" y="2293917"/>
                  </a:lnTo>
                  <a:lnTo>
                    <a:pt x="2412853" y="2294834"/>
                  </a:lnTo>
                  <a:lnTo>
                    <a:pt x="2413054" y="2295735"/>
                  </a:lnTo>
                  <a:lnTo>
                    <a:pt x="2413288" y="2296604"/>
                  </a:lnTo>
                  <a:lnTo>
                    <a:pt x="2413545" y="2297449"/>
                  </a:lnTo>
                  <a:lnTo>
                    <a:pt x="2413824" y="2298271"/>
                  </a:lnTo>
                  <a:lnTo>
                    <a:pt x="2414125" y="2299069"/>
                  </a:lnTo>
                  <a:lnTo>
                    <a:pt x="2414449" y="2299844"/>
                  </a:lnTo>
                  <a:lnTo>
                    <a:pt x="2414795" y="2300595"/>
                  </a:lnTo>
                  <a:lnTo>
                    <a:pt x="2415163" y="2301322"/>
                  </a:lnTo>
                  <a:lnTo>
                    <a:pt x="2415554" y="2302026"/>
                  </a:lnTo>
                  <a:lnTo>
                    <a:pt x="2415967" y="2302706"/>
                  </a:lnTo>
                  <a:lnTo>
                    <a:pt x="2416402" y="2303363"/>
                  </a:lnTo>
                  <a:lnTo>
                    <a:pt x="2416874" y="2303982"/>
                  </a:lnTo>
                  <a:lnTo>
                    <a:pt x="2417370" y="2304573"/>
                  </a:lnTo>
                  <a:lnTo>
                    <a:pt x="2417891" y="2305138"/>
                  </a:lnTo>
                  <a:lnTo>
                    <a:pt x="2418436" y="2305675"/>
                  </a:lnTo>
                  <a:lnTo>
                    <a:pt x="2419007" y="2306184"/>
                  </a:lnTo>
                  <a:lnTo>
                    <a:pt x="2419602" y="2306667"/>
                  </a:lnTo>
                  <a:lnTo>
                    <a:pt x="2420222" y="2307122"/>
                  </a:lnTo>
                  <a:lnTo>
                    <a:pt x="2420867" y="2307550"/>
                  </a:lnTo>
                  <a:lnTo>
                    <a:pt x="2421537" y="2307950"/>
                  </a:lnTo>
                  <a:lnTo>
                    <a:pt x="2422231" y="2308324"/>
                  </a:lnTo>
                  <a:lnTo>
                    <a:pt x="2422953" y="2308654"/>
                  </a:lnTo>
                  <a:lnTo>
                    <a:pt x="2423702" y="2308949"/>
                  </a:lnTo>
                  <a:lnTo>
                    <a:pt x="2424481" y="2309209"/>
                  </a:lnTo>
                  <a:lnTo>
                    <a:pt x="2425287" y="2309435"/>
                  </a:lnTo>
                  <a:lnTo>
                    <a:pt x="2426123" y="2309626"/>
                  </a:lnTo>
                  <a:lnTo>
                    <a:pt x="2426986" y="2309782"/>
                  </a:lnTo>
                  <a:lnTo>
                    <a:pt x="2427879" y="2309904"/>
                  </a:lnTo>
                  <a:lnTo>
                    <a:pt x="2428800" y="2309991"/>
                  </a:lnTo>
                  <a:lnTo>
                    <a:pt x="2429749" y="2310043"/>
                  </a:lnTo>
                  <a:lnTo>
                    <a:pt x="2430727" y="2310060"/>
                  </a:lnTo>
                  <a:lnTo>
                    <a:pt x="2432149" y="2310031"/>
                  </a:lnTo>
                  <a:lnTo>
                    <a:pt x="2433513" y="2309943"/>
                  </a:lnTo>
                  <a:lnTo>
                    <a:pt x="2434818" y="2309798"/>
                  </a:lnTo>
                  <a:lnTo>
                    <a:pt x="2436065" y="2309594"/>
                  </a:lnTo>
                  <a:lnTo>
                    <a:pt x="2437254" y="2309331"/>
                  </a:lnTo>
                  <a:lnTo>
                    <a:pt x="2438384" y="2309011"/>
                  </a:lnTo>
                  <a:lnTo>
                    <a:pt x="2439456" y="2308632"/>
                  </a:lnTo>
                  <a:lnTo>
                    <a:pt x="2440470" y="2308195"/>
                  </a:lnTo>
                  <a:lnTo>
                    <a:pt x="2441426" y="2307699"/>
                  </a:lnTo>
                  <a:lnTo>
                    <a:pt x="2442323" y="2307145"/>
                  </a:lnTo>
                  <a:lnTo>
                    <a:pt x="2443175" y="2306547"/>
                  </a:lnTo>
                  <a:lnTo>
                    <a:pt x="2443970" y="2305918"/>
                  </a:lnTo>
                  <a:lnTo>
                    <a:pt x="2444708" y="2305257"/>
                  </a:lnTo>
                  <a:lnTo>
                    <a:pt x="2445389" y="2304566"/>
                  </a:lnTo>
                  <a:lnTo>
                    <a:pt x="2446013" y="2303843"/>
                  </a:lnTo>
                  <a:lnTo>
                    <a:pt x="2446580" y="2303090"/>
                  </a:lnTo>
                  <a:lnTo>
                    <a:pt x="2447089" y="2302305"/>
                  </a:lnTo>
                  <a:lnTo>
                    <a:pt x="2447542" y="2301490"/>
                  </a:lnTo>
                  <a:lnTo>
                    <a:pt x="2447938" y="2300644"/>
                  </a:lnTo>
                  <a:lnTo>
                    <a:pt x="2448276" y="2299766"/>
                  </a:lnTo>
                  <a:lnTo>
                    <a:pt x="2458074" y="2302557"/>
                  </a:lnTo>
                  <a:lnTo>
                    <a:pt x="2457855" y="2303115"/>
                  </a:lnTo>
                  <a:lnTo>
                    <a:pt x="2457618" y="2303675"/>
                  </a:lnTo>
                  <a:lnTo>
                    <a:pt x="2457364" y="2304237"/>
                  </a:lnTo>
                  <a:lnTo>
                    <a:pt x="2457092" y="2304799"/>
                  </a:lnTo>
                  <a:lnTo>
                    <a:pt x="2456803" y="2305363"/>
                  </a:lnTo>
                  <a:lnTo>
                    <a:pt x="2456497" y="2305928"/>
                  </a:lnTo>
                  <a:lnTo>
                    <a:pt x="2456173" y="2306494"/>
                  </a:lnTo>
                  <a:lnTo>
                    <a:pt x="2455832" y="2307061"/>
                  </a:lnTo>
                  <a:lnTo>
                    <a:pt x="2455473" y="2307630"/>
                  </a:lnTo>
                  <a:lnTo>
                    <a:pt x="2455098" y="2308200"/>
                  </a:lnTo>
                  <a:lnTo>
                    <a:pt x="2454713" y="2308753"/>
                  </a:lnTo>
                  <a:lnTo>
                    <a:pt x="2454301" y="2309296"/>
                  </a:lnTo>
                  <a:lnTo>
                    <a:pt x="2453864" y="2309829"/>
                  </a:lnTo>
                  <a:lnTo>
                    <a:pt x="2453401" y="2310353"/>
                  </a:lnTo>
                  <a:lnTo>
                    <a:pt x="2452912" y="2310866"/>
                  </a:lnTo>
                  <a:lnTo>
                    <a:pt x="2452396" y="2311370"/>
                  </a:lnTo>
                  <a:lnTo>
                    <a:pt x="2451855" y="2311863"/>
                  </a:lnTo>
                  <a:lnTo>
                    <a:pt x="2451288" y="2312347"/>
                  </a:lnTo>
                  <a:lnTo>
                    <a:pt x="2450694" y="2312821"/>
                  </a:lnTo>
                  <a:lnTo>
                    <a:pt x="2450075" y="2313285"/>
                  </a:lnTo>
                  <a:lnTo>
                    <a:pt x="2449426" y="2313724"/>
                  </a:lnTo>
                  <a:lnTo>
                    <a:pt x="2448745" y="2314148"/>
                  </a:lnTo>
                  <a:lnTo>
                    <a:pt x="2448032" y="2314557"/>
                  </a:lnTo>
                  <a:lnTo>
                    <a:pt x="2447287" y="2314952"/>
                  </a:lnTo>
                  <a:lnTo>
                    <a:pt x="2446509" y="2315331"/>
                  </a:lnTo>
                  <a:lnTo>
                    <a:pt x="2445699" y="2315696"/>
                  </a:lnTo>
                  <a:lnTo>
                    <a:pt x="2444857" y="2316045"/>
                  </a:lnTo>
                  <a:lnTo>
                    <a:pt x="2443983" y="2316380"/>
                  </a:lnTo>
                  <a:lnTo>
                    <a:pt x="2443076" y="2316700"/>
                  </a:lnTo>
                  <a:lnTo>
                    <a:pt x="2442137" y="2317005"/>
                  </a:lnTo>
                  <a:lnTo>
                    <a:pt x="2441175" y="2317276"/>
                  </a:lnTo>
                  <a:lnTo>
                    <a:pt x="2440173" y="2317519"/>
                  </a:lnTo>
                  <a:lnTo>
                    <a:pt x="2439131" y="2317733"/>
                  </a:lnTo>
                  <a:lnTo>
                    <a:pt x="2438049" y="2317918"/>
                  </a:lnTo>
                  <a:lnTo>
                    <a:pt x="2436928" y="2318075"/>
                  </a:lnTo>
                  <a:lnTo>
                    <a:pt x="2435767" y="2318203"/>
                  </a:lnTo>
                  <a:lnTo>
                    <a:pt x="2434567" y="2318303"/>
                  </a:lnTo>
                  <a:lnTo>
                    <a:pt x="2433327" y="2318375"/>
                  </a:lnTo>
                  <a:lnTo>
                    <a:pt x="2432047" y="2318417"/>
                  </a:lnTo>
                  <a:lnTo>
                    <a:pt x="2430727" y="2318432"/>
                  </a:lnTo>
                  <a:lnTo>
                    <a:pt x="2427821" y="2318343"/>
                  </a:lnTo>
                  <a:lnTo>
                    <a:pt x="2425057" y="2318077"/>
                  </a:lnTo>
                  <a:lnTo>
                    <a:pt x="2422434" y="2317634"/>
                  </a:lnTo>
                  <a:lnTo>
                    <a:pt x="2419952" y="2317013"/>
                  </a:lnTo>
                  <a:lnTo>
                    <a:pt x="2417612" y="2316215"/>
                  </a:lnTo>
                  <a:lnTo>
                    <a:pt x="2415413" y="2315239"/>
                  </a:lnTo>
                  <a:lnTo>
                    <a:pt x="2413355" y="2314086"/>
                  </a:lnTo>
                  <a:lnTo>
                    <a:pt x="2411439" y="2312756"/>
                  </a:lnTo>
                  <a:lnTo>
                    <a:pt x="2409664" y="2311249"/>
                  </a:lnTo>
                  <a:lnTo>
                    <a:pt x="2408031" y="2309564"/>
                  </a:lnTo>
                  <a:lnTo>
                    <a:pt x="2406558" y="2307704"/>
                  </a:lnTo>
                  <a:lnTo>
                    <a:pt x="2405240" y="2305672"/>
                  </a:lnTo>
                  <a:lnTo>
                    <a:pt x="2404078" y="2303468"/>
                  </a:lnTo>
                  <a:lnTo>
                    <a:pt x="2403070" y="2301091"/>
                  </a:lnTo>
                  <a:lnTo>
                    <a:pt x="2402217" y="2298541"/>
                  </a:lnTo>
                  <a:lnTo>
                    <a:pt x="2401520" y="2295820"/>
                  </a:lnTo>
                  <a:lnTo>
                    <a:pt x="2400977" y="2292926"/>
                  </a:lnTo>
                  <a:lnTo>
                    <a:pt x="2400589" y="2289859"/>
                  </a:lnTo>
                  <a:lnTo>
                    <a:pt x="2400357" y="2286620"/>
                  </a:lnTo>
                  <a:lnTo>
                    <a:pt x="2400279" y="2283209"/>
                  </a:lnTo>
                  <a:lnTo>
                    <a:pt x="2400303" y="2281353"/>
                  </a:lnTo>
                  <a:lnTo>
                    <a:pt x="2400374" y="2279555"/>
                  </a:lnTo>
                  <a:lnTo>
                    <a:pt x="2400491" y="2277816"/>
                  </a:lnTo>
                  <a:lnTo>
                    <a:pt x="2400656" y="2276135"/>
                  </a:lnTo>
                  <a:lnTo>
                    <a:pt x="2400868" y="2274512"/>
                  </a:lnTo>
                  <a:lnTo>
                    <a:pt x="2401128" y="2272947"/>
                  </a:lnTo>
                  <a:lnTo>
                    <a:pt x="2401434" y="2271441"/>
                  </a:lnTo>
                  <a:lnTo>
                    <a:pt x="2401787" y="2269993"/>
                  </a:lnTo>
                  <a:lnTo>
                    <a:pt x="2402188" y="2268603"/>
                  </a:lnTo>
                  <a:lnTo>
                    <a:pt x="2402636" y="2267272"/>
                  </a:lnTo>
                  <a:lnTo>
                    <a:pt x="2403124" y="2265982"/>
                  </a:lnTo>
                  <a:lnTo>
                    <a:pt x="2403648" y="2264742"/>
                  </a:lnTo>
                  <a:lnTo>
                    <a:pt x="2404206" y="2263551"/>
                  </a:lnTo>
                  <a:lnTo>
                    <a:pt x="2404799" y="2262410"/>
                  </a:lnTo>
                  <a:lnTo>
                    <a:pt x="2405426" y="2261319"/>
                  </a:lnTo>
                  <a:lnTo>
                    <a:pt x="2406089" y="2260277"/>
                  </a:lnTo>
                  <a:lnTo>
                    <a:pt x="2406786" y="2259285"/>
                  </a:lnTo>
                  <a:lnTo>
                    <a:pt x="2407517" y="2258342"/>
                  </a:lnTo>
                  <a:lnTo>
                    <a:pt x="2408284" y="2257449"/>
                  </a:lnTo>
                  <a:lnTo>
                    <a:pt x="2409085" y="2256606"/>
                  </a:lnTo>
                  <a:lnTo>
                    <a:pt x="2409917" y="2255810"/>
                  </a:lnTo>
                  <a:lnTo>
                    <a:pt x="2410777" y="2255061"/>
                  </a:lnTo>
                  <a:lnTo>
                    <a:pt x="2411663" y="2254357"/>
                  </a:lnTo>
                  <a:lnTo>
                    <a:pt x="2412577" y="2253699"/>
                  </a:lnTo>
                  <a:lnTo>
                    <a:pt x="2413519" y="2253087"/>
                  </a:lnTo>
                  <a:lnTo>
                    <a:pt x="2414487" y="2252521"/>
                  </a:lnTo>
                  <a:lnTo>
                    <a:pt x="2415483" y="2252000"/>
                  </a:lnTo>
                  <a:lnTo>
                    <a:pt x="2416507" y="2251526"/>
                  </a:lnTo>
                  <a:lnTo>
                    <a:pt x="2417557" y="2251097"/>
                  </a:lnTo>
                  <a:lnTo>
                    <a:pt x="2418635" y="2250715"/>
                  </a:lnTo>
                  <a:lnTo>
                    <a:pt x="2419734" y="2250361"/>
                  </a:lnTo>
                  <a:lnTo>
                    <a:pt x="2420847" y="2250045"/>
                  </a:lnTo>
                  <a:lnTo>
                    <a:pt x="2421976" y="2249766"/>
                  </a:lnTo>
                  <a:lnTo>
                    <a:pt x="2423119" y="2249524"/>
                  </a:lnTo>
                  <a:lnTo>
                    <a:pt x="2424278" y="2249320"/>
                  </a:lnTo>
                  <a:lnTo>
                    <a:pt x="2425451" y="2249152"/>
                  </a:lnTo>
                  <a:lnTo>
                    <a:pt x="2426639" y="2249022"/>
                  </a:lnTo>
                  <a:lnTo>
                    <a:pt x="2427842" y="2248929"/>
                  </a:lnTo>
                  <a:lnTo>
                    <a:pt x="2429060" y="2248873"/>
                  </a:lnTo>
                  <a:lnTo>
                    <a:pt x="2430293" y="2248854"/>
                  </a:lnTo>
                  <a:lnTo>
                    <a:pt x="2431952" y="2248882"/>
                  </a:lnTo>
                  <a:lnTo>
                    <a:pt x="2433555" y="2248964"/>
                  </a:lnTo>
                  <a:lnTo>
                    <a:pt x="2435102" y="2249100"/>
                  </a:lnTo>
                  <a:lnTo>
                    <a:pt x="2436593" y="2249291"/>
                  </a:lnTo>
                  <a:lnTo>
                    <a:pt x="2438029" y="2249537"/>
                  </a:lnTo>
                  <a:lnTo>
                    <a:pt x="2439409" y="2249837"/>
                  </a:lnTo>
                  <a:lnTo>
                    <a:pt x="2440733" y="2250191"/>
                  </a:lnTo>
                  <a:lnTo>
                    <a:pt x="2442001" y="2250601"/>
                  </a:lnTo>
                  <a:lnTo>
                    <a:pt x="2443213" y="2251065"/>
                  </a:lnTo>
                  <a:lnTo>
                    <a:pt x="2444370" y="2251583"/>
                  </a:lnTo>
                  <a:lnTo>
                    <a:pt x="2445488" y="2252150"/>
                  </a:lnTo>
                  <a:lnTo>
                    <a:pt x="2446560" y="2252759"/>
                  </a:lnTo>
                  <a:lnTo>
                    <a:pt x="2447586" y="2253410"/>
                  </a:lnTo>
                  <a:lnTo>
                    <a:pt x="2448567" y="2254103"/>
                  </a:lnTo>
                  <a:lnTo>
                    <a:pt x="2449501" y="2254839"/>
                  </a:lnTo>
                  <a:lnTo>
                    <a:pt x="2450390" y="2255616"/>
                  </a:lnTo>
                  <a:lnTo>
                    <a:pt x="2451232" y="2256436"/>
                  </a:lnTo>
                  <a:lnTo>
                    <a:pt x="2452029" y="2257298"/>
                  </a:lnTo>
                  <a:lnTo>
                    <a:pt x="2452780" y="2258202"/>
                  </a:lnTo>
                  <a:lnTo>
                    <a:pt x="2453485" y="2259148"/>
                  </a:lnTo>
                  <a:lnTo>
                    <a:pt x="2454159" y="2260121"/>
                  </a:lnTo>
                  <a:lnTo>
                    <a:pt x="2454793" y="2261128"/>
                  </a:lnTo>
                  <a:lnTo>
                    <a:pt x="2455385" y="2262170"/>
                  </a:lnTo>
                  <a:lnTo>
                    <a:pt x="2455936" y="2263246"/>
                  </a:lnTo>
                  <a:lnTo>
                    <a:pt x="2456446" y="2264357"/>
                  </a:lnTo>
                  <a:lnTo>
                    <a:pt x="2456916" y="2265503"/>
                  </a:lnTo>
                  <a:lnTo>
                    <a:pt x="2457344" y="2266684"/>
                  </a:lnTo>
                  <a:lnTo>
                    <a:pt x="2457732" y="2267900"/>
                  </a:lnTo>
                  <a:lnTo>
                    <a:pt x="2458079" y="2269150"/>
                  </a:lnTo>
                  <a:lnTo>
                    <a:pt x="2458384" y="2270435"/>
                  </a:lnTo>
                  <a:lnTo>
                    <a:pt x="2458667" y="2271747"/>
                  </a:lnTo>
                  <a:lnTo>
                    <a:pt x="2458920" y="2273081"/>
                  </a:lnTo>
                  <a:lnTo>
                    <a:pt x="2459143" y="2274436"/>
                  </a:lnTo>
                  <a:lnTo>
                    <a:pt x="2459337" y="2275812"/>
                  </a:lnTo>
                  <a:lnTo>
                    <a:pt x="2459500" y="2277209"/>
                  </a:lnTo>
                  <a:lnTo>
                    <a:pt x="2459634" y="2278628"/>
                  </a:lnTo>
                  <a:lnTo>
                    <a:pt x="2459739" y="2280067"/>
                  </a:lnTo>
                  <a:lnTo>
                    <a:pt x="2459813" y="2281527"/>
                  </a:lnTo>
                  <a:lnTo>
                    <a:pt x="2459858" y="2283009"/>
                  </a:lnTo>
                  <a:lnTo>
                    <a:pt x="2459873" y="2284511"/>
                  </a:lnTo>
                  <a:lnTo>
                    <a:pt x="2459873" y="2286000"/>
                  </a:lnTo>
                  <a:close/>
                  <a:moveTo>
                    <a:pt x="2448338" y="2277442"/>
                  </a:moveTo>
                  <a:lnTo>
                    <a:pt x="2448117" y="2275379"/>
                  </a:lnTo>
                  <a:lnTo>
                    <a:pt x="2447825" y="2273431"/>
                  </a:lnTo>
                  <a:lnTo>
                    <a:pt x="2447462" y="2271599"/>
                  </a:lnTo>
                  <a:lnTo>
                    <a:pt x="2447029" y="2269881"/>
                  </a:lnTo>
                  <a:lnTo>
                    <a:pt x="2446525" y="2268280"/>
                  </a:lnTo>
                  <a:lnTo>
                    <a:pt x="2445950" y="2266793"/>
                  </a:lnTo>
                  <a:lnTo>
                    <a:pt x="2445304" y="2265422"/>
                  </a:lnTo>
                  <a:lnTo>
                    <a:pt x="2444588" y="2264166"/>
                  </a:lnTo>
                  <a:lnTo>
                    <a:pt x="2443801" y="2263026"/>
                  </a:lnTo>
                  <a:lnTo>
                    <a:pt x="2442943" y="2262001"/>
                  </a:lnTo>
                  <a:lnTo>
                    <a:pt x="2442011" y="2261070"/>
                  </a:lnTo>
                  <a:lnTo>
                    <a:pt x="2441001" y="2260237"/>
                  </a:lnTo>
                  <a:lnTo>
                    <a:pt x="2439913" y="2259503"/>
                  </a:lnTo>
                  <a:lnTo>
                    <a:pt x="2438746" y="2258866"/>
                  </a:lnTo>
                  <a:lnTo>
                    <a:pt x="2437502" y="2258327"/>
                  </a:lnTo>
                  <a:lnTo>
                    <a:pt x="2436179" y="2257886"/>
                  </a:lnTo>
                  <a:lnTo>
                    <a:pt x="2434778" y="2257543"/>
                  </a:lnTo>
                  <a:lnTo>
                    <a:pt x="2433299" y="2257298"/>
                  </a:lnTo>
                  <a:lnTo>
                    <a:pt x="2431742" y="2257151"/>
                  </a:lnTo>
                  <a:lnTo>
                    <a:pt x="2430107" y="2257102"/>
                  </a:lnTo>
                  <a:lnTo>
                    <a:pt x="2429546" y="2257111"/>
                  </a:lnTo>
                  <a:lnTo>
                    <a:pt x="2428978" y="2257139"/>
                  </a:lnTo>
                  <a:lnTo>
                    <a:pt x="2428405" y="2257186"/>
                  </a:lnTo>
                  <a:lnTo>
                    <a:pt x="2427825" y="2257251"/>
                  </a:lnTo>
                  <a:lnTo>
                    <a:pt x="2427239" y="2257335"/>
                  </a:lnTo>
                  <a:lnTo>
                    <a:pt x="2426647" y="2257437"/>
                  </a:lnTo>
                  <a:lnTo>
                    <a:pt x="2426048" y="2257558"/>
                  </a:lnTo>
                  <a:lnTo>
                    <a:pt x="2425444" y="2257697"/>
                  </a:lnTo>
                  <a:lnTo>
                    <a:pt x="2424833" y="2257855"/>
                  </a:lnTo>
                  <a:lnTo>
                    <a:pt x="2424216" y="2258032"/>
                  </a:lnTo>
                  <a:lnTo>
                    <a:pt x="2423612" y="2258220"/>
                  </a:lnTo>
                  <a:lnTo>
                    <a:pt x="2423018" y="2258437"/>
                  </a:lnTo>
                  <a:lnTo>
                    <a:pt x="2422432" y="2258681"/>
                  </a:lnTo>
                  <a:lnTo>
                    <a:pt x="2421854" y="2258955"/>
                  </a:lnTo>
                  <a:lnTo>
                    <a:pt x="2421286" y="2259257"/>
                  </a:lnTo>
                  <a:lnTo>
                    <a:pt x="2420726" y="2259587"/>
                  </a:lnTo>
                  <a:lnTo>
                    <a:pt x="2420175" y="2259947"/>
                  </a:lnTo>
                  <a:lnTo>
                    <a:pt x="2419632" y="2260334"/>
                  </a:lnTo>
                  <a:lnTo>
                    <a:pt x="2419098" y="2260750"/>
                  </a:lnTo>
                  <a:lnTo>
                    <a:pt x="2418573" y="2261195"/>
                  </a:lnTo>
                  <a:lnTo>
                    <a:pt x="2418060" y="2261670"/>
                  </a:lnTo>
                  <a:lnTo>
                    <a:pt x="2417563" y="2262180"/>
                  </a:lnTo>
                  <a:lnTo>
                    <a:pt x="2417083" y="2262722"/>
                  </a:lnTo>
                  <a:lnTo>
                    <a:pt x="2416618" y="2263298"/>
                  </a:lnTo>
                  <a:lnTo>
                    <a:pt x="2416170" y="2263908"/>
                  </a:lnTo>
                  <a:lnTo>
                    <a:pt x="2415738" y="2264551"/>
                  </a:lnTo>
                  <a:lnTo>
                    <a:pt x="2415321" y="2265227"/>
                  </a:lnTo>
                  <a:lnTo>
                    <a:pt x="2414921" y="2265937"/>
                  </a:lnTo>
                  <a:lnTo>
                    <a:pt x="2414538" y="2266681"/>
                  </a:lnTo>
                  <a:lnTo>
                    <a:pt x="2414170" y="2267458"/>
                  </a:lnTo>
                  <a:lnTo>
                    <a:pt x="2413826" y="2268261"/>
                  </a:lnTo>
                  <a:lnTo>
                    <a:pt x="2413513" y="2269108"/>
                  </a:lnTo>
                  <a:lnTo>
                    <a:pt x="2413230" y="2269997"/>
                  </a:lnTo>
                  <a:lnTo>
                    <a:pt x="2412979" y="2270931"/>
                  </a:lnTo>
                  <a:lnTo>
                    <a:pt x="2412759" y="2271907"/>
                  </a:lnTo>
                  <a:lnTo>
                    <a:pt x="2412570" y="2272927"/>
                  </a:lnTo>
                  <a:lnTo>
                    <a:pt x="2412412" y="2273991"/>
                  </a:lnTo>
                  <a:lnTo>
                    <a:pt x="2412285" y="2275098"/>
                  </a:lnTo>
                  <a:lnTo>
                    <a:pt x="2412189" y="2276248"/>
                  </a:lnTo>
                  <a:lnTo>
                    <a:pt x="2412124" y="2277442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7" name="ph66"/>
            <p:cNvSpPr/>
            <p:nvPr/>
          </p:nvSpPr>
          <p:spPr>
            <a:xfrm>
              <a:off x="2874999" y="2504863"/>
              <a:ext cx="2454726" cy="2341624"/>
            </a:xfrm>
            <a:custGeom>
              <a:avLst/>
              <a:gdLst/>
              <a:ahLst/>
              <a:cxnLst/>
              <a:rect l="0" t="0" r="0" b="0"/>
              <a:pathLst>
                <a:path w="2454726" h="2341624">
                  <a:moveTo>
                    <a:pt x="2412000" y="2286000"/>
                  </a:moveTo>
                  <a:lnTo>
                    <a:pt x="2412375" y="2285328"/>
                  </a:lnTo>
                  <a:lnTo>
                    <a:pt x="2412756" y="2284677"/>
                  </a:lnTo>
                  <a:lnTo>
                    <a:pt x="2413144" y="2284048"/>
                  </a:lnTo>
                  <a:lnTo>
                    <a:pt x="2413537" y="2283440"/>
                  </a:lnTo>
                  <a:lnTo>
                    <a:pt x="2413937" y="2282852"/>
                  </a:lnTo>
                  <a:lnTo>
                    <a:pt x="2414344" y="2282286"/>
                  </a:lnTo>
                  <a:lnTo>
                    <a:pt x="2414756" y="2281741"/>
                  </a:lnTo>
                  <a:lnTo>
                    <a:pt x="2415175" y="2281217"/>
                  </a:lnTo>
                  <a:lnTo>
                    <a:pt x="2415599" y="2280714"/>
                  </a:lnTo>
                  <a:lnTo>
                    <a:pt x="2416030" y="2280232"/>
                  </a:lnTo>
                  <a:lnTo>
                    <a:pt x="2416469" y="2279757"/>
                  </a:lnTo>
                  <a:lnTo>
                    <a:pt x="2416916" y="2279300"/>
                  </a:lnTo>
                  <a:lnTo>
                    <a:pt x="2417372" y="2278859"/>
                  </a:lnTo>
                  <a:lnTo>
                    <a:pt x="2417836" y="2278437"/>
                  </a:lnTo>
                  <a:lnTo>
                    <a:pt x="2418309" y="2278031"/>
                  </a:lnTo>
                  <a:lnTo>
                    <a:pt x="2418791" y="2277643"/>
                  </a:lnTo>
                  <a:lnTo>
                    <a:pt x="2419282" y="2277272"/>
                  </a:lnTo>
                  <a:lnTo>
                    <a:pt x="2419781" y="2276919"/>
                  </a:lnTo>
                  <a:lnTo>
                    <a:pt x="2420289" y="2276582"/>
                  </a:lnTo>
                  <a:lnTo>
                    <a:pt x="2420805" y="2276264"/>
                  </a:lnTo>
                  <a:lnTo>
                    <a:pt x="2421331" y="2275962"/>
                  </a:lnTo>
                  <a:lnTo>
                    <a:pt x="2421867" y="2275678"/>
                  </a:lnTo>
                  <a:lnTo>
                    <a:pt x="2422413" y="2275412"/>
                  </a:lnTo>
                  <a:lnTo>
                    <a:pt x="2422968" y="2275162"/>
                  </a:lnTo>
                  <a:lnTo>
                    <a:pt x="2423534" y="2274930"/>
                  </a:lnTo>
                  <a:lnTo>
                    <a:pt x="2424109" y="2274716"/>
                  </a:lnTo>
                  <a:lnTo>
                    <a:pt x="2424695" y="2274519"/>
                  </a:lnTo>
                  <a:lnTo>
                    <a:pt x="2425290" y="2274339"/>
                  </a:lnTo>
                  <a:lnTo>
                    <a:pt x="2425895" y="2274176"/>
                  </a:lnTo>
                  <a:lnTo>
                    <a:pt x="2426510" y="2274031"/>
                  </a:lnTo>
                  <a:lnTo>
                    <a:pt x="2427138" y="2273890"/>
                  </a:lnTo>
                  <a:lnTo>
                    <a:pt x="2427780" y="2273763"/>
                  </a:lnTo>
                  <a:lnTo>
                    <a:pt x="2428438" y="2273652"/>
                  </a:lnTo>
                  <a:lnTo>
                    <a:pt x="2429110" y="2273555"/>
                  </a:lnTo>
                  <a:lnTo>
                    <a:pt x="2429797" y="2273473"/>
                  </a:lnTo>
                  <a:lnTo>
                    <a:pt x="2430499" y="2273406"/>
                  </a:lnTo>
                  <a:lnTo>
                    <a:pt x="2431216" y="2273354"/>
                  </a:lnTo>
                  <a:lnTo>
                    <a:pt x="2431947" y="2273317"/>
                  </a:lnTo>
                  <a:lnTo>
                    <a:pt x="2432694" y="2273295"/>
                  </a:lnTo>
                  <a:lnTo>
                    <a:pt x="2433456" y="2273287"/>
                  </a:lnTo>
                  <a:lnTo>
                    <a:pt x="2434722" y="2273304"/>
                  </a:lnTo>
                  <a:lnTo>
                    <a:pt x="2435941" y="2273357"/>
                  </a:lnTo>
                  <a:lnTo>
                    <a:pt x="2437113" y="2273443"/>
                  </a:lnTo>
                  <a:lnTo>
                    <a:pt x="2438238" y="2273565"/>
                  </a:lnTo>
                  <a:lnTo>
                    <a:pt x="2439316" y="2273721"/>
                  </a:lnTo>
                  <a:lnTo>
                    <a:pt x="2440346" y="2273912"/>
                  </a:lnTo>
                  <a:lnTo>
                    <a:pt x="2441330" y="2274138"/>
                  </a:lnTo>
                  <a:lnTo>
                    <a:pt x="2442266" y="2274398"/>
                  </a:lnTo>
                  <a:lnTo>
                    <a:pt x="2443155" y="2274694"/>
                  </a:lnTo>
                  <a:lnTo>
                    <a:pt x="2443998" y="2275023"/>
                  </a:lnTo>
                  <a:lnTo>
                    <a:pt x="2444811" y="2275385"/>
                  </a:lnTo>
                  <a:lnTo>
                    <a:pt x="2445588" y="2275775"/>
                  </a:lnTo>
                  <a:lnTo>
                    <a:pt x="2446329" y="2276194"/>
                  </a:lnTo>
                  <a:lnTo>
                    <a:pt x="2447034" y="2276641"/>
                  </a:lnTo>
                  <a:lnTo>
                    <a:pt x="2447703" y="2277116"/>
                  </a:lnTo>
                  <a:lnTo>
                    <a:pt x="2448336" y="2277620"/>
                  </a:lnTo>
                  <a:lnTo>
                    <a:pt x="2448933" y="2278153"/>
                  </a:lnTo>
                  <a:lnTo>
                    <a:pt x="2449494" y="2278714"/>
                  </a:lnTo>
                  <a:lnTo>
                    <a:pt x="2450020" y="2279304"/>
                  </a:lnTo>
                  <a:lnTo>
                    <a:pt x="2450509" y="2279922"/>
                  </a:lnTo>
                  <a:lnTo>
                    <a:pt x="2450977" y="2280555"/>
                  </a:lnTo>
                  <a:lnTo>
                    <a:pt x="2451414" y="2281212"/>
                  </a:lnTo>
                  <a:lnTo>
                    <a:pt x="2451820" y="2281894"/>
                  </a:lnTo>
                  <a:lnTo>
                    <a:pt x="2452195" y="2282601"/>
                  </a:lnTo>
                  <a:lnTo>
                    <a:pt x="2452540" y="2283333"/>
                  </a:lnTo>
                  <a:lnTo>
                    <a:pt x="2452853" y="2284090"/>
                  </a:lnTo>
                  <a:lnTo>
                    <a:pt x="2453135" y="2284871"/>
                  </a:lnTo>
                  <a:lnTo>
                    <a:pt x="2453386" y="2285677"/>
                  </a:lnTo>
                  <a:lnTo>
                    <a:pt x="2453606" y="2286508"/>
                  </a:lnTo>
                  <a:lnTo>
                    <a:pt x="2453795" y="2287364"/>
                  </a:lnTo>
                  <a:lnTo>
                    <a:pt x="2453972" y="2288241"/>
                  </a:lnTo>
                  <a:lnTo>
                    <a:pt x="2454130" y="2289135"/>
                  </a:lnTo>
                  <a:lnTo>
                    <a:pt x="2454270" y="2290046"/>
                  </a:lnTo>
                  <a:lnTo>
                    <a:pt x="2454391" y="2290975"/>
                  </a:lnTo>
                  <a:lnTo>
                    <a:pt x="2454493" y="2291922"/>
                  </a:lnTo>
                  <a:lnTo>
                    <a:pt x="2454577" y="2292885"/>
                  </a:lnTo>
                  <a:lnTo>
                    <a:pt x="2454642" y="2293866"/>
                  </a:lnTo>
                  <a:lnTo>
                    <a:pt x="2454688" y="2294865"/>
                  </a:lnTo>
                  <a:lnTo>
                    <a:pt x="2454716" y="2295880"/>
                  </a:lnTo>
                  <a:lnTo>
                    <a:pt x="2454726" y="2296914"/>
                  </a:lnTo>
                  <a:lnTo>
                    <a:pt x="2454726" y="2341624"/>
                  </a:lnTo>
                  <a:lnTo>
                    <a:pt x="2443501" y="2341624"/>
                  </a:lnTo>
                  <a:lnTo>
                    <a:pt x="2443501" y="2299084"/>
                  </a:lnTo>
                  <a:lnTo>
                    <a:pt x="2443496" y="2298239"/>
                  </a:lnTo>
                  <a:lnTo>
                    <a:pt x="2443479" y="2297415"/>
                  </a:lnTo>
                  <a:lnTo>
                    <a:pt x="2443451" y="2296612"/>
                  </a:lnTo>
                  <a:lnTo>
                    <a:pt x="2443412" y="2295830"/>
                  </a:lnTo>
                  <a:lnTo>
                    <a:pt x="2443362" y="2295069"/>
                  </a:lnTo>
                  <a:lnTo>
                    <a:pt x="2443301" y="2294329"/>
                  </a:lnTo>
                  <a:lnTo>
                    <a:pt x="2443228" y="2293610"/>
                  </a:lnTo>
                  <a:lnTo>
                    <a:pt x="2443144" y="2292913"/>
                  </a:lnTo>
                  <a:lnTo>
                    <a:pt x="2443049" y="2292236"/>
                  </a:lnTo>
                  <a:lnTo>
                    <a:pt x="2442943" y="2291581"/>
                  </a:lnTo>
                  <a:lnTo>
                    <a:pt x="2442834" y="2290947"/>
                  </a:lnTo>
                  <a:lnTo>
                    <a:pt x="2442705" y="2290335"/>
                  </a:lnTo>
                  <a:lnTo>
                    <a:pt x="2442556" y="2289746"/>
                  </a:lnTo>
                  <a:lnTo>
                    <a:pt x="2442388" y="2289179"/>
                  </a:lnTo>
                  <a:lnTo>
                    <a:pt x="2442199" y="2288635"/>
                  </a:lnTo>
                  <a:lnTo>
                    <a:pt x="2441991" y="2288113"/>
                  </a:lnTo>
                  <a:lnTo>
                    <a:pt x="2441763" y="2287613"/>
                  </a:lnTo>
                  <a:lnTo>
                    <a:pt x="2441515" y="2287136"/>
                  </a:lnTo>
                  <a:lnTo>
                    <a:pt x="2441247" y="2286680"/>
                  </a:lnTo>
                  <a:lnTo>
                    <a:pt x="2440959" y="2286248"/>
                  </a:lnTo>
                  <a:lnTo>
                    <a:pt x="2440649" y="2285825"/>
                  </a:lnTo>
                  <a:lnTo>
                    <a:pt x="2440314" y="2285424"/>
                  </a:lnTo>
                  <a:lnTo>
                    <a:pt x="2439954" y="2285046"/>
                  </a:lnTo>
                  <a:lnTo>
                    <a:pt x="2439570" y="2284690"/>
                  </a:lnTo>
                  <a:lnTo>
                    <a:pt x="2439161" y="2284356"/>
                  </a:lnTo>
                  <a:lnTo>
                    <a:pt x="2438727" y="2284045"/>
                  </a:lnTo>
                  <a:lnTo>
                    <a:pt x="2438268" y="2283756"/>
                  </a:lnTo>
                  <a:lnTo>
                    <a:pt x="2437784" y="2283489"/>
                  </a:lnTo>
                  <a:lnTo>
                    <a:pt x="2437275" y="2283245"/>
                  </a:lnTo>
                  <a:lnTo>
                    <a:pt x="2436742" y="2283023"/>
                  </a:lnTo>
                  <a:lnTo>
                    <a:pt x="2436180" y="2282811"/>
                  </a:lnTo>
                  <a:lnTo>
                    <a:pt x="2435586" y="2282621"/>
                  </a:lnTo>
                  <a:lnTo>
                    <a:pt x="2434960" y="2282454"/>
                  </a:lnTo>
                  <a:lnTo>
                    <a:pt x="2434301" y="2282309"/>
                  </a:lnTo>
                  <a:lnTo>
                    <a:pt x="2433611" y="2282186"/>
                  </a:lnTo>
                  <a:lnTo>
                    <a:pt x="2432888" y="2282085"/>
                  </a:lnTo>
                  <a:lnTo>
                    <a:pt x="2432132" y="2282007"/>
                  </a:lnTo>
                  <a:lnTo>
                    <a:pt x="2431345" y="2281951"/>
                  </a:lnTo>
                  <a:lnTo>
                    <a:pt x="2430525" y="2281918"/>
                  </a:lnTo>
                  <a:lnTo>
                    <a:pt x="2429673" y="2281907"/>
                  </a:lnTo>
                  <a:lnTo>
                    <a:pt x="2428887" y="2281921"/>
                  </a:lnTo>
                  <a:lnTo>
                    <a:pt x="2428115" y="2281964"/>
                  </a:lnTo>
                  <a:lnTo>
                    <a:pt x="2427359" y="2282035"/>
                  </a:lnTo>
                  <a:lnTo>
                    <a:pt x="2426617" y="2282135"/>
                  </a:lnTo>
                  <a:lnTo>
                    <a:pt x="2425890" y="2282263"/>
                  </a:lnTo>
                  <a:lnTo>
                    <a:pt x="2425178" y="2282420"/>
                  </a:lnTo>
                  <a:lnTo>
                    <a:pt x="2424481" y="2282606"/>
                  </a:lnTo>
                  <a:lnTo>
                    <a:pt x="2423799" y="2282820"/>
                  </a:lnTo>
                  <a:lnTo>
                    <a:pt x="2423132" y="2283062"/>
                  </a:lnTo>
                  <a:lnTo>
                    <a:pt x="2422479" y="2283333"/>
                  </a:lnTo>
                  <a:lnTo>
                    <a:pt x="2421856" y="2283630"/>
                  </a:lnTo>
                  <a:lnTo>
                    <a:pt x="2421249" y="2283951"/>
                  </a:lnTo>
                  <a:lnTo>
                    <a:pt x="2420660" y="2284295"/>
                  </a:lnTo>
                  <a:lnTo>
                    <a:pt x="2420088" y="2284663"/>
                  </a:lnTo>
                  <a:lnTo>
                    <a:pt x="2419534" y="2285054"/>
                  </a:lnTo>
                  <a:lnTo>
                    <a:pt x="2418997" y="2285469"/>
                  </a:lnTo>
                  <a:lnTo>
                    <a:pt x="2418477" y="2285907"/>
                  </a:lnTo>
                  <a:lnTo>
                    <a:pt x="2417975" y="2286369"/>
                  </a:lnTo>
                  <a:lnTo>
                    <a:pt x="2417490" y="2286855"/>
                  </a:lnTo>
                  <a:lnTo>
                    <a:pt x="2417022" y="2287364"/>
                  </a:lnTo>
                  <a:lnTo>
                    <a:pt x="2416586" y="2287896"/>
                  </a:lnTo>
                  <a:lnTo>
                    <a:pt x="2416169" y="2288450"/>
                  </a:lnTo>
                  <a:lnTo>
                    <a:pt x="2415772" y="2289027"/>
                  </a:lnTo>
                  <a:lnTo>
                    <a:pt x="2415395" y="2289626"/>
                  </a:lnTo>
                  <a:lnTo>
                    <a:pt x="2415038" y="2290247"/>
                  </a:lnTo>
                  <a:lnTo>
                    <a:pt x="2414701" y="2290891"/>
                  </a:lnTo>
                  <a:lnTo>
                    <a:pt x="2414383" y="2291557"/>
                  </a:lnTo>
                  <a:lnTo>
                    <a:pt x="2414086" y="2292245"/>
                  </a:lnTo>
                  <a:lnTo>
                    <a:pt x="2413808" y="2292956"/>
                  </a:lnTo>
                  <a:lnTo>
                    <a:pt x="2413550" y="2293689"/>
                  </a:lnTo>
                  <a:lnTo>
                    <a:pt x="2413314" y="2294442"/>
                  </a:lnTo>
                  <a:lnTo>
                    <a:pt x="2413103" y="2295214"/>
                  </a:lnTo>
                  <a:lnTo>
                    <a:pt x="2412917" y="2296005"/>
                  </a:lnTo>
                  <a:lnTo>
                    <a:pt x="2412756" y="2296814"/>
                  </a:lnTo>
                  <a:lnTo>
                    <a:pt x="2412620" y="2297642"/>
                  </a:lnTo>
                  <a:lnTo>
                    <a:pt x="2412508" y="2298489"/>
                  </a:lnTo>
                  <a:lnTo>
                    <a:pt x="2412421" y="2299354"/>
                  </a:lnTo>
                  <a:lnTo>
                    <a:pt x="2412359" y="2300237"/>
                  </a:lnTo>
                  <a:lnTo>
                    <a:pt x="2412322" y="2301140"/>
                  </a:lnTo>
                  <a:lnTo>
                    <a:pt x="2412310" y="2302061"/>
                  </a:lnTo>
                  <a:lnTo>
                    <a:pt x="2412310" y="2341624"/>
                  </a:lnTo>
                  <a:lnTo>
                    <a:pt x="2401147" y="2341624"/>
                  </a:lnTo>
                  <a:lnTo>
                    <a:pt x="2401147" y="2249599"/>
                  </a:lnTo>
                  <a:lnTo>
                    <a:pt x="2412310" y="2249599"/>
                  </a:lnTo>
                  <a:lnTo>
                    <a:pt x="2412310" y="2273535"/>
                  </a:lnTo>
                  <a:lnTo>
                    <a:pt x="2412309" y="2273944"/>
                  </a:lnTo>
                  <a:lnTo>
                    <a:pt x="2412307" y="2274354"/>
                  </a:lnTo>
                  <a:lnTo>
                    <a:pt x="2412304" y="2274763"/>
                  </a:lnTo>
                  <a:lnTo>
                    <a:pt x="2412300" y="2275172"/>
                  </a:lnTo>
                  <a:lnTo>
                    <a:pt x="2412294" y="2275582"/>
                  </a:lnTo>
                  <a:lnTo>
                    <a:pt x="2412287" y="2275991"/>
                  </a:lnTo>
                  <a:lnTo>
                    <a:pt x="2412279" y="2276400"/>
                  </a:lnTo>
                  <a:lnTo>
                    <a:pt x="2412270" y="2276809"/>
                  </a:lnTo>
                  <a:lnTo>
                    <a:pt x="2412259" y="2277219"/>
                  </a:lnTo>
                  <a:lnTo>
                    <a:pt x="2412248" y="2277628"/>
                  </a:lnTo>
                  <a:lnTo>
                    <a:pt x="2412235" y="2278034"/>
                  </a:lnTo>
                  <a:lnTo>
                    <a:pt x="2412220" y="2278434"/>
                  </a:lnTo>
                  <a:lnTo>
                    <a:pt x="2412205" y="2278828"/>
                  </a:lnTo>
                  <a:lnTo>
                    <a:pt x="2412188" y="2279215"/>
                  </a:lnTo>
                  <a:lnTo>
                    <a:pt x="2412170" y="2279597"/>
                  </a:lnTo>
                  <a:lnTo>
                    <a:pt x="2412151" y="2279972"/>
                  </a:lnTo>
                  <a:lnTo>
                    <a:pt x="2412130" y="2280341"/>
                  </a:lnTo>
                  <a:lnTo>
                    <a:pt x="2412109" y="2280704"/>
                  </a:lnTo>
                  <a:lnTo>
                    <a:pt x="2412086" y="2281060"/>
                  </a:lnTo>
                  <a:lnTo>
                    <a:pt x="2412062" y="2281411"/>
                  </a:lnTo>
                  <a:lnTo>
                    <a:pt x="2412049" y="2281753"/>
                  </a:lnTo>
                  <a:lnTo>
                    <a:pt x="2412037" y="2282085"/>
                  </a:lnTo>
                  <a:lnTo>
                    <a:pt x="2412024" y="2282408"/>
                  </a:lnTo>
                  <a:lnTo>
                    <a:pt x="2412012" y="2282720"/>
                  </a:lnTo>
                  <a:lnTo>
                    <a:pt x="2412000" y="2283023"/>
                  </a:lnTo>
                  <a:lnTo>
                    <a:pt x="2411987" y="2283316"/>
                  </a:lnTo>
                  <a:lnTo>
                    <a:pt x="2411975" y="2283598"/>
                  </a:lnTo>
                  <a:lnTo>
                    <a:pt x="2411962" y="2283871"/>
                  </a:lnTo>
                  <a:lnTo>
                    <a:pt x="2411950" y="2284134"/>
                  </a:lnTo>
                  <a:lnTo>
                    <a:pt x="2411937" y="2284387"/>
                  </a:lnTo>
                  <a:lnTo>
                    <a:pt x="2411925" y="2284615"/>
                  </a:lnTo>
                  <a:lnTo>
                    <a:pt x="2411913" y="2284829"/>
                  </a:lnTo>
                  <a:lnTo>
                    <a:pt x="2411900" y="2285027"/>
                  </a:lnTo>
                  <a:lnTo>
                    <a:pt x="2411888" y="2285211"/>
                  </a:lnTo>
                  <a:lnTo>
                    <a:pt x="2411875" y="2285379"/>
                  </a:lnTo>
                  <a:lnTo>
                    <a:pt x="2411863" y="2285533"/>
                  </a:lnTo>
                  <a:lnTo>
                    <a:pt x="2411813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8" name="ph67"/>
            <p:cNvSpPr/>
            <p:nvPr/>
          </p:nvSpPr>
          <p:spPr>
            <a:xfrm>
              <a:off x="2973598" y="2560488"/>
              <a:ext cx="2461795" cy="2286000"/>
            </a:xfrm>
            <a:custGeom>
              <a:avLst/>
              <a:gdLst/>
              <a:ahLst/>
              <a:cxnLst/>
              <a:rect l="0" t="0" r="0" b="0"/>
              <a:pathLst>
                <a:path w="2461795" h="2286000">
                  <a:moveTo>
                    <a:pt x="2412000" y="2286000"/>
                  </a:moveTo>
                  <a:lnTo>
                    <a:pt x="2412000" y="2243459"/>
                  </a:lnTo>
                  <a:lnTo>
                    <a:pt x="2411993" y="2242496"/>
                  </a:lnTo>
                  <a:lnTo>
                    <a:pt x="2411975" y="2241564"/>
                  </a:lnTo>
                  <a:lnTo>
                    <a:pt x="2411944" y="2240665"/>
                  </a:lnTo>
                  <a:lnTo>
                    <a:pt x="2411900" y="2239798"/>
                  </a:lnTo>
                  <a:lnTo>
                    <a:pt x="2411844" y="2238964"/>
                  </a:lnTo>
                  <a:lnTo>
                    <a:pt x="2411776" y="2238161"/>
                  </a:lnTo>
                  <a:lnTo>
                    <a:pt x="2411696" y="2237391"/>
                  </a:lnTo>
                  <a:lnTo>
                    <a:pt x="2411603" y="2236653"/>
                  </a:lnTo>
                  <a:lnTo>
                    <a:pt x="2411497" y="2235947"/>
                  </a:lnTo>
                  <a:lnTo>
                    <a:pt x="2411379" y="2235274"/>
                  </a:lnTo>
                  <a:lnTo>
                    <a:pt x="2411247" y="2234630"/>
                  </a:lnTo>
                  <a:lnTo>
                    <a:pt x="2411097" y="2234011"/>
                  </a:lnTo>
                  <a:lnTo>
                    <a:pt x="2410929" y="2233419"/>
                  </a:lnTo>
                  <a:lnTo>
                    <a:pt x="2410744" y="2232853"/>
                  </a:lnTo>
                  <a:lnTo>
                    <a:pt x="2410542" y="2232313"/>
                  </a:lnTo>
                  <a:lnTo>
                    <a:pt x="2410323" y="2231799"/>
                  </a:lnTo>
                  <a:lnTo>
                    <a:pt x="2410086" y="2231311"/>
                  </a:lnTo>
                  <a:lnTo>
                    <a:pt x="2409832" y="2230849"/>
                  </a:lnTo>
                  <a:lnTo>
                    <a:pt x="2409560" y="2230413"/>
                  </a:lnTo>
                  <a:lnTo>
                    <a:pt x="2409271" y="2230003"/>
                  </a:lnTo>
                  <a:lnTo>
                    <a:pt x="2408976" y="2229606"/>
                  </a:lnTo>
                  <a:lnTo>
                    <a:pt x="2408663" y="2229234"/>
                  </a:lnTo>
                  <a:lnTo>
                    <a:pt x="2408332" y="2228887"/>
                  </a:lnTo>
                  <a:lnTo>
                    <a:pt x="2407981" y="2228564"/>
                  </a:lnTo>
                  <a:lnTo>
                    <a:pt x="2407612" y="2228267"/>
                  </a:lnTo>
                  <a:lnTo>
                    <a:pt x="2407225" y="2227994"/>
                  </a:lnTo>
                  <a:lnTo>
                    <a:pt x="2406818" y="2227746"/>
                  </a:lnTo>
                  <a:lnTo>
                    <a:pt x="2406394" y="2227522"/>
                  </a:lnTo>
                  <a:lnTo>
                    <a:pt x="2405950" y="2227324"/>
                  </a:lnTo>
                  <a:lnTo>
                    <a:pt x="2405488" y="2227150"/>
                  </a:lnTo>
                  <a:lnTo>
                    <a:pt x="2405006" y="2226985"/>
                  </a:lnTo>
                  <a:lnTo>
                    <a:pt x="2404504" y="2226838"/>
                  </a:lnTo>
                  <a:lnTo>
                    <a:pt x="2403980" y="2226708"/>
                  </a:lnTo>
                  <a:lnTo>
                    <a:pt x="2403434" y="2226595"/>
                  </a:lnTo>
                  <a:lnTo>
                    <a:pt x="2402868" y="2226499"/>
                  </a:lnTo>
                  <a:lnTo>
                    <a:pt x="2402281" y="2226421"/>
                  </a:lnTo>
                  <a:lnTo>
                    <a:pt x="2401673" y="2226360"/>
                  </a:lnTo>
                  <a:lnTo>
                    <a:pt x="2401043" y="2226317"/>
                  </a:lnTo>
                  <a:lnTo>
                    <a:pt x="2400393" y="2226291"/>
                  </a:lnTo>
                  <a:lnTo>
                    <a:pt x="2399721" y="2226282"/>
                  </a:lnTo>
                  <a:lnTo>
                    <a:pt x="2399021" y="2226296"/>
                  </a:lnTo>
                  <a:lnTo>
                    <a:pt x="2398335" y="2226339"/>
                  </a:lnTo>
                  <a:lnTo>
                    <a:pt x="2397662" y="2226411"/>
                  </a:lnTo>
                  <a:lnTo>
                    <a:pt x="2397003" y="2226510"/>
                  </a:lnTo>
                  <a:lnTo>
                    <a:pt x="2396357" y="2226639"/>
                  </a:lnTo>
                  <a:lnTo>
                    <a:pt x="2395725" y="2226796"/>
                  </a:lnTo>
                  <a:lnTo>
                    <a:pt x="2395107" y="2226981"/>
                  </a:lnTo>
                  <a:lnTo>
                    <a:pt x="2394502" y="2227195"/>
                  </a:lnTo>
                  <a:lnTo>
                    <a:pt x="2393911" y="2227437"/>
                  </a:lnTo>
                  <a:lnTo>
                    <a:pt x="2393334" y="2227708"/>
                  </a:lnTo>
                  <a:lnTo>
                    <a:pt x="2392772" y="2227994"/>
                  </a:lnTo>
                  <a:lnTo>
                    <a:pt x="2392225" y="2228306"/>
                  </a:lnTo>
                  <a:lnTo>
                    <a:pt x="2391695" y="2228644"/>
                  </a:lnTo>
                  <a:lnTo>
                    <a:pt x="2391181" y="2229008"/>
                  </a:lnTo>
                  <a:lnTo>
                    <a:pt x="2390683" y="2229398"/>
                  </a:lnTo>
                  <a:lnTo>
                    <a:pt x="2390201" y="2229814"/>
                  </a:lnTo>
                  <a:lnTo>
                    <a:pt x="2389735" y="2230257"/>
                  </a:lnTo>
                  <a:lnTo>
                    <a:pt x="2389286" y="2230725"/>
                  </a:lnTo>
                  <a:lnTo>
                    <a:pt x="2388852" y="2231219"/>
                  </a:lnTo>
                  <a:lnTo>
                    <a:pt x="2388435" y="2231739"/>
                  </a:lnTo>
                  <a:lnTo>
                    <a:pt x="2388047" y="2232273"/>
                  </a:lnTo>
                  <a:lnTo>
                    <a:pt x="2387676" y="2232833"/>
                  </a:lnTo>
                  <a:lnTo>
                    <a:pt x="2387323" y="2233419"/>
                  </a:lnTo>
                  <a:lnTo>
                    <a:pt x="2386986" y="2234031"/>
                  </a:lnTo>
                  <a:lnTo>
                    <a:pt x="2386668" y="2234669"/>
                  </a:lnTo>
                  <a:lnTo>
                    <a:pt x="2386366" y="2235333"/>
                  </a:lnTo>
                  <a:lnTo>
                    <a:pt x="2386082" y="2236024"/>
                  </a:lnTo>
                  <a:lnTo>
                    <a:pt x="2385816" y="2236740"/>
                  </a:lnTo>
                  <a:lnTo>
                    <a:pt x="2385566" y="2237482"/>
                  </a:lnTo>
                  <a:lnTo>
                    <a:pt x="2385334" y="2238250"/>
                  </a:lnTo>
                  <a:lnTo>
                    <a:pt x="2385134" y="2239031"/>
                  </a:lnTo>
                  <a:lnTo>
                    <a:pt x="2384955" y="2239835"/>
                  </a:lnTo>
                  <a:lnTo>
                    <a:pt x="2384797" y="2240663"/>
                  </a:lnTo>
                  <a:lnTo>
                    <a:pt x="2384660" y="2241515"/>
                  </a:lnTo>
                  <a:lnTo>
                    <a:pt x="2384544" y="2242390"/>
                  </a:lnTo>
                  <a:lnTo>
                    <a:pt x="2384449" y="2243288"/>
                  </a:lnTo>
                  <a:lnTo>
                    <a:pt x="2384375" y="2244210"/>
                  </a:lnTo>
                  <a:lnTo>
                    <a:pt x="2384322" y="2245156"/>
                  </a:lnTo>
                  <a:lnTo>
                    <a:pt x="2384291" y="2246125"/>
                  </a:lnTo>
                  <a:lnTo>
                    <a:pt x="2384280" y="2247118"/>
                  </a:lnTo>
                  <a:lnTo>
                    <a:pt x="2384280" y="2286000"/>
                  </a:lnTo>
                  <a:lnTo>
                    <a:pt x="2373180" y="2286000"/>
                  </a:lnTo>
                  <a:lnTo>
                    <a:pt x="2373180" y="2233228"/>
                  </a:lnTo>
                  <a:lnTo>
                    <a:pt x="2373180" y="2232804"/>
                  </a:lnTo>
                  <a:lnTo>
                    <a:pt x="2373178" y="2232377"/>
                  </a:lnTo>
                  <a:lnTo>
                    <a:pt x="2373175" y="2231946"/>
                  </a:lnTo>
                  <a:lnTo>
                    <a:pt x="2373170" y="2231511"/>
                  </a:lnTo>
                  <a:lnTo>
                    <a:pt x="2373165" y="2231073"/>
                  </a:lnTo>
                  <a:lnTo>
                    <a:pt x="2373158" y="2230630"/>
                  </a:lnTo>
                  <a:lnTo>
                    <a:pt x="2373150" y="2230185"/>
                  </a:lnTo>
                  <a:lnTo>
                    <a:pt x="2373140" y="2229735"/>
                  </a:lnTo>
                  <a:lnTo>
                    <a:pt x="2373130" y="2229282"/>
                  </a:lnTo>
                  <a:lnTo>
                    <a:pt x="2373118" y="2228825"/>
                  </a:lnTo>
                  <a:lnTo>
                    <a:pt x="2373118" y="2228357"/>
                  </a:lnTo>
                  <a:lnTo>
                    <a:pt x="2373116" y="2227895"/>
                  </a:lnTo>
                  <a:lnTo>
                    <a:pt x="2373113" y="2227439"/>
                  </a:lnTo>
                  <a:lnTo>
                    <a:pt x="2373108" y="2226989"/>
                  </a:lnTo>
                  <a:lnTo>
                    <a:pt x="2373103" y="2226546"/>
                  </a:lnTo>
                  <a:lnTo>
                    <a:pt x="2373096" y="2226109"/>
                  </a:lnTo>
                  <a:lnTo>
                    <a:pt x="2373088" y="2225678"/>
                  </a:lnTo>
                  <a:lnTo>
                    <a:pt x="2373078" y="2225253"/>
                  </a:lnTo>
                  <a:lnTo>
                    <a:pt x="2373068" y="2224834"/>
                  </a:lnTo>
                  <a:lnTo>
                    <a:pt x="2373056" y="2224422"/>
                  </a:lnTo>
                  <a:lnTo>
                    <a:pt x="2373044" y="2224006"/>
                  </a:lnTo>
                  <a:lnTo>
                    <a:pt x="2373031" y="2223603"/>
                  </a:lnTo>
                  <a:lnTo>
                    <a:pt x="2373019" y="2223213"/>
                  </a:lnTo>
                  <a:lnTo>
                    <a:pt x="2373007" y="2222834"/>
                  </a:lnTo>
                  <a:lnTo>
                    <a:pt x="2372994" y="2222468"/>
                  </a:lnTo>
                  <a:lnTo>
                    <a:pt x="2372982" y="2222115"/>
                  </a:lnTo>
                  <a:lnTo>
                    <a:pt x="2372969" y="2221774"/>
                  </a:lnTo>
                  <a:lnTo>
                    <a:pt x="2372957" y="2221445"/>
                  </a:lnTo>
                  <a:lnTo>
                    <a:pt x="2372945" y="2221129"/>
                  </a:lnTo>
                  <a:lnTo>
                    <a:pt x="2372932" y="2220825"/>
                  </a:lnTo>
                  <a:lnTo>
                    <a:pt x="2372920" y="2220538"/>
                  </a:lnTo>
                  <a:lnTo>
                    <a:pt x="2372907" y="2220272"/>
                  </a:lnTo>
                  <a:lnTo>
                    <a:pt x="2372895" y="2220027"/>
                  </a:lnTo>
                  <a:lnTo>
                    <a:pt x="2372883" y="2219803"/>
                  </a:lnTo>
                  <a:lnTo>
                    <a:pt x="2372870" y="2219600"/>
                  </a:lnTo>
                  <a:lnTo>
                    <a:pt x="2372858" y="2219419"/>
                  </a:lnTo>
                  <a:lnTo>
                    <a:pt x="2372845" y="2219258"/>
                  </a:lnTo>
                  <a:lnTo>
                    <a:pt x="2372808" y="2218903"/>
                  </a:lnTo>
                  <a:lnTo>
                    <a:pt x="2383387" y="2219184"/>
                  </a:lnTo>
                  <a:lnTo>
                    <a:pt x="2383400" y="2219320"/>
                  </a:lnTo>
                  <a:lnTo>
                    <a:pt x="2383412" y="2219476"/>
                  </a:lnTo>
                  <a:lnTo>
                    <a:pt x="2383425" y="2219654"/>
                  </a:lnTo>
                  <a:lnTo>
                    <a:pt x="2383437" y="2219853"/>
                  </a:lnTo>
                  <a:lnTo>
                    <a:pt x="2383449" y="2220074"/>
                  </a:lnTo>
                  <a:lnTo>
                    <a:pt x="2383462" y="2220315"/>
                  </a:lnTo>
                  <a:lnTo>
                    <a:pt x="2383474" y="2220577"/>
                  </a:lnTo>
                  <a:lnTo>
                    <a:pt x="2383487" y="2220854"/>
                  </a:lnTo>
                  <a:lnTo>
                    <a:pt x="2383499" y="2221140"/>
                  </a:lnTo>
                  <a:lnTo>
                    <a:pt x="2383511" y="2221435"/>
                  </a:lnTo>
                  <a:lnTo>
                    <a:pt x="2383524" y="2221738"/>
                  </a:lnTo>
                  <a:lnTo>
                    <a:pt x="2383536" y="2222050"/>
                  </a:lnTo>
                  <a:lnTo>
                    <a:pt x="2383549" y="2222371"/>
                  </a:lnTo>
                  <a:lnTo>
                    <a:pt x="2383561" y="2222700"/>
                  </a:lnTo>
                  <a:lnTo>
                    <a:pt x="2383573" y="2223038"/>
                  </a:lnTo>
                  <a:lnTo>
                    <a:pt x="2383586" y="2223384"/>
                  </a:lnTo>
                  <a:lnTo>
                    <a:pt x="2383598" y="2223740"/>
                  </a:lnTo>
                  <a:lnTo>
                    <a:pt x="2383622" y="2224088"/>
                  </a:lnTo>
                  <a:lnTo>
                    <a:pt x="2383645" y="2224439"/>
                  </a:lnTo>
                  <a:lnTo>
                    <a:pt x="2383667" y="2224793"/>
                  </a:lnTo>
                  <a:lnTo>
                    <a:pt x="2383687" y="2225149"/>
                  </a:lnTo>
                  <a:lnTo>
                    <a:pt x="2383707" y="2225507"/>
                  </a:lnTo>
                  <a:lnTo>
                    <a:pt x="2383725" y="2225868"/>
                  </a:lnTo>
                  <a:lnTo>
                    <a:pt x="2383741" y="2226231"/>
                  </a:lnTo>
                  <a:lnTo>
                    <a:pt x="2383757" y="2226597"/>
                  </a:lnTo>
                  <a:lnTo>
                    <a:pt x="2383771" y="2226966"/>
                  </a:lnTo>
                  <a:lnTo>
                    <a:pt x="2383784" y="2227336"/>
                  </a:lnTo>
                  <a:lnTo>
                    <a:pt x="2383796" y="2227691"/>
                  </a:lnTo>
                  <a:lnTo>
                    <a:pt x="2383806" y="2228033"/>
                  </a:lnTo>
                  <a:lnTo>
                    <a:pt x="2383816" y="2228365"/>
                  </a:lnTo>
                  <a:lnTo>
                    <a:pt x="2383824" y="2228686"/>
                  </a:lnTo>
                  <a:lnTo>
                    <a:pt x="2383831" y="2228995"/>
                  </a:lnTo>
                  <a:lnTo>
                    <a:pt x="2383836" y="2229294"/>
                  </a:lnTo>
                  <a:lnTo>
                    <a:pt x="2383841" y="2229581"/>
                  </a:lnTo>
                  <a:lnTo>
                    <a:pt x="2383844" y="2229857"/>
                  </a:lnTo>
                  <a:lnTo>
                    <a:pt x="2383846" y="2230121"/>
                  </a:lnTo>
                  <a:lnTo>
                    <a:pt x="2383846" y="2230375"/>
                  </a:lnTo>
                  <a:lnTo>
                    <a:pt x="2384032" y="2230375"/>
                  </a:lnTo>
                  <a:lnTo>
                    <a:pt x="2384332" y="2229798"/>
                  </a:lnTo>
                  <a:lnTo>
                    <a:pt x="2384637" y="2229231"/>
                  </a:lnTo>
                  <a:lnTo>
                    <a:pt x="2384948" y="2228676"/>
                  </a:lnTo>
                  <a:lnTo>
                    <a:pt x="2385263" y="2228133"/>
                  </a:lnTo>
                  <a:lnTo>
                    <a:pt x="2385583" y="2227600"/>
                  </a:lnTo>
                  <a:lnTo>
                    <a:pt x="2385907" y="2227078"/>
                  </a:lnTo>
                  <a:lnTo>
                    <a:pt x="2386237" y="2226568"/>
                  </a:lnTo>
                  <a:lnTo>
                    <a:pt x="2386572" y="2226069"/>
                  </a:lnTo>
                  <a:lnTo>
                    <a:pt x="2386912" y="2225581"/>
                  </a:lnTo>
                  <a:lnTo>
                    <a:pt x="2387257" y="2225104"/>
                  </a:lnTo>
                  <a:lnTo>
                    <a:pt x="2387610" y="2224640"/>
                  </a:lnTo>
                  <a:lnTo>
                    <a:pt x="2387974" y="2224191"/>
                  </a:lnTo>
                  <a:lnTo>
                    <a:pt x="2388349" y="2223757"/>
                  </a:lnTo>
                  <a:lnTo>
                    <a:pt x="2388735" y="2223338"/>
                  </a:lnTo>
                  <a:lnTo>
                    <a:pt x="2389133" y="2222934"/>
                  </a:lnTo>
                  <a:lnTo>
                    <a:pt x="2389541" y="2222544"/>
                  </a:lnTo>
                  <a:lnTo>
                    <a:pt x="2389961" y="2222170"/>
                  </a:lnTo>
                  <a:lnTo>
                    <a:pt x="2390392" y="2221810"/>
                  </a:lnTo>
                  <a:lnTo>
                    <a:pt x="2390834" y="2221465"/>
                  </a:lnTo>
                  <a:lnTo>
                    <a:pt x="2391288" y="2221135"/>
                  </a:lnTo>
                  <a:lnTo>
                    <a:pt x="2391765" y="2220808"/>
                  </a:lnTo>
                  <a:lnTo>
                    <a:pt x="2392255" y="2220498"/>
                  </a:lnTo>
                  <a:lnTo>
                    <a:pt x="2392757" y="2220203"/>
                  </a:lnTo>
                  <a:lnTo>
                    <a:pt x="2393272" y="2219925"/>
                  </a:lnTo>
                  <a:lnTo>
                    <a:pt x="2393799" y="2219662"/>
                  </a:lnTo>
                  <a:lnTo>
                    <a:pt x="2394339" y="2219416"/>
                  </a:lnTo>
                  <a:lnTo>
                    <a:pt x="2394890" y="2219186"/>
                  </a:lnTo>
                  <a:lnTo>
                    <a:pt x="2395455" y="2218972"/>
                  </a:lnTo>
                  <a:lnTo>
                    <a:pt x="2396031" y="2218774"/>
                  </a:lnTo>
                  <a:lnTo>
                    <a:pt x="2396621" y="2218593"/>
                  </a:lnTo>
                  <a:lnTo>
                    <a:pt x="2397238" y="2218416"/>
                  </a:lnTo>
                  <a:lnTo>
                    <a:pt x="2397873" y="2218258"/>
                  </a:lnTo>
                  <a:lnTo>
                    <a:pt x="2398527" y="2218118"/>
                  </a:lnTo>
                  <a:lnTo>
                    <a:pt x="2399200" y="2217997"/>
                  </a:lnTo>
                  <a:lnTo>
                    <a:pt x="2399892" y="2217895"/>
                  </a:lnTo>
                  <a:lnTo>
                    <a:pt x="2400602" y="2217811"/>
                  </a:lnTo>
                  <a:lnTo>
                    <a:pt x="2401330" y="2217746"/>
                  </a:lnTo>
                  <a:lnTo>
                    <a:pt x="2402078" y="2217700"/>
                  </a:lnTo>
                  <a:lnTo>
                    <a:pt x="2402843" y="2217672"/>
                  </a:lnTo>
                  <a:lnTo>
                    <a:pt x="2403628" y="2217663"/>
                  </a:lnTo>
                  <a:lnTo>
                    <a:pt x="2405121" y="2217693"/>
                  </a:lnTo>
                  <a:lnTo>
                    <a:pt x="2406550" y="2217784"/>
                  </a:lnTo>
                  <a:lnTo>
                    <a:pt x="2407914" y="2217936"/>
                  </a:lnTo>
                  <a:lnTo>
                    <a:pt x="2409214" y="2218149"/>
                  </a:lnTo>
                  <a:lnTo>
                    <a:pt x="2410449" y="2218422"/>
                  </a:lnTo>
                  <a:lnTo>
                    <a:pt x="2411620" y="2218756"/>
                  </a:lnTo>
                  <a:lnTo>
                    <a:pt x="2412726" y="2219151"/>
                  </a:lnTo>
                  <a:lnTo>
                    <a:pt x="2413768" y="2219607"/>
                  </a:lnTo>
                  <a:lnTo>
                    <a:pt x="2414745" y="2220124"/>
                  </a:lnTo>
                  <a:lnTo>
                    <a:pt x="2415658" y="2220701"/>
                  </a:lnTo>
                  <a:lnTo>
                    <a:pt x="2416524" y="2221345"/>
                  </a:lnTo>
                  <a:lnTo>
                    <a:pt x="2417335" y="2222060"/>
                  </a:lnTo>
                  <a:lnTo>
                    <a:pt x="2418092" y="2222848"/>
                  </a:lnTo>
                  <a:lnTo>
                    <a:pt x="2418794" y="2223707"/>
                  </a:lnTo>
                  <a:lnTo>
                    <a:pt x="2419441" y="2224639"/>
                  </a:lnTo>
                  <a:lnTo>
                    <a:pt x="2420034" y="2225642"/>
                  </a:lnTo>
                  <a:lnTo>
                    <a:pt x="2420572" y="2226718"/>
                  </a:lnTo>
                  <a:lnTo>
                    <a:pt x="2421056" y="2227865"/>
                  </a:lnTo>
                  <a:lnTo>
                    <a:pt x="2421485" y="2229084"/>
                  </a:lnTo>
                  <a:lnTo>
                    <a:pt x="2421859" y="2230375"/>
                  </a:lnTo>
                  <a:lnTo>
                    <a:pt x="2422045" y="2230375"/>
                  </a:lnTo>
                  <a:lnTo>
                    <a:pt x="2422347" y="2229798"/>
                  </a:lnTo>
                  <a:lnTo>
                    <a:pt x="2422656" y="2229231"/>
                  </a:lnTo>
                  <a:lnTo>
                    <a:pt x="2422972" y="2228676"/>
                  </a:lnTo>
                  <a:lnTo>
                    <a:pt x="2423296" y="2228133"/>
                  </a:lnTo>
                  <a:lnTo>
                    <a:pt x="2423627" y="2227600"/>
                  </a:lnTo>
                  <a:lnTo>
                    <a:pt x="2423965" y="2227078"/>
                  </a:lnTo>
                  <a:lnTo>
                    <a:pt x="2424311" y="2226568"/>
                  </a:lnTo>
                  <a:lnTo>
                    <a:pt x="2424665" y="2226069"/>
                  </a:lnTo>
                  <a:lnTo>
                    <a:pt x="2425026" y="2225581"/>
                  </a:lnTo>
                  <a:lnTo>
                    <a:pt x="2425394" y="2225104"/>
                  </a:lnTo>
                  <a:lnTo>
                    <a:pt x="2425772" y="2224640"/>
                  </a:lnTo>
                  <a:lnTo>
                    <a:pt x="2426163" y="2224191"/>
                  </a:lnTo>
                  <a:lnTo>
                    <a:pt x="2426566" y="2223757"/>
                  </a:lnTo>
                  <a:lnTo>
                    <a:pt x="2426982" y="2223338"/>
                  </a:lnTo>
                  <a:lnTo>
                    <a:pt x="2427409" y="2222934"/>
                  </a:lnTo>
                  <a:lnTo>
                    <a:pt x="2427850" y="2222544"/>
                  </a:lnTo>
                  <a:lnTo>
                    <a:pt x="2428302" y="2222170"/>
                  </a:lnTo>
                  <a:lnTo>
                    <a:pt x="2428767" y="2221810"/>
                  </a:lnTo>
                  <a:lnTo>
                    <a:pt x="2429245" y="2221465"/>
                  </a:lnTo>
                  <a:lnTo>
                    <a:pt x="2429735" y="2221135"/>
                  </a:lnTo>
                  <a:lnTo>
                    <a:pt x="2430237" y="2220808"/>
                  </a:lnTo>
                  <a:lnTo>
                    <a:pt x="2430752" y="2220498"/>
                  </a:lnTo>
                  <a:lnTo>
                    <a:pt x="2431279" y="2220203"/>
                  </a:lnTo>
                  <a:lnTo>
                    <a:pt x="2431818" y="2219925"/>
                  </a:lnTo>
                  <a:lnTo>
                    <a:pt x="2432370" y="2219662"/>
                  </a:lnTo>
                  <a:lnTo>
                    <a:pt x="2432935" y="2219416"/>
                  </a:lnTo>
                  <a:lnTo>
                    <a:pt x="2433511" y="2219186"/>
                  </a:lnTo>
                  <a:lnTo>
                    <a:pt x="2434100" y="2218972"/>
                  </a:lnTo>
                  <a:lnTo>
                    <a:pt x="2434702" y="2218774"/>
                  </a:lnTo>
                  <a:lnTo>
                    <a:pt x="2435316" y="2218593"/>
                  </a:lnTo>
                  <a:lnTo>
                    <a:pt x="2435945" y="2218416"/>
                  </a:lnTo>
                  <a:lnTo>
                    <a:pt x="2436591" y="2218258"/>
                  </a:lnTo>
                  <a:lnTo>
                    <a:pt x="2437254" y="2218118"/>
                  </a:lnTo>
                  <a:lnTo>
                    <a:pt x="2437935" y="2217997"/>
                  </a:lnTo>
                  <a:lnTo>
                    <a:pt x="2438634" y="2217895"/>
                  </a:lnTo>
                  <a:lnTo>
                    <a:pt x="2439349" y="2217811"/>
                  </a:lnTo>
                  <a:lnTo>
                    <a:pt x="2440082" y="2217746"/>
                  </a:lnTo>
                  <a:lnTo>
                    <a:pt x="2440832" y="2217700"/>
                  </a:lnTo>
                  <a:lnTo>
                    <a:pt x="2441600" y="2217672"/>
                  </a:lnTo>
                  <a:lnTo>
                    <a:pt x="2442385" y="2217663"/>
                  </a:lnTo>
                  <a:lnTo>
                    <a:pt x="2443388" y="2217676"/>
                  </a:lnTo>
                  <a:lnTo>
                    <a:pt x="2444362" y="2217717"/>
                  </a:lnTo>
                  <a:lnTo>
                    <a:pt x="2445308" y="2217785"/>
                  </a:lnTo>
                  <a:lnTo>
                    <a:pt x="2446225" y="2217881"/>
                  </a:lnTo>
                  <a:lnTo>
                    <a:pt x="2447114" y="2218004"/>
                  </a:lnTo>
                  <a:lnTo>
                    <a:pt x="2447974" y="2218154"/>
                  </a:lnTo>
                  <a:lnTo>
                    <a:pt x="2448805" y="2218331"/>
                  </a:lnTo>
                  <a:lnTo>
                    <a:pt x="2449608" y="2218536"/>
                  </a:lnTo>
                  <a:lnTo>
                    <a:pt x="2450383" y="2218768"/>
                  </a:lnTo>
                  <a:lnTo>
                    <a:pt x="2451129" y="2219027"/>
                  </a:lnTo>
                  <a:lnTo>
                    <a:pt x="2451859" y="2219315"/>
                  </a:lnTo>
                  <a:lnTo>
                    <a:pt x="2452563" y="2219632"/>
                  </a:lnTo>
                  <a:lnTo>
                    <a:pt x="2453239" y="2219979"/>
                  </a:lnTo>
                  <a:lnTo>
                    <a:pt x="2453887" y="2220356"/>
                  </a:lnTo>
                  <a:lnTo>
                    <a:pt x="2454509" y="2220763"/>
                  </a:lnTo>
                  <a:lnTo>
                    <a:pt x="2455103" y="2221200"/>
                  </a:lnTo>
                  <a:lnTo>
                    <a:pt x="2455669" y="2221666"/>
                  </a:lnTo>
                  <a:lnTo>
                    <a:pt x="2456209" y="2222162"/>
                  </a:lnTo>
                  <a:lnTo>
                    <a:pt x="2456721" y="2222688"/>
                  </a:lnTo>
                  <a:lnTo>
                    <a:pt x="2457206" y="2223244"/>
                  </a:lnTo>
                  <a:lnTo>
                    <a:pt x="2457665" y="2223831"/>
                  </a:lnTo>
                  <a:lnTo>
                    <a:pt x="2458099" y="2224452"/>
                  </a:lnTo>
                  <a:lnTo>
                    <a:pt x="2458508" y="2225106"/>
                  </a:lnTo>
                  <a:lnTo>
                    <a:pt x="2458893" y="2225794"/>
                  </a:lnTo>
                  <a:lnTo>
                    <a:pt x="2459252" y="2226515"/>
                  </a:lnTo>
                  <a:lnTo>
                    <a:pt x="2459587" y="2227269"/>
                  </a:lnTo>
                  <a:lnTo>
                    <a:pt x="2459897" y="2228058"/>
                  </a:lnTo>
                  <a:lnTo>
                    <a:pt x="2460183" y="2228879"/>
                  </a:lnTo>
                  <a:lnTo>
                    <a:pt x="2460443" y="2229734"/>
                  </a:lnTo>
                  <a:lnTo>
                    <a:pt x="2460679" y="2230623"/>
                  </a:lnTo>
                  <a:lnTo>
                    <a:pt x="2460891" y="2231533"/>
                  </a:lnTo>
                  <a:lnTo>
                    <a:pt x="2461081" y="2232478"/>
                  </a:lnTo>
                  <a:lnTo>
                    <a:pt x="2461248" y="2233458"/>
                  </a:lnTo>
                  <a:lnTo>
                    <a:pt x="2461393" y="2234473"/>
                  </a:lnTo>
                  <a:lnTo>
                    <a:pt x="2461516" y="2235522"/>
                  </a:lnTo>
                  <a:lnTo>
                    <a:pt x="2461616" y="2236606"/>
                  </a:lnTo>
                  <a:lnTo>
                    <a:pt x="2461694" y="2237725"/>
                  </a:lnTo>
                  <a:lnTo>
                    <a:pt x="2461750" y="2238878"/>
                  </a:lnTo>
                  <a:lnTo>
                    <a:pt x="2461784" y="2240066"/>
                  </a:lnTo>
                  <a:lnTo>
                    <a:pt x="2461795" y="2241289"/>
                  </a:lnTo>
                  <a:lnTo>
                    <a:pt x="2461795" y="2286000"/>
                  </a:lnTo>
                  <a:lnTo>
                    <a:pt x="2450757" y="2286000"/>
                  </a:lnTo>
                  <a:lnTo>
                    <a:pt x="2450757" y="2243459"/>
                  </a:lnTo>
                  <a:lnTo>
                    <a:pt x="2450751" y="2242496"/>
                  </a:lnTo>
                  <a:lnTo>
                    <a:pt x="2450732" y="2241564"/>
                  </a:lnTo>
                  <a:lnTo>
                    <a:pt x="2450701" y="2240665"/>
                  </a:lnTo>
                  <a:lnTo>
                    <a:pt x="2450658" y="2239798"/>
                  </a:lnTo>
                  <a:lnTo>
                    <a:pt x="2450602" y="2238964"/>
                  </a:lnTo>
                  <a:lnTo>
                    <a:pt x="2450534" y="2238161"/>
                  </a:lnTo>
                  <a:lnTo>
                    <a:pt x="2450453" y="2237391"/>
                  </a:lnTo>
                  <a:lnTo>
                    <a:pt x="2450360" y="2236653"/>
                  </a:lnTo>
                  <a:lnTo>
                    <a:pt x="2450255" y="2235947"/>
                  </a:lnTo>
                  <a:lnTo>
                    <a:pt x="2450137" y="2235274"/>
                  </a:lnTo>
                  <a:lnTo>
                    <a:pt x="2450004" y="2234630"/>
                  </a:lnTo>
                  <a:lnTo>
                    <a:pt x="2449854" y="2234011"/>
                  </a:lnTo>
                  <a:lnTo>
                    <a:pt x="2449687" y="2233419"/>
                  </a:lnTo>
                  <a:lnTo>
                    <a:pt x="2449502" y="2232853"/>
                  </a:lnTo>
                  <a:lnTo>
                    <a:pt x="2449300" y="2232313"/>
                  </a:lnTo>
                  <a:lnTo>
                    <a:pt x="2449080" y="2231799"/>
                  </a:lnTo>
                  <a:lnTo>
                    <a:pt x="2448843" y="2231311"/>
                  </a:lnTo>
                  <a:lnTo>
                    <a:pt x="2448589" y="2230849"/>
                  </a:lnTo>
                  <a:lnTo>
                    <a:pt x="2448317" y="2230413"/>
                  </a:lnTo>
                  <a:lnTo>
                    <a:pt x="2448028" y="2230003"/>
                  </a:lnTo>
                  <a:lnTo>
                    <a:pt x="2447734" y="2229606"/>
                  </a:lnTo>
                  <a:lnTo>
                    <a:pt x="2447421" y="2229234"/>
                  </a:lnTo>
                  <a:lnTo>
                    <a:pt x="2447089" y="2228887"/>
                  </a:lnTo>
                  <a:lnTo>
                    <a:pt x="2446738" y="2228564"/>
                  </a:lnTo>
                  <a:lnTo>
                    <a:pt x="2446369" y="2228267"/>
                  </a:lnTo>
                  <a:lnTo>
                    <a:pt x="2445982" y="2227994"/>
                  </a:lnTo>
                  <a:lnTo>
                    <a:pt x="2445576" y="2227746"/>
                  </a:lnTo>
                  <a:lnTo>
                    <a:pt x="2445151" y="2227522"/>
                  </a:lnTo>
                  <a:lnTo>
                    <a:pt x="2444708" y="2227324"/>
                  </a:lnTo>
                  <a:lnTo>
                    <a:pt x="2444246" y="2227150"/>
                  </a:lnTo>
                  <a:lnTo>
                    <a:pt x="2443764" y="2226985"/>
                  </a:lnTo>
                  <a:lnTo>
                    <a:pt x="2443261" y="2226838"/>
                  </a:lnTo>
                  <a:lnTo>
                    <a:pt x="2442737" y="2226708"/>
                  </a:lnTo>
                  <a:lnTo>
                    <a:pt x="2442192" y="2226595"/>
                  </a:lnTo>
                  <a:lnTo>
                    <a:pt x="2441626" y="2226499"/>
                  </a:lnTo>
                  <a:lnTo>
                    <a:pt x="2441038" y="2226421"/>
                  </a:lnTo>
                  <a:lnTo>
                    <a:pt x="2440430" y="2226360"/>
                  </a:lnTo>
                  <a:lnTo>
                    <a:pt x="2439801" y="2226317"/>
                  </a:lnTo>
                  <a:lnTo>
                    <a:pt x="2439150" y="2226291"/>
                  </a:lnTo>
                  <a:lnTo>
                    <a:pt x="2438479" y="2226282"/>
                  </a:lnTo>
                  <a:lnTo>
                    <a:pt x="2437778" y="2226296"/>
                  </a:lnTo>
                  <a:lnTo>
                    <a:pt x="2437092" y="2226337"/>
                  </a:lnTo>
                  <a:lnTo>
                    <a:pt x="2436419" y="2226405"/>
                  </a:lnTo>
                  <a:lnTo>
                    <a:pt x="2435760" y="2226500"/>
                  </a:lnTo>
                  <a:lnTo>
                    <a:pt x="2435114" y="2226623"/>
                  </a:lnTo>
                  <a:lnTo>
                    <a:pt x="2434482" y="2226773"/>
                  </a:lnTo>
                  <a:lnTo>
                    <a:pt x="2433864" y="2226951"/>
                  </a:lnTo>
                  <a:lnTo>
                    <a:pt x="2433260" y="2227155"/>
                  </a:lnTo>
                  <a:lnTo>
                    <a:pt x="2432669" y="2227387"/>
                  </a:lnTo>
                  <a:lnTo>
                    <a:pt x="2432091" y="2227646"/>
                  </a:lnTo>
                  <a:lnTo>
                    <a:pt x="2431529" y="2227920"/>
                  </a:lnTo>
                  <a:lnTo>
                    <a:pt x="2430983" y="2228219"/>
                  </a:lnTo>
                  <a:lnTo>
                    <a:pt x="2430452" y="2228545"/>
                  </a:lnTo>
                  <a:lnTo>
                    <a:pt x="2429938" y="2228897"/>
                  </a:lnTo>
                  <a:lnTo>
                    <a:pt x="2429440" y="2229274"/>
                  </a:lnTo>
                  <a:lnTo>
                    <a:pt x="2428958" y="2229678"/>
                  </a:lnTo>
                  <a:lnTo>
                    <a:pt x="2428493" y="2230108"/>
                  </a:lnTo>
                  <a:lnTo>
                    <a:pt x="2428043" y="2230564"/>
                  </a:lnTo>
                  <a:lnTo>
                    <a:pt x="2427610" y="2231045"/>
                  </a:lnTo>
                  <a:lnTo>
                    <a:pt x="2427192" y="2231553"/>
                  </a:lnTo>
                  <a:lnTo>
                    <a:pt x="2426804" y="2232087"/>
                  </a:lnTo>
                  <a:lnTo>
                    <a:pt x="2426433" y="2232647"/>
                  </a:lnTo>
                  <a:lnTo>
                    <a:pt x="2426080" y="2233233"/>
                  </a:lnTo>
                  <a:lnTo>
                    <a:pt x="2425744" y="2233845"/>
                  </a:lnTo>
                  <a:lnTo>
                    <a:pt x="2425425" y="2234483"/>
                  </a:lnTo>
                  <a:lnTo>
                    <a:pt x="2425124" y="2235147"/>
                  </a:lnTo>
                  <a:lnTo>
                    <a:pt x="2424840" y="2235838"/>
                  </a:lnTo>
                  <a:lnTo>
                    <a:pt x="2424573" y="2236554"/>
                  </a:lnTo>
                  <a:lnTo>
                    <a:pt x="2424324" y="2237296"/>
                  </a:lnTo>
                  <a:lnTo>
                    <a:pt x="2424092" y="2238064"/>
                  </a:lnTo>
                  <a:lnTo>
                    <a:pt x="2423891" y="2238858"/>
                  </a:lnTo>
                  <a:lnTo>
                    <a:pt x="2423712" y="2239677"/>
                  </a:lnTo>
                  <a:lnTo>
                    <a:pt x="2423554" y="2240520"/>
                  </a:lnTo>
                  <a:lnTo>
                    <a:pt x="2423417" y="2241388"/>
                  </a:lnTo>
                  <a:lnTo>
                    <a:pt x="2423301" y="2242281"/>
                  </a:lnTo>
                  <a:lnTo>
                    <a:pt x="2423206" y="2243199"/>
                  </a:lnTo>
                  <a:lnTo>
                    <a:pt x="2423132" y="2244142"/>
                  </a:lnTo>
                  <a:lnTo>
                    <a:pt x="2423080" y="2245109"/>
                  </a:lnTo>
                  <a:lnTo>
                    <a:pt x="2423048" y="2246101"/>
                  </a:lnTo>
                  <a:lnTo>
                    <a:pt x="2423038" y="2247118"/>
                  </a:lnTo>
                  <a:lnTo>
                    <a:pt x="2423038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9" name="ph68"/>
            <p:cNvSpPr/>
            <p:nvPr/>
          </p:nvSpPr>
          <p:spPr>
            <a:xfrm>
              <a:off x="3048880" y="2529296"/>
              <a:ext cx="2459873" cy="2318432"/>
            </a:xfrm>
            <a:custGeom>
              <a:avLst/>
              <a:gdLst/>
              <a:ahLst/>
              <a:cxnLst/>
              <a:rect l="0" t="0" r="0" b="0"/>
              <a:pathLst>
                <a:path w="2459873" h="2318432">
                  <a:moveTo>
                    <a:pt x="2412000" y="2286000"/>
                  </a:moveTo>
                  <a:lnTo>
                    <a:pt x="2412010" y="2287046"/>
                  </a:lnTo>
                  <a:lnTo>
                    <a:pt x="2412042" y="2288076"/>
                  </a:lnTo>
                  <a:lnTo>
                    <a:pt x="2412094" y="2289090"/>
                  </a:lnTo>
                  <a:lnTo>
                    <a:pt x="2412168" y="2290087"/>
                  </a:lnTo>
                  <a:lnTo>
                    <a:pt x="2412263" y="2291069"/>
                  </a:lnTo>
                  <a:lnTo>
                    <a:pt x="2412379" y="2292034"/>
                  </a:lnTo>
                  <a:lnTo>
                    <a:pt x="2412516" y="2292984"/>
                  </a:lnTo>
                  <a:lnTo>
                    <a:pt x="2412674" y="2293917"/>
                  </a:lnTo>
                  <a:lnTo>
                    <a:pt x="2412853" y="2294834"/>
                  </a:lnTo>
                  <a:lnTo>
                    <a:pt x="2413054" y="2295735"/>
                  </a:lnTo>
                  <a:lnTo>
                    <a:pt x="2413288" y="2296604"/>
                  </a:lnTo>
                  <a:lnTo>
                    <a:pt x="2413545" y="2297449"/>
                  </a:lnTo>
                  <a:lnTo>
                    <a:pt x="2413824" y="2298271"/>
                  </a:lnTo>
                  <a:lnTo>
                    <a:pt x="2414125" y="2299069"/>
                  </a:lnTo>
                  <a:lnTo>
                    <a:pt x="2414449" y="2299844"/>
                  </a:lnTo>
                  <a:lnTo>
                    <a:pt x="2414795" y="2300595"/>
                  </a:lnTo>
                  <a:lnTo>
                    <a:pt x="2415163" y="2301322"/>
                  </a:lnTo>
                  <a:lnTo>
                    <a:pt x="2415554" y="2302026"/>
                  </a:lnTo>
                  <a:lnTo>
                    <a:pt x="2415967" y="2302706"/>
                  </a:lnTo>
                  <a:lnTo>
                    <a:pt x="2416402" y="2303363"/>
                  </a:lnTo>
                  <a:lnTo>
                    <a:pt x="2416874" y="2303982"/>
                  </a:lnTo>
                  <a:lnTo>
                    <a:pt x="2417370" y="2304573"/>
                  </a:lnTo>
                  <a:lnTo>
                    <a:pt x="2417891" y="2305138"/>
                  </a:lnTo>
                  <a:lnTo>
                    <a:pt x="2418436" y="2305675"/>
                  </a:lnTo>
                  <a:lnTo>
                    <a:pt x="2419007" y="2306184"/>
                  </a:lnTo>
                  <a:lnTo>
                    <a:pt x="2419602" y="2306667"/>
                  </a:lnTo>
                  <a:lnTo>
                    <a:pt x="2420222" y="2307122"/>
                  </a:lnTo>
                  <a:lnTo>
                    <a:pt x="2420867" y="2307550"/>
                  </a:lnTo>
                  <a:lnTo>
                    <a:pt x="2421537" y="2307950"/>
                  </a:lnTo>
                  <a:lnTo>
                    <a:pt x="2422231" y="2308324"/>
                  </a:lnTo>
                  <a:lnTo>
                    <a:pt x="2422953" y="2308654"/>
                  </a:lnTo>
                  <a:lnTo>
                    <a:pt x="2423702" y="2308949"/>
                  </a:lnTo>
                  <a:lnTo>
                    <a:pt x="2424481" y="2309209"/>
                  </a:lnTo>
                  <a:lnTo>
                    <a:pt x="2425287" y="2309435"/>
                  </a:lnTo>
                  <a:lnTo>
                    <a:pt x="2426123" y="2309626"/>
                  </a:lnTo>
                  <a:lnTo>
                    <a:pt x="2426986" y="2309782"/>
                  </a:lnTo>
                  <a:lnTo>
                    <a:pt x="2427879" y="2309904"/>
                  </a:lnTo>
                  <a:lnTo>
                    <a:pt x="2428800" y="2309991"/>
                  </a:lnTo>
                  <a:lnTo>
                    <a:pt x="2429749" y="2310043"/>
                  </a:lnTo>
                  <a:lnTo>
                    <a:pt x="2430727" y="2310060"/>
                  </a:lnTo>
                  <a:lnTo>
                    <a:pt x="2432149" y="2310031"/>
                  </a:lnTo>
                  <a:lnTo>
                    <a:pt x="2433513" y="2309943"/>
                  </a:lnTo>
                  <a:lnTo>
                    <a:pt x="2434818" y="2309798"/>
                  </a:lnTo>
                  <a:lnTo>
                    <a:pt x="2436065" y="2309594"/>
                  </a:lnTo>
                  <a:lnTo>
                    <a:pt x="2437254" y="2309331"/>
                  </a:lnTo>
                  <a:lnTo>
                    <a:pt x="2438384" y="2309011"/>
                  </a:lnTo>
                  <a:lnTo>
                    <a:pt x="2439456" y="2308632"/>
                  </a:lnTo>
                  <a:lnTo>
                    <a:pt x="2440470" y="2308195"/>
                  </a:lnTo>
                  <a:lnTo>
                    <a:pt x="2441426" y="2307699"/>
                  </a:lnTo>
                  <a:lnTo>
                    <a:pt x="2442323" y="2307145"/>
                  </a:lnTo>
                  <a:lnTo>
                    <a:pt x="2443175" y="2306547"/>
                  </a:lnTo>
                  <a:lnTo>
                    <a:pt x="2443970" y="2305918"/>
                  </a:lnTo>
                  <a:lnTo>
                    <a:pt x="2444708" y="2305257"/>
                  </a:lnTo>
                  <a:lnTo>
                    <a:pt x="2445389" y="2304566"/>
                  </a:lnTo>
                  <a:lnTo>
                    <a:pt x="2446013" y="2303843"/>
                  </a:lnTo>
                  <a:lnTo>
                    <a:pt x="2446580" y="2303090"/>
                  </a:lnTo>
                  <a:lnTo>
                    <a:pt x="2447089" y="2302305"/>
                  </a:lnTo>
                  <a:lnTo>
                    <a:pt x="2447542" y="2301490"/>
                  </a:lnTo>
                  <a:lnTo>
                    <a:pt x="2447938" y="2300644"/>
                  </a:lnTo>
                  <a:lnTo>
                    <a:pt x="2448276" y="2299766"/>
                  </a:lnTo>
                  <a:lnTo>
                    <a:pt x="2458074" y="2302557"/>
                  </a:lnTo>
                  <a:lnTo>
                    <a:pt x="2457855" y="2303115"/>
                  </a:lnTo>
                  <a:lnTo>
                    <a:pt x="2457618" y="2303675"/>
                  </a:lnTo>
                  <a:lnTo>
                    <a:pt x="2457364" y="2304237"/>
                  </a:lnTo>
                  <a:lnTo>
                    <a:pt x="2457092" y="2304799"/>
                  </a:lnTo>
                  <a:lnTo>
                    <a:pt x="2456803" y="2305363"/>
                  </a:lnTo>
                  <a:lnTo>
                    <a:pt x="2456497" y="2305928"/>
                  </a:lnTo>
                  <a:lnTo>
                    <a:pt x="2456173" y="2306494"/>
                  </a:lnTo>
                  <a:lnTo>
                    <a:pt x="2455832" y="2307061"/>
                  </a:lnTo>
                  <a:lnTo>
                    <a:pt x="2455473" y="2307630"/>
                  </a:lnTo>
                  <a:lnTo>
                    <a:pt x="2455098" y="2308200"/>
                  </a:lnTo>
                  <a:lnTo>
                    <a:pt x="2454713" y="2308753"/>
                  </a:lnTo>
                  <a:lnTo>
                    <a:pt x="2454301" y="2309296"/>
                  </a:lnTo>
                  <a:lnTo>
                    <a:pt x="2453864" y="2309829"/>
                  </a:lnTo>
                  <a:lnTo>
                    <a:pt x="2453401" y="2310353"/>
                  </a:lnTo>
                  <a:lnTo>
                    <a:pt x="2452912" y="2310866"/>
                  </a:lnTo>
                  <a:lnTo>
                    <a:pt x="2452396" y="2311370"/>
                  </a:lnTo>
                  <a:lnTo>
                    <a:pt x="2451855" y="2311863"/>
                  </a:lnTo>
                  <a:lnTo>
                    <a:pt x="2451288" y="2312347"/>
                  </a:lnTo>
                  <a:lnTo>
                    <a:pt x="2450694" y="2312821"/>
                  </a:lnTo>
                  <a:lnTo>
                    <a:pt x="2450075" y="2313285"/>
                  </a:lnTo>
                  <a:lnTo>
                    <a:pt x="2449426" y="2313724"/>
                  </a:lnTo>
                  <a:lnTo>
                    <a:pt x="2448745" y="2314148"/>
                  </a:lnTo>
                  <a:lnTo>
                    <a:pt x="2448032" y="2314557"/>
                  </a:lnTo>
                  <a:lnTo>
                    <a:pt x="2447287" y="2314952"/>
                  </a:lnTo>
                  <a:lnTo>
                    <a:pt x="2446509" y="2315331"/>
                  </a:lnTo>
                  <a:lnTo>
                    <a:pt x="2445699" y="2315696"/>
                  </a:lnTo>
                  <a:lnTo>
                    <a:pt x="2444857" y="2316045"/>
                  </a:lnTo>
                  <a:lnTo>
                    <a:pt x="2443983" y="2316380"/>
                  </a:lnTo>
                  <a:lnTo>
                    <a:pt x="2443076" y="2316700"/>
                  </a:lnTo>
                  <a:lnTo>
                    <a:pt x="2442137" y="2317005"/>
                  </a:lnTo>
                  <a:lnTo>
                    <a:pt x="2441175" y="2317276"/>
                  </a:lnTo>
                  <a:lnTo>
                    <a:pt x="2440173" y="2317519"/>
                  </a:lnTo>
                  <a:lnTo>
                    <a:pt x="2439131" y="2317733"/>
                  </a:lnTo>
                  <a:lnTo>
                    <a:pt x="2438049" y="2317918"/>
                  </a:lnTo>
                  <a:lnTo>
                    <a:pt x="2436928" y="2318075"/>
                  </a:lnTo>
                  <a:lnTo>
                    <a:pt x="2435767" y="2318203"/>
                  </a:lnTo>
                  <a:lnTo>
                    <a:pt x="2434567" y="2318303"/>
                  </a:lnTo>
                  <a:lnTo>
                    <a:pt x="2433327" y="2318375"/>
                  </a:lnTo>
                  <a:lnTo>
                    <a:pt x="2432047" y="2318417"/>
                  </a:lnTo>
                  <a:lnTo>
                    <a:pt x="2430727" y="2318432"/>
                  </a:lnTo>
                  <a:lnTo>
                    <a:pt x="2427821" y="2318343"/>
                  </a:lnTo>
                  <a:lnTo>
                    <a:pt x="2425057" y="2318077"/>
                  </a:lnTo>
                  <a:lnTo>
                    <a:pt x="2422434" y="2317634"/>
                  </a:lnTo>
                  <a:lnTo>
                    <a:pt x="2419952" y="2317013"/>
                  </a:lnTo>
                  <a:lnTo>
                    <a:pt x="2417612" y="2316215"/>
                  </a:lnTo>
                  <a:lnTo>
                    <a:pt x="2415413" y="2315239"/>
                  </a:lnTo>
                  <a:lnTo>
                    <a:pt x="2413355" y="2314086"/>
                  </a:lnTo>
                  <a:lnTo>
                    <a:pt x="2411439" y="2312756"/>
                  </a:lnTo>
                  <a:lnTo>
                    <a:pt x="2409664" y="2311249"/>
                  </a:lnTo>
                  <a:lnTo>
                    <a:pt x="2408031" y="2309564"/>
                  </a:lnTo>
                  <a:lnTo>
                    <a:pt x="2406558" y="2307704"/>
                  </a:lnTo>
                  <a:lnTo>
                    <a:pt x="2405240" y="2305672"/>
                  </a:lnTo>
                  <a:lnTo>
                    <a:pt x="2404078" y="2303468"/>
                  </a:lnTo>
                  <a:lnTo>
                    <a:pt x="2403070" y="2301091"/>
                  </a:lnTo>
                  <a:lnTo>
                    <a:pt x="2402217" y="2298541"/>
                  </a:lnTo>
                  <a:lnTo>
                    <a:pt x="2401520" y="2295820"/>
                  </a:lnTo>
                  <a:lnTo>
                    <a:pt x="2400977" y="2292926"/>
                  </a:lnTo>
                  <a:lnTo>
                    <a:pt x="2400589" y="2289859"/>
                  </a:lnTo>
                  <a:lnTo>
                    <a:pt x="2400357" y="2286620"/>
                  </a:lnTo>
                  <a:lnTo>
                    <a:pt x="2400279" y="2283209"/>
                  </a:lnTo>
                  <a:lnTo>
                    <a:pt x="2400303" y="2281353"/>
                  </a:lnTo>
                  <a:lnTo>
                    <a:pt x="2400374" y="2279555"/>
                  </a:lnTo>
                  <a:lnTo>
                    <a:pt x="2400491" y="2277816"/>
                  </a:lnTo>
                  <a:lnTo>
                    <a:pt x="2400656" y="2276135"/>
                  </a:lnTo>
                  <a:lnTo>
                    <a:pt x="2400868" y="2274512"/>
                  </a:lnTo>
                  <a:lnTo>
                    <a:pt x="2401128" y="2272947"/>
                  </a:lnTo>
                  <a:lnTo>
                    <a:pt x="2401434" y="2271441"/>
                  </a:lnTo>
                  <a:lnTo>
                    <a:pt x="2401787" y="2269993"/>
                  </a:lnTo>
                  <a:lnTo>
                    <a:pt x="2402188" y="2268603"/>
                  </a:lnTo>
                  <a:lnTo>
                    <a:pt x="2402636" y="2267272"/>
                  </a:lnTo>
                  <a:lnTo>
                    <a:pt x="2403124" y="2265982"/>
                  </a:lnTo>
                  <a:lnTo>
                    <a:pt x="2403648" y="2264742"/>
                  </a:lnTo>
                  <a:lnTo>
                    <a:pt x="2404206" y="2263551"/>
                  </a:lnTo>
                  <a:lnTo>
                    <a:pt x="2404799" y="2262410"/>
                  </a:lnTo>
                  <a:lnTo>
                    <a:pt x="2405426" y="2261319"/>
                  </a:lnTo>
                  <a:lnTo>
                    <a:pt x="2406089" y="2260277"/>
                  </a:lnTo>
                  <a:lnTo>
                    <a:pt x="2406786" y="2259285"/>
                  </a:lnTo>
                  <a:lnTo>
                    <a:pt x="2407517" y="2258342"/>
                  </a:lnTo>
                  <a:lnTo>
                    <a:pt x="2408284" y="2257449"/>
                  </a:lnTo>
                  <a:lnTo>
                    <a:pt x="2409085" y="2256606"/>
                  </a:lnTo>
                  <a:lnTo>
                    <a:pt x="2409917" y="2255810"/>
                  </a:lnTo>
                  <a:lnTo>
                    <a:pt x="2410777" y="2255061"/>
                  </a:lnTo>
                  <a:lnTo>
                    <a:pt x="2411663" y="2254357"/>
                  </a:lnTo>
                  <a:lnTo>
                    <a:pt x="2412577" y="2253699"/>
                  </a:lnTo>
                  <a:lnTo>
                    <a:pt x="2413519" y="2253087"/>
                  </a:lnTo>
                  <a:lnTo>
                    <a:pt x="2414487" y="2252521"/>
                  </a:lnTo>
                  <a:lnTo>
                    <a:pt x="2415483" y="2252000"/>
                  </a:lnTo>
                  <a:lnTo>
                    <a:pt x="2416507" y="2251526"/>
                  </a:lnTo>
                  <a:lnTo>
                    <a:pt x="2417557" y="2251097"/>
                  </a:lnTo>
                  <a:lnTo>
                    <a:pt x="2418635" y="2250715"/>
                  </a:lnTo>
                  <a:lnTo>
                    <a:pt x="2419734" y="2250361"/>
                  </a:lnTo>
                  <a:lnTo>
                    <a:pt x="2420847" y="2250045"/>
                  </a:lnTo>
                  <a:lnTo>
                    <a:pt x="2421976" y="2249766"/>
                  </a:lnTo>
                  <a:lnTo>
                    <a:pt x="2423119" y="2249524"/>
                  </a:lnTo>
                  <a:lnTo>
                    <a:pt x="2424278" y="2249320"/>
                  </a:lnTo>
                  <a:lnTo>
                    <a:pt x="2425451" y="2249152"/>
                  </a:lnTo>
                  <a:lnTo>
                    <a:pt x="2426639" y="2249022"/>
                  </a:lnTo>
                  <a:lnTo>
                    <a:pt x="2427842" y="2248929"/>
                  </a:lnTo>
                  <a:lnTo>
                    <a:pt x="2429060" y="2248873"/>
                  </a:lnTo>
                  <a:lnTo>
                    <a:pt x="2430293" y="2248854"/>
                  </a:lnTo>
                  <a:lnTo>
                    <a:pt x="2431952" y="2248882"/>
                  </a:lnTo>
                  <a:lnTo>
                    <a:pt x="2433555" y="2248964"/>
                  </a:lnTo>
                  <a:lnTo>
                    <a:pt x="2435102" y="2249100"/>
                  </a:lnTo>
                  <a:lnTo>
                    <a:pt x="2436593" y="2249291"/>
                  </a:lnTo>
                  <a:lnTo>
                    <a:pt x="2438029" y="2249537"/>
                  </a:lnTo>
                  <a:lnTo>
                    <a:pt x="2439409" y="2249837"/>
                  </a:lnTo>
                  <a:lnTo>
                    <a:pt x="2440733" y="2250191"/>
                  </a:lnTo>
                  <a:lnTo>
                    <a:pt x="2442001" y="2250601"/>
                  </a:lnTo>
                  <a:lnTo>
                    <a:pt x="2443213" y="2251065"/>
                  </a:lnTo>
                  <a:lnTo>
                    <a:pt x="2444370" y="2251583"/>
                  </a:lnTo>
                  <a:lnTo>
                    <a:pt x="2445488" y="2252150"/>
                  </a:lnTo>
                  <a:lnTo>
                    <a:pt x="2446560" y="2252759"/>
                  </a:lnTo>
                  <a:lnTo>
                    <a:pt x="2447586" y="2253410"/>
                  </a:lnTo>
                  <a:lnTo>
                    <a:pt x="2448567" y="2254103"/>
                  </a:lnTo>
                  <a:lnTo>
                    <a:pt x="2449501" y="2254839"/>
                  </a:lnTo>
                  <a:lnTo>
                    <a:pt x="2450390" y="2255616"/>
                  </a:lnTo>
                  <a:lnTo>
                    <a:pt x="2451232" y="2256436"/>
                  </a:lnTo>
                  <a:lnTo>
                    <a:pt x="2452029" y="2257298"/>
                  </a:lnTo>
                  <a:lnTo>
                    <a:pt x="2452780" y="2258202"/>
                  </a:lnTo>
                  <a:lnTo>
                    <a:pt x="2453485" y="2259148"/>
                  </a:lnTo>
                  <a:lnTo>
                    <a:pt x="2454159" y="2260121"/>
                  </a:lnTo>
                  <a:lnTo>
                    <a:pt x="2454793" y="2261128"/>
                  </a:lnTo>
                  <a:lnTo>
                    <a:pt x="2455385" y="2262170"/>
                  </a:lnTo>
                  <a:lnTo>
                    <a:pt x="2455936" y="2263246"/>
                  </a:lnTo>
                  <a:lnTo>
                    <a:pt x="2456446" y="2264357"/>
                  </a:lnTo>
                  <a:lnTo>
                    <a:pt x="2456916" y="2265503"/>
                  </a:lnTo>
                  <a:lnTo>
                    <a:pt x="2457344" y="2266684"/>
                  </a:lnTo>
                  <a:lnTo>
                    <a:pt x="2457732" y="2267900"/>
                  </a:lnTo>
                  <a:lnTo>
                    <a:pt x="2458079" y="2269150"/>
                  </a:lnTo>
                  <a:lnTo>
                    <a:pt x="2458384" y="2270435"/>
                  </a:lnTo>
                  <a:lnTo>
                    <a:pt x="2458667" y="2271747"/>
                  </a:lnTo>
                  <a:lnTo>
                    <a:pt x="2458920" y="2273081"/>
                  </a:lnTo>
                  <a:lnTo>
                    <a:pt x="2459143" y="2274436"/>
                  </a:lnTo>
                  <a:lnTo>
                    <a:pt x="2459337" y="2275812"/>
                  </a:lnTo>
                  <a:lnTo>
                    <a:pt x="2459500" y="2277209"/>
                  </a:lnTo>
                  <a:lnTo>
                    <a:pt x="2459634" y="2278628"/>
                  </a:lnTo>
                  <a:lnTo>
                    <a:pt x="2459739" y="2280067"/>
                  </a:lnTo>
                  <a:lnTo>
                    <a:pt x="2459813" y="2281527"/>
                  </a:lnTo>
                  <a:lnTo>
                    <a:pt x="2459858" y="2283009"/>
                  </a:lnTo>
                  <a:lnTo>
                    <a:pt x="2459873" y="2284511"/>
                  </a:lnTo>
                  <a:lnTo>
                    <a:pt x="2459873" y="2286000"/>
                  </a:lnTo>
                  <a:close/>
                  <a:moveTo>
                    <a:pt x="2448338" y="2277442"/>
                  </a:moveTo>
                  <a:lnTo>
                    <a:pt x="2448117" y="2275379"/>
                  </a:lnTo>
                  <a:lnTo>
                    <a:pt x="2447825" y="2273431"/>
                  </a:lnTo>
                  <a:lnTo>
                    <a:pt x="2447462" y="2271599"/>
                  </a:lnTo>
                  <a:lnTo>
                    <a:pt x="2447029" y="2269881"/>
                  </a:lnTo>
                  <a:lnTo>
                    <a:pt x="2446525" y="2268280"/>
                  </a:lnTo>
                  <a:lnTo>
                    <a:pt x="2445950" y="2266793"/>
                  </a:lnTo>
                  <a:lnTo>
                    <a:pt x="2445304" y="2265422"/>
                  </a:lnTo>
                  <a:lnTo>
                    <a:pt x="2444588" y="2264166"/>
                  </a:lnTo>
                  <a:lnTo>
                    <a:pt x="2443801" y="2263026"/>
                  </a:lnTo>
                  <a:lnTo>
                    <a:pt x="2442943" y="2262001"/>
                  </a:lnTo>
                  <a:lnTo>
                    <a:pt x="2442011" y="2261070"/>
                  </a:lnTo>
                  <a:lnTo>
                    <a:pt x="2441001" y="2260237"/>
                  </a:lnTo>
                  <a:lnTo>
                    <a:pt x="2439913" y="2259503"/>
                  </a:lnTo>
                  <a:lnTo>
                    <a:pt x="2438746" y="2258866"/>
                  </a:lnTo>
                  <a:lnTo>
                    <a:pt x="2437502" y="2258327"/>
                  </a:lnTo>
                  <a:lnTo>
                    <a:pt x="2436179" y="2257886"/>
                  </a:lnTo>
                  <a:lnTo>
                    <a:pt x="2434778" y="2257543"/>
                  </a:lnTo>
                  <a:lnTo>
                    <a:pt x="2433299" y="2257298"/>
                  </a:lnTo>
                  <a:lnTo>
                    <a:pt x="2431742" y="2257151"/>
                  </a:lnTo>
                  <a:lnTo>
                    <a:pt x="2430107" y="2257102"/>
                  </a:lnTo>
                  <a:lnTo>
                    <a:pt x="2429546" y="2257111"/>
                  </a:lnTo>
                  <a:lnTo>
                    <a:pt x="2428978" y="2257139"/>
                  </a:lnTo>
                  <a:lnTo>
                    <a:pt x="2428405" y="2257186"/>
                  </a:lnTo>
                  <a:lnTo>
                    <a:pt x="2427825" y="2257251"/>
                  </a:lnTo>
                  <a:lnTo>
                    <a:pt x="2427239" y="2257335"/>
                  </a:lnTo>
                  <a:lnTo>
                    <a:pt x="2426647" y="2257437"/>
                  </a:lnTo>
                  <a:lnTo>
                    <a:pt x="2426048" y="2257558"/>
                  </a:lnTo>
                  <a:lnTo>
                    <a:pt x="2425444" y="2257697"/>
                  </a:lnTo>
                  <a:lnTo>
                    <a:pt x="2424833" y="2257855"/>
                  </a:lnTo>
                  <a:lnTo>
                    <a:pt x="2424216" y="2258032"/>
                  </a:lnTo>
                  <a:lnTo>
                    <a:pt x="2423612" y="2258220"/>
                  </a:lnTo>
                  <a:lnTo>
                    <a:pt x="2423018" y="2258437"/>
                  </a:lnTo>
                  <a:lnTo>
                    <a:pt x="2422432" y="2258681"/>
                  </a:lnTo>
                  <a:lnTo>
                    <a:pt x="2421854" y="2258955"/>
                  </a:lnTo>
                  <a:lnTo>
                    <a:pt x="2421286" y="2259257"/>
                  </a:lnTo>
                  <a:lnTo>
                    <a:pt x="2420726" y="2259587"/>
                  </a:lnTo>
                  <a:lnTo>
                    <a:pt x="2420175" y="2259947"/>
                  </a:lnTo>
                  <a:lnTo>
                    <a:pt x="2419632" y="2260334"/>
                  </a:lnTo>
                  <a:lnTo>
                    <a:pt x="2419098" y="2260750"/>
                  </a:lnTo>
                  <a:lnTo>
                    <a:pt x="2418573" y="2261195"/>
                  </a:lnTo>
                  <a:lnTo>
                    <a:pt x="2418060" y="2261670"/>
                  </a:lnTo>
                  <a:lnTo>
                    <a:pt x="2417563" y="2262180"/>
                  </a:lnTo>
                  <a:lnTo>
                    <a:pt x="2417083" y="2262722"/>
                  </a:lnTo>
                  <a:lnTo>
                    <a:pt x="2416618" y="2263298"/>
                  </a:lnTo>
                  <a:lnTo>
                    <a:pt x="2416170" y="2263908"/>
                  </a:lnTo>
                  <a:lnTo>
                    <a:pt x="2415738" y="2264551"/>
                  </a:lnTo>
                  <a:lnTo>
                    <a:pt x="2415321" y="2265227"/>
                  </a:lnTo>
                  <a:lnTo>
                    <a:pt x="2414921" y="2265937"/>
                  </a:lnTo>
                  <a:lnTo>
                    <a:pt x="2414538" y="2266681"/>
                  </a:lnTo>
                  <a:lnTo>
                    <a:pt x="2414170" y="2267458"/>
                  </a:lnTo>
                  <a:lnTo>
                    <a:pt x="2413826" y="2268261"/>
                  </a:lnTo>
                  <a:lnTo>
                    <a:pt x="2413513" y="2269108"/>
                  </a:lnTo>
                  <a:lnTo>
                    <a:pt x="2413230" y="2269997"/>
                  </a:lnTo>
                  <a:lnTo>
                    <a:pt x="2412979" y="2270931"/>
                  </a:lnTo>
                  <a:lnTo>
                    <a:pt x="2412759" y="2271907"/>
                  </a:lnTo>
                  <a:lnTo>
                    <a:pt x="2412570" y="2272927"/>
                  </a:lnTo>
                  <a:lnTo>
                    <a:pt x="2412412" y="2273991"/>
                  </a:lnTo>
                  <a:lnTo>
                    <a:pt x="2412285" y="2275098"/>
                  </a:lnTo>
                  <a:lnTo>
                    <a:pt x="2412189" y="2276248"/>
                  </a:lnTo>
                  <a:lnTo>
                    <a:pt x="2412124" y="2277442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0" name="ph69"/>
            <p:cNvSpPr/>
            <p:nvPr/>
          </p:nvSpPr>
          <p:spPr>
            <a:xfrm>
              <a:off x="3153556" y="2560488"/>
              <a:ext cx="2423224" cy="2286000"/>
            </a:xfrm>
            <a:custGeom>
              <a:avLst/>
              <a:gdLst/>
              <a:ahLst/>
              <a:cxnLst/>
              <a:rect l="0" t="0" r="0" b="0"/>
              <a:pathLst>
                <a:path w="2423224" h="2286000">
                  <a:moveTo>
                    <a:pt x="2412000" y="2286000"/>
                  </a:moveTo>
                  <a:lnTo>
                    <a:pt x="2412000" y="2243459"/>
                  </a:lnTo>
                  <a:lnTo>
                    <a:pt x="2411992" y="2242496"/>
                  </a:lnTo>
                  <a:lnTo>
                    <a:pt x="2411970" y="2241564"/>
                  </a:lnTo>
                  <a:lnTo>
                    <a:pt x="2411933" y="2240665"/>
                  </a:lnTo>
                  <a:lnTo>
                    <a:pt x="2411880" y="2239798"/>
                  </a:lnTo>
                  <a:lnTo>
                    <a:pt x="2411813" y="2238964"/>
                  </a:lnTo>
                  <a:lnTo>
                    <a:pt x="2411732" y="2238161"/>
                  </a:lnTo>
                  <a:lnTo>
                    <a:pt x="2411635" y="2237391"/>
                  </a:lnTo>
                  <a:lnTo>
                    <a:pt x="2411523" y="2236653"/>
                  </a:lnTo>
                  <a:lnTo>
                    <a:pt x="2411397" y="2235947"/>
                  </a:lnTo>
                  <a:lnTo>
                    <a:pt x="2411255" y="2235274"/>
                  </a:lnTo>
                  <a:lnTo>
                    <a:pt x="2411110" y="2234630"/>
                  </a:lnTo>
                  <a:lnTo>
                    <a:pt x="2410945" y="2234011"/>
                  </a:lnTo>
                  <a:lnTo>
                    <a:pt x="2410762" y="2233419"/>
                  </a:lnTo>
                  <a:lnTo>
                    <a:pt x="2410561" y="2232853"/>
                  </a:lnTo>
                  <a:lnTo>
                    <a:pt x="2410341" y="2232313"/>
                  </a:lnTo>
                  <a:lnTo>
                    <a:pt x="2410102" y="2231799"/>
                  </a:lnTo>
                  <a:lnTo>
                    <a:pt x="2409845" y="2231311"/>
                  </a:lnTo>
                  <a:lnTo>
                    <a:pt x="2409569" y="2230849"/>
                  </a:lnTo>
                  <a:lnTo>
                    <a:pt x="2409274" y="2230413"/>
                  </a:lnTo>
                  <a:lnTo>
                    <a:pt x="2408961" y="2230003"/>
                  </a:lnTo>
                  <a:lnTo>
                    <a:pt x="2408628" y="2229606"/>
                  </a:lnTo>
                  <a:lnTo>
                    <a:pt x="2408274" y="2229234"/>
                  </a:lnTo>
                  <a:lnTo>
                    <a:pt x="2407899" y="2228887"/>
                  </a:lnTo>
                  <a:lnTo>
                    <a:pt x="2407502" y="2228564"/>
                  </a:lnTo>
                  <a:lnTo>
                    <a:pt x="2407085" y="2228267"/>
                  </a:lnTo>
                  <a:lnTo>
                    <a:pt x="2406647" y="2227994"/>
                  </a:lnTo>
                  <a:lnTo>
                    <a:pt x="2406187" y="2227746"/>
                  </a:lnTo>
                  <a:lnTo>
                    <a:pt x="2405707" y="2227522"/>
                  </a:lnTo>
                  <a:lnTo>
                    <a:pt x="2405205" y="2227324"/>
                  </a:lnTo>
                  <a:lnTo>
                    <a:pt x="2404682" y="2227150"/>
                  </a:lnTo>
                  <a:lnTo>
                    <a:pt x="2404148" y="2226985"/>
                  </a:lnTo>
                  <a:lnTo>
                    <a:pt x="2403588" y="2226838"/>
                  </a:lnTo>
                  <a:lnTo>
                    <a:pt x="2403002" y="2226708"/>
                  </a:lnTo>
                  <a:lnTo>
                    <a:pt x="2402390" y="2226595"/>
                  </a:lnTo>
                  <a:lnTo>
                    <a:pt x="2401752" y="2226499"/>
                  </a:lnTo>
                  <a:lnTo>
                    <a:pt x="2401088" y="2226421"/>
                  </a:lnTo>
                  <a:lnTo>
                    <a:pt x="2400398" y="2226360"/>
                  </a:lnTo>
                  <a:lnTo>
                    <a:pt x="2399681" y="2226317"/>
                  </a:lnTo>
                  <a:lnTo>
                    <a:pt x="2398939" y="2226291"/>
                  </a:lnTo>
                  <a:lnTo>
                    <a:pt x="2398171" y="2226282"/>
                  </a:lnTo>
                  <a:lnTo>
                    <a:pt x="2397385" y="2226296"/>
                  </a:lnTo>
                  <a:lnTo>
                    <a:pt x="2396613" y="2226339"/>
                  </a:lnTo>
                  <a:lnTo>
                    <a:pt x="2395857" y="2226411"/>
                  </a:lnTo>
                  <a:lnTo>
                    <a:pt x="2395115" y="2226510"/>
                  </a:lnTo>
                  <a:lnTo>
                    <a:pt x="2394388" y="2226639"/>
                  </a:lnTo>
                  <a:lnTo>
                    <a:pt x="2393676" y="2226796"/>
                  </a:lnTo>
                  <a:lnTo>
                    <a:pt x="2392979" y="2226981"/>
                  </a:lnTo>
                  <a:lnTo>
                    <a:pt x="2392297" y="2227195"/>
                  </a:lnTo>
                  <a:lnTo>
                    <a:pt x="2391630" y="2227437"/>
                  </a:lnTo>
                  <a:lnTo>
                    <a:pt x="2390978" y="2227708"/>
                  </a:lnTo>
                  <a:lnTo>
                    <a:pt x="2390354" y="2227994"/>
                  </a:lnTo>
                  <a:lnTo>
                    <a:pt x="2389747" y="2228306"/>
                  </a:lnTo>
                  <a:lnTo>
                    <a:pt x="2389158" y="2228644"/>
                  </a:lnTo>
                  <a:lnTo>
                    <a:pt x="2388586" y="2229008"/>
                  </a:lnTo>
                  <a:lnTo>
                    <a:pt x="2388032" y="2229398"/>
                  </a:lnTo>
                  <a:lnTo>
                    <a:pt x="2387495" y="2229814"/>
                  </a:lnTo>
                  <a:lnTo>
                    <a:pt x="2386975" y="2230257"/>
                  </a:lnTo>
                  <a:lnTo>
                    <a:pt x="2386473" y="2230725"/>
                  </a:lnTo>
                  <a:lnTo>
                    <a:pt x="2385988" y="2231219"/>
                  </a:lnTo>
                  <a:lnTo>
                    <a:pt x="2385520" y="2231739"/>
                  </a:lnTo>
                  <a:lnTo>
                    <a:pt x="2385084" y="2232273"/>
                  </a:lnTo>
                  <a:lnTo>
                    <a:pt x="2384667" y="2232833"/>
                  </a:lnTo>
                  <a:lnTo>
                    <a:pt x="2384270" y="2233419"/>
                  </a:lnTo>
                  <a:lnTo>
                    <a:pt x="2383893" y="2234031"/>
                  </a:lnTo>
                  <a:lnTo>
                    <a:pt x="2383536" y="2234669"/>
                  </a:lnTo>
                  <a:lnTo>
                    <a:pt x="2383199" y="2235333"/>
                  </a:lnTo>
                  <a:lnTo>
                    <a:pt x="2382881" y="2236024"/>
                  </a:lnTo>
                  <a:lnTo>
                    <a:pt x="2382584" y="2236740"/>
                  </a:lnTo>
                  <a:lnTo>
                    <a:pt x="2382306" y="2237482"/>
                  </a:lnTo>
                  <a:lnTo>
                    <a:pt x="2382048" y="2238250"/>
                  </a:lnTo>
                  <a:lnTo>
                    <a:pt x="2381812" y="2239031"/>
                  </a:lnTo>
                  <a:lnTo>
                    <a:pt x="2381601" y="2239835"/>
                  </a:lnTo>
                  <a:lnTo>
                    <a:pt x="2381415" y="2240663"/>
                  </a:lnTo>
                  <a:lnTo>
                    <a:pt x="2381254" y="2241515"/>
                  </a:lnTo>
                  <a:lnTo>
                    <a:pt x="2381118" y="2242390"/>
                  </a:lnTo>
                  <a:lnTo>
                    <a:pt x="2381006" y="2243288"/>
                  </a:lnTo>
                  <a:lnTo>
                    <a:pt x="2380919" y="2244210"/>
                  </a:lnTo>
                  <a:lnTo>
                    <a:pt x="2380857" y="2245156"/>
                  </a:lnTo>
                  <a:lnTo>
                    <a:pt x="2380820" y="2246125"/>
                  </a:lnTo>
                  <a:lnTo>
                    <a:pt x="2380808" y="2247118"/>
                  </a:lnTo>
                  <a:lnTo>
                    <a:pt x="2380808" y="2286000"/>
                  </a:lnTo>
                  <a:lnTo>
                    <a:pt x="2369645" y="2286000"/>
                  </a:lnTo>
                  <a:lnTo>
                    <a:pt x="2369645" y="2233228"/>
                  </a:lnTo>
                  <a:lnTo>
                    <a:pt x="2369645" y="2232804"/>
                  </a:lnTo>
                  <a:lnTo>
                    <a:pt x="2369643" y="2232377"/>
                  </a:lnTo>
                  <a:lnTo>
                    <a:pt x="2369640" y="2231946"/>
                  </a:lnTo>
                  <a:lnTo>
                    <a:pt x="2369636" y="2231511"/>
                  </a:lnTo>
                  <a:lnTo>
                    <a:pt x="2369630" y="2231073"/>
                  </a:lnTo>
                  <a:lnTo>
                    <a:pt x="2369623" y="2230630"/>
                  </a:lnTo>
                  <a:lnTo>
                    <a:pt x="2369615" y="2230185"/>
                  </a:lnTo>
                  <a:lnTo>
                    <a:pt x="2369606" y="2229735"/>
                  </a:lnTo>
                  <a:lnTo>
                    <a:pt x="2369595" y="2229282"/>
                  </a:lnTo>
                  <a:lnTo>
                    <a:pt x="2369583" y="2228825"/>
                  </a:lnTo>
                  <a:lnTo>
                    <a:pt x="2369583" y="2228357"/>
                  </a:lnTo>
                  <a:lnTo>
                    <a:pt x="2369581" y="2227895"/>
                  </a:lnTo>
                  <a:lnTo>
                    <a:pt x="2369578" y="2227439"/>
                  </a:lnTo>
                  <a:lnTo>
                    <a:pt x="2369574" y="2226989"/>
                  </a:lnTo>
                  <a:lnTo>
                    <a:pt x="2369568" y="2226546"/>
                  </a:lnTo>
                  <a:lnTo>
                    <a:pt x="2369561" y="2226109"/>
                  </a:lnTo>
                  <a:lnTo>
                    <a:pt x="2369553" y="2225678"/>
                  </a:lnTo>
                  <a:lnTo>
                    <a:pt x="2369544" y="2225253"/>
                  </a:lnTo>
                  <a:lnTo>
                    <a:pt x="2369533" y="2224834"/>
                  </a:lnTo>
                  <a:lnTo>
                    <a:pt x="2369521" y="2224422"/>
                  </a:lnTo>
                  <a:lnTo>
                    <a:pt x="2369509" y="2224006"/>
                  </a:lnTo>
                  <a:lnTo>
                    <a:pt x="2369497" y="2223603"/>
                  </a:lnTo>
                  <a:lnTo>
                    <a:pt x="2369484" y="2223213"/>
                  </a:lnTo>
                  <a:lnTo>
                    <a:pt x="2369472" y="2222834"/>
                  </a:lnTo>
                  <a:lnTo>
                    <a:pt x="2369459" y="2222468"/>
                  </a:lnTo>
                  <a:lnTo>
                    <a:pt x="2369447" y="2222115"/>
                  </a:lnTo>
                  <a:lnTo>
                    <a:pt x="2369435" y="2221774"/>
                  </a:lnTo>
                  <a:lnTo>
                    <a:pt x="2369422" y="2221445"/>
                  </a:lnTo>
                  <a:lnTo>
                    <a:pt x="2369410" y="2221129"/>
                  </a:lnTo>
                  <a:lnTo>
                    <a:pt x="2369397" y="2220825"/>
                  </a:lnTo>
                  <a:lnTo>
                    <a:pt x="2369385" y="2220538"/>
                  </a:lnTo>
                  <a:lnTo>
                    <a:pt x="2369373" y="2220272"/>
                  </a:lnTo>
                  <a:lnTo>
                    <a:pt x="2369360" y="2220027"/>
                  </a:lnTo>
                  <a:lnTo>
                    <a:pt x="2369348" y="2219803"/>
                  </a:lnTo>
                  <a:lnTo>
                    <a:pt x="2369335" y="2219600"/>
                  </a:lnTo>
                  <a:lnTo>
                    <a:pt x="2369323" y="2219419"/>
                  </a:lnTo>
                  <a:lnTo>
                    <a:pt x="2369311" y="2219258"/>
                  </a:lnTo>
                  <a:lnTo>
                    <a:pt x="2369273" y="2218903"/>
                  </a:lnTo>
                  <a:lnTo>
                    <a:pt x="2379853" y="2219184"/>
                  </a:lnTo>
                  <a:lnTo>
                    <a:pt x="2379865" y="2219320"/>
                  </a:lnTo>
                  <a:lnTo>
                    <a:pt x="2379877" y="2219476"/>
                  </a:lnTo>
                  <a:lnTo>
                    <a:pt x="2379890" y="2219654"/>
                  </a:lnTo>
                  <a:lnTo>
                    <a:pt x="2379902" y="2219853"/>
                  </a:lnTo>
                  <a:lnTo>
                    <a:pt x="2379915" y="2220074"/>
                  </a:lnTo>
                  <a:lnTo>
                    <a:pt x="2379927" y="2220315"/>
                  </a:lnTo>
                  <a:lnTo>
                    <a:pt x="2379939" y="2220577"/>
                  </a:lnTo>
                  <a:lnTo>
                    <a:pt x="2379952" y="2220854"/>
                  </a:lnTo>
                  <a:lnTo>
                    <a:pt x="2379964" y="2221140"/>
                  </a:lnTo>
                  <a:lnTo>
                    <a:pt x="2379977" y="2221435"/>
                  </a:lnTo>
                  <a:lnTo>
                    <a:pt x="2379989" y="2221738"/>
                  </a:lnTo>
                  <a:lnTo>
                    <a:pt x="2380001" y="2222050"/>
                  </a:lnTo>
                  <a:lnTo>
                    <a:pt x="2380014" y="2222371"/>
                  </a:lnTo>
                  <a:lnTo>
                    <a:pt x="2380026" y="2222700"/>
                  </a:lnTo>
                  <a:lnTo>
                    <a:pt x="2380039" y="2223038"/>
                  </a:lnTo>
                  <a:lnTo>
                    <a:pt x="2380051" y="2223384"/>
                  </a:lnTo>
                  <a:lnTo>
                    <a:pt x="2380063" y="2223740"/>
                  </a:lnTo>
                  <a:lnTo>
                    <a:pt x="2380088" y="2224088"/>
                  </a:lnTo>
                  <a:lnTo>
                    <a:pt x="2380111" y="2224439"/>
                  </a:lnTo>
                  <a:lnTo>
                    <a:pt x="2380132" y="2224793"/>
                  </a:lnTo>
                  <a:lnTo>
                    <a:pt x="2380153" y="2225149"/>
                  </a:lnTo>
                  <a:lnTo>
                    <a:pt x="2380172" y="2225507"/>
                  </a:lnTo>
                  <a:lnTo>
                    <a:pt x="2380190" y="2225868"/>
                  </a:lnTo>
                  <a:lnTo>
                    <a:pt x="2380207" y="2226231"/>
                  </a:lnTo>
                  <a:lnTo>
                    <a:pt x="2380222" y="2226597"/>
                  </a:lnTo>
                  <a:lnTo>
                    <a:pt x="2380236" y="2226966"/>
                  </a:lnTo>
                  <a:lnTo>
                    <a:pt x="2380250" y="2227336"/>
                  </a:lnTo>
                  <a:lnTo>
                    <a:pt x="2380261" y="2227691"/>
                  </a:lnTo>
                  <a:lnTo>
                    <a:pt x="2380272" y="2228033"/>
                  </a:lnTo>
                  <a:lnTo>
                    <a:pt x="2380281" y="2228365"/>
                  </a:lnTo>
                  <a:lnTo>
                    <a:pt x="2380289" y="2228686"/>
                  </a:lnTo>
                  <a:lnTo>
                    <a:pt x="2380296" y="2228995"/>
                  </a:lnTo>
                  <a:lnTo>
                    <a:pt x="2380302" y="2229294"/>
                  </a:lnTo>
                  <a:lnTo>
                    <a:pt x="2380306" y="2229581"/>
                  </a:lnTo>
                  <a:lnTo>
                    <a:pt x="2380309" y="2229857"/>
                  </a:lnTo>
                  <a:lnTo>
                    <a:pt x="2380311" y="2230121"/>
                  </a:lnTo>
                  <a:lnTo>
                    <a:pt x="2380312" y="2230375"/>
                  </a:lnTo>
                  <a:lnTo>
                    <a:pt x="2380498" y="2230375"/>
                  </a:lnTo>
                  <a:lnTo>
                    <a:pt x="2380823" y="2229798"/>
                  </a:lnTo>
                  <a:lnTo>
                    <a:pt x="2381155" y="2229231"/>
                  </a:lnTo>
                  <a:lnTo>
                    <a:pt x="2381493" y="2228676"/>
                  </a:lnTo>
                  <a:lnTo>
                    <a:pt x="2381837" y="2228133"/>
                  </a:lnTo>
                  <a:lnTo>
                    <a:pt x="2382187" y="2227600"/>
                  </a:lnTo>
                  <a:lnTo>
                    <a:pt x="2382544" y="2227078"/>
                  </a:lnTo>
                  <a:lnTo>
                    <a:pt x="2382907" y="2226568"/>
                  </a:lnTo>
                  <a:lnTo>
                    <a:pt x="2383276" y="2226069"/>
                  </a:lnTo>
                  <a:lnTo>
                    <a:pt x="2383651" y="2225581"/>
                  </a:lnTo>
                  <a:lnTo>
                    <a:pt x="2384032" y="2225104"/>
                  </a:lnTo>
                  <a:lnTo>
                    <a:pt x="2384423" y="2224640"/>
                  </a:lnTo>
                  <a:lnTo>
                    <a:pt x="2384826" y="2224191"/>
                  </a:lnTo>
                  <a:lnTo>
                    <a:pt x="2385241" y="2223757"/>
                  </a:lnTo>
                  <a:lnTo>
                    <a:pt x="2385669" y="2223338"/>
                  </a:lnTo>
                  <a:lnTo>
                    <a:pt x="2386110" y="2222934"/>
                  </a:lnTo>
                  <a:lnTo>
                    <a:pt x="2386562" y="2222544"/>
                  </a:lnTo>
                  <a:lnTo>
                    <a:pt x="2387027" y="2222170"/>
                  </a:lnTo>
                  <a:lnTo>
                    <a:pt x="2387505" y="2221810"/>
                  </a:lnTo>
                  <a:lnTo>
                    <a:pt x="2387995" y="2221465"/>
                  </a:lnTo>
                  <a:lnTo>
                    <a:pt x="2388497" y="2221135"/>
                  </a:lnTo>
                  <a:lnTo>
                    <a:pt x="2389013" y="2220808"/>
                  </a:lnTo>
                  <a:lnTo>
                    <a:pt x="2389544" y="2220498"/>
                  </a:lnTo>
                  <a:lnTo>
                    <a:pt x="2390090" y="2220203"/>
                  </a:lnTo>
                  <a:lnTo>
                    <a:pt x="2390650" y="2219925"/>
                  </a:lnTo>
                  <a:lnTo>
                    <a:pt x="2391226" y="2219662"/>
                  </a:lnTo>
                  <a:lnTo>
                    <a:pt x="2391816" y="2219416"/>
                  </a:lnTo>
                  <a:lnTo>
                    <a:pt x="2392421" y="2219186"/>
                  </a:lnTo>
                  <a:lnTo>
                    <a:pt x="2393041" y="2218972"/>
                  </a:lnTo>
                  <a:lnTo>
                    <a:pt x="2393676" y="2218774"/>
                  </a:lnTo>
                  <a:lnTo>
                    <a:pt x="2394326" y="2218593"/>
                  </a:lnTo>
                  <a:lnTo>
                    <a:pt x="2394994" y="2218416"/>
                  </a:lnTo>
                  <a:lnTo>
                    <a:pt x="2395683" y="2218258"/>
                  </a:lnTo>
                  <a:lnTo>
                    <a:pt x="2396393" y="2218118"/>
                  </a:lnTo>
                  <a:lnTo>
                    <a:pt x="2397124" y="2217997"/>
                  </a:lnTo>
                  <a:lnTo>
                    <a:pt x="2397876" y="2217895"/>
                  </a:lnTo>
                  <a:lnTo>
                    <a:pt x="2398650" y="2217811"/>
                  </a:lnTo>
                  <a:lnTo>
                    <a:pt x="2399444" y="2217746"/>
                  </a:lnTo>
                  <a:lnTo>
                    <a:pt x="2400259" y="2217700"/>
                  </a:lnTo>
                  <a:lnTo>
                    <a:pt x="2401096" y="2217672"/>
                  </a:lnTo>
                  <a:lnTo>
                    <a:pt x="2401954" y="2217663"/>
                  </a:lnTo>
                  <a:lnTo>
                    <a:pt x="2403054" y="2217676"/>
                  </a:lnTo>
                  <a:lnTo>
                    <a:pt x="2404124" y="2217717"/>
                  </a:lnTo>
                  <a:lnTo>
                    <a:pt x="2405163" y="2217785"/>
                  </a:lnTo>
                  <a:lnTo>
                    <a:pt x="2406170" y="2217881"/>
                  </a:lnTo>
                  <a:lnTo>
                    <a:pt x="2407147" y="2218004"/>
                  </a:lnTo>
                  <a:lnTo>
                    <a:pt x="2408093" y="2218154"/>
                  </a:lnTo>
                  <a:lnTo>
                    <a:pt x="2409007" y="2218331"/>
                  </a:lnTo>
                  <a:lnTo>
                    <a:pt x="2409891" y="2218536"/>
                  </a:lnTo>
                  <a:lnTo>
                    <a:pt x="2410744" y="2218768"/>
                  </a:lnTo>
                  <a:lnTo>
                    <a:pt x="2411565" y="2219027"/>
                  </a:lnTo>
                  <a:lnTo>
                    <a:pt x="2412357" y="2219315"/>
                  </a:lnTo>
                  <a:lnTo>
                    <a:pt x="2413121" y="2219632"/>
                  </a:lnTo>
                  <a:lnTo>
                    <a:pt x="2413856" y="2219979"/>
                  </a:lnTo>
                  <a:lnTo>
                    <a:pt x="2414562" y="2220356"/>
                  </a:lnTo>
                  <a:lnTo>
                    <a:pt x="2415240" y="2220763"/>
                  </a:lnTo>
                  <a:lnTo>
                    <a:pt x="2415889" y="2221200"/>
                  </a:lnTo>
                  <a:lnTo>
                    <a:pt x="2416510" y="2221666"/>
                  </a:lnTo>
                  <a:lnTo>
                    <a:pt x="2417102" y="2222162"/>
                  </a:lnTo>
                  <a:lnTo>
                    <a:pt x="2417666" y="2222688"/>
                  </a:lnTo>
                  <a:lnTo>
                    <a:pt x="2418201" y="2223244"/>
                  </a:lnTo>
                  <a:lnTo>
                    <a:pt x="2418707" y="2223831"/>
                  </a:lnTo>
                  <a:lnTo>
                    <a:pt x="2419185" y="2224452"/>
                  </a:lnTo>
                  <a:lnTo>
                    <a:pt x="2419635" y="2225106"/>
                  </a:lnTo>
                  <a:lnTo>
                    <a:pt x="2420056" y="2225794"/>
                  </a:lnTo>
                  <a:lnTo>
                    <a:pt x="2420449" y="2226515"/>
                  </a:lnTo>
                  <a:lnTo>
                    <a:pt x="2420813" y="2227269"/>
                  </a:lnTo>
                  <a:lnTo>
                    <a:pt x="2421148" y="2228058"/>
                  </a:lnTo>
                  <a:lnTo>
                    <a:pt x="2421455" y="2228879"/>
                  </a:lnTo>
                  <a:lnTo>
                    <a:pt x="2421733" y="2229734"/>
                  </a:lnTo>
                  <a:lnTo>
                    <a:pt x="2421983" y="2230623"/>
                  </a:lnTo>
                  <a:lnTo>
                    <a:pt x="2422219" y="2231533"/>
                  </a:lnTo>
                  <a:lnTo>
                    <a:pt x="2422430" y="2232478"/>
                  </a:lnTo>
                  <a:lnTo>
                    <a:pt x="2422616" y="2233458"/>
                  </a:lnTo>
                  <a:lnTo>
                    <a:pt x="2422777" y="2234473"/>
                  </a:lnTo>
                  <a:lnTo>
                    <a:pt x="2422914" y="2235522"/>
                  </a:lnTo>
                  <a:lnTo>
                    <a:pt x="2423025" y="2236606"/>
                  </a:lnTo>
                  <a:lnTo>
                    <a:pt x="2423112" y="2237725"/>
                  </a:lnTo>
                  <a:lnTo>
                    <a:pt x="2423174" y="2238878"/>
                  </a:lnTo>
                  <a:lnTo>
                    <a:pt x="2423211" y="2240066"/>
                  </a:lnTo>
                  <a:lnTo>
                    <a:pt x="2423224" y="2241289"/>
                  </a:lnTo>
                  <a:lnTo>
                    <a:pt x="2423224" y="2286000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1" name="Inhaltsplatzhalter 70"/>
          <p:cNvSpPr>
            <a:spLocks noGrp="1"/>
          </p:cNvSpPr>
          <p:nvPr>
            <p:ph/>
          </p:nvPr>
        </p:nvSpPr>
        <p:spPr>
          <a:xfrm>
            <a:off x="659987" y="4511464"/>
            <a:ext cx="7200000" cy="360000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Quelle: Flossbach von Storch Research Institute, Macrobond. </a:t>
            </a:r>
            <a:r>
              <a:rPr dirty="0" err="1"/>
              <a:t>Daten</a:t>
            </a:r>
            <a:r>
              <a:rPr dirty="0"/>
              <a:t> </a:t>
            </a:r>
            <a:r>
              <a:rPr dirty="0" err="1"/>
              <a:t>vom</a:t>
            </a:r>
            <a:r>
              <a:rPr dirty="0"/>
              <a:t>: Q2 2026.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OLKIT_USERAREA" val="AAEAAAD/////AQAAAAAAAAAMAgAAAFNQb3dlclBvaW50Rm9vdGVyVG9vbGtpdC5EYXRhLCBWZXJzaW9uPTEuMi43LjAsIEN1bHR1cmU9bmV1dHJhbCwgUHVibGljS2V5VG9rZW49bnVsbAUBAAAARFBvd2VyUG9pbnRGb290ZXJUb29sa2l0LkRhdGEuTW9kZWwuUHJlc2VudGF0aW9uRGF0YS5QcmVzZW50YXRpb25EYXRhGAAAACA8SXNGaXJzdFBhZ2VEYXRlPmtfX0JhY2tpbmdGaWVsZCI8SXNGaXJzdFBhZ2VGb290ZXI+a19fQmFja2luZ0ZpZWxkIjxJc0ZpcnN0UGFnZUhlYWRlcj5rX19CYWNraW5nRmllbGQmPElzRmlyc3RQYWdlUGFnZU51bWJlcj5rX19CYWNraW5nRmllbGQfPElzTGFzdFBhZ2VEYXRlPmtfX0JhY2tpbmdGaWVsZCE8SXNMYXN0UGFnZUZvb3Rlcj5rX19CYWNraW5nRmllbGQhPElzTGFzdFBhZ2VIZWFkZXI+a19fQmFja2luZ0ZpZWxkJTxJc0xhc3RQYWdlUGFnZU51bWJlcj5rX19CYWNraW5nRmllbGQlPElzUmVtYWluaW5nUGFnZXNEYXRlPmtfX0JhY2tpbmdGaWVsZCc8SXNSZW1haW5pbmdQYWdlc0Zvb3Rlcj5rX19CYWNraW5nRmllbGQnPElzUmVtYWluaW5nUGFnZXNIZWFkZXI+a19fQmFja2luZ0ZpZWxkKzxJc1JlbWFpbmluZ1BhZ2VzUGFnZU51bWJlcj5rX19CYWNraW5nRmllbGQgPEF1dG9tYXRpY1VwZGF0ZT5rX19CYWNraW5nRmllbGQqPEF1dG9tYXRpY1VwZGF0ZVBhZ2VOdW1iZXI+a19fQmFja2luZ0ZpZWxkKzxTZWxlY3RlZExhbmd1YWdlUGFnZU51bWJlcj5rX19CYWNraW5nRmllbGQdPFNlbGVjdGVkRGF0ZT5rX19CYWNraW5nRmllbGQXPEhlYWRlcj5rX19CYWNraW5nRmllbGQfPFNlbGVjdGVkRm9vdGVyPmtfX0JhY2tpbmdGaWVsZB48U2VsZWN0ZWRVc2FnZT5rX19CYWNraW5nRmllbGQhPFNlbGVjdGVkTGFuZ3VhZ2U+a19fQmFja2luZ0ZpZWxkJTxTZWxlY3RlZExhbmd1YWdlQ29kZT5rX19CYWNraW5nRmllbGQgPFNlbGVjdGVkQ291bnRyeT5rX19CYWNraW5nRmllbGQfPFBhZ2VOdW1iZXJUZXh0PmtfX0JhY2tpbmdGaWVsZCM8UGFnZU51bWJlckZyb21UZXh0PmtfX0JhY2tpbmdGaWVsZAAAAAAAAAAAAAAAAAAAAQABAQEBAQEBAQEBAQEBAQEBAQEBAQEBDQIAAAAAAAAAAAAAAAAAAAAAAAYDAAAABWRlLURFDtqd5XET3IgKCgoKCgoGBAAAAAVTZWl0ZQYFAAAAA3Zvbgs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.potx" id="{BE13F580-6561-441D-9553-9251A834B09A}" vid="{1DC27FD9-2BCA-4DDA-B0E8-D36ADECF84AD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.potx" id="{BE13F580-6561-441D-9553-9251A834B09A}" vid="{D9099D3F-27A4-4501-9CD3-25B5C8EE0F22}"/>
    </a:ext>
  </a:extLst>
</a:theme>
</file>

<file path=ppt/theme/theme3.xml><?xml version="1.0" encoding="utf-8"?>
<a:theme xmlns:a="http://schemas.openxmlformats.org/drawingml/2006/main" name="FvS Research Institute">
  <a:themeElements>
    <a:clrScheme name="RI">
      <a:dk1>
        <a:srgbClr val="646464"/>
      </a:dk1>
      <a:lt1>
        <a:srgbClr val="FFFFFF"/>
      </a:lt1>
      <a:dk2>
        <a:srgbClr val="000000"/>
      </a:dk2>
      <a:lt2>
        <a:srgbClr val="FFFFFF"/>
      </a:lt2>
      <a:accent1>
        <a:srgbClr val="646464"/>
      </a:accent1>
      <a:accent2>
        <a:srgbClr val="B0946F"/>
      </a:accent2>
      <a:accent3>
        <a:srgbClr val="237E74"/>
      </a:accent3>
      <a:accent4>
        <a:srgbClr val="A71930"/>
      </a:accent4>
      <a:accent5>
        <a:srgbClr val="434967"/>
      </a:accent5>
      <a:accent6>
        <a:srgbClr val="000000"/>
      </a:accent6>
      <a:hlink>
        <a:srgbClr val="646464"/>
      </a:hlink>
      <a:folHlink>
        <a:srgbClr val="646464"/>
      </a:folHlink>
    </a:clrScheme>
    <a:fontScheme name="Research Institute">
      <a:majorFont>
        <a:latin typeface="BigVesta"/>
        <a:ea typeface=""/>
        <a:cs typeface=""/>
      </a:majorFont>
      <a:minorFont>
        <a:latin typeface="BigVest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>
          <a:noFill/>
          <a:miter lim="800000"/>
          <a:headEnd/>
          <a:tailEnd/>
        </a:ln>
        <a:effectLst/>
      </a:spPr>
      <a:bodyPr wrap="none" rtlCol="0" anchor="ctr">
        <a:prstTxWarp prst="textNoShape">
          <a:avLst/>
        </a:prstTxWarp>
        <a:spAutoFit/>
      </a:bodyPr>
      <a:lstStyle>
        <a:defPPr algn="ctr">
          <a:lnSpc>
            <a:spcPct val="100000"/>
          </a:lnSpc>
          <a:defRPr sz="1000" dirty="0">
            <a:solidFill>
              <a:srgbClr val="112253"/>
            </a:solidFill>
            <a:latin typeface="+mn-lt"/>
            <a:ea typeface="ＭＳ Ｐゴシック" charset="-128"/>
            <a:cs typeface="ArrowdynMedium"/>
          </a:defRPr>
        </a:defPPr>
      </a:lstStyle>
    </a:spDef>
    <a:txDef>
      <a:spPr>
        <a:noFill/>
      </a:spPr>
      <a:bodyPr wrap="square" rtlCol="0">
        <a:spAutoFit/>
      </a:bodyPr>
      <a:lstStyle>
        <a:defPPr>
          <a:lnSpc>
            <a:spcPct val="100000"/>
          </a:lnSpc>
          <a:defRPr sz="1200" dirty="0" err="1" smtClean="0">
            <a:solidFill>
              <a:schemeClr val="accent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.potx" id="{BE13F580-6561-441D-9553-9251A834B09A}" vid="{326E45F5-01AC-49D5-81CB-8C8F719F3B26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{DC14619A-62BA-46FA-8D9C-F6ECE8ECD4FB}</Item>
  <Item xmlns="" name="ShapesMap_Charts">{"{DC14619A-62BA-46FA-8D9C-F6ECE8ECD4FB}":{"256":{},"257":{},"266":{},"278":{},"289":{},"431":{},"436":{},"452":{},"455":{},"459":{},"472":{},"477":{},"479":{},"480":{},"483":{},"486":{},"497":{},"498":{},"499":{},"501":{},"505":{},"508":{},"514":{},"529":{},"530":{},"540":{},"541":{},"542":{},"543":{},"544":{},"545":{},"546":{},"548":{},"549":{},"550":{},"551":{},"554":{},"555":{},"557":{},"558":{},"559":{},"560":{},"564":{},"565":{},"566":{},"567":{},"568":{},"569":{}}}</Item>
</BBSettings>
</file>

<file path=customXml/itemProps1.xml><?xml version="1.0" encoding="utf-8"?>
<ds:datastoreItem xmlns:ds="http://schemas.openxmlformats.org/officeDocument/2006/customXml" ds:itemID="{8EDCDACF-1D9B-418C-9DC3-2B43A779C158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Bildschirmpräsentation (4:3)</PresentationFormat>
  <Paragraphs>5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2</vt:i4>
      </vt:variant>
    </vt:vector>
  </HeadingPairs>
  <TitlesOfParts>
    <vt:vector size="11" baseType="lpstr">
      <vt:lpstr>Arial</vt:lpstr>
      <vt:lpstr>Big Vesta Pro</vt:lpstr>
      <vt:lpstr>BigVesta</vt:lpstr>
      <vt:lpstr>BigVesta Light</vt:lpstr>
      <vt:lpstr>Calibri</vt:lpstr>
      <vt:lpstr>Calibri Light</vt:lpstr>
      <vt:lpstr>Office Theme</vt:lpstr>
      <vt:lpstr>Benutzerdefiniertes Design</vt:lpstr>
      <vt:lpstr>FvS Research Institute</vt:lpstr>
      <vt:lpstr>Konjunkturbericht</vt:lpstr>
      <vt:lpstr>SLOOS: Banken mit verschärften vs. gelockerten Kreditbedingungen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Bildschirmpräsentation (4:3)</PresentationFormat>
  <Paragraphs>5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BigVesta</vt:lpstr>
      <vt:lpstr>Calibri</vt:lpstr>
      <vt:lpstr>Office Theme</vt:lpstr>
      <vt:lpstr>Real Economy Outlook</vt:lpstr>
      <vt:lpstr>So ist 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Konjunkturbericht</dc:title>
  <dc:creator>Pablo.Duarte@fvsag.com</dc:creator>
  <cp:keywords/>
  <cp:lastModifiedBy>Pablo Duarte</cp:lastModifiedBy>
  <cp:revision>30</cp:revision>
  <cp:lastPrinted>2026-03-13T08:09:26Z</cp:lastPrinted>
  <dcterms:created xsi:type="dcterms:W3CDTF">2021-06-24T07:55:27Z</dcterms:created>
  <dcterms:modified xsi:type="dcterms:W3CDTF">2026-06-09T13:18:08Z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  <property fmtid="{D5CDD505-2E9C-101B-9397-08002B2CF9AE}" pid="3" name="editor_options">
    <vt:lpwstr/>
  </property>
  <property fmtid="{D5CDD505-2E9C-101B-9397-08002B2CF9AE}" pid="4" name="output">
    <vt:lpwstr/>
  </property>
  <property fmtid="{D5CDD505-2E9C-101B-9397-08002B2CF9AE}" pid="5" name="subtitle">
    <vt:lpwstr>Juni 2021</vt:lpwstr>
  </property>
  <property fmtid="{D5CDD505-2E9C-101B-9397-08002B2CF9AE}" pid="6" name="MSIP_Label_669eb89f-f157-47cc-9392-21abce8eee11_Enabled">
    <vt:lpwstr>true</vt:lpwstr>
  </property>
  <property fmtid="{D5CDD505-2E9C-101B-9397-08002B2CF9AE}" pid="7" name="MSIP_Label_669eb89f-f157-47cc-9392-21abce8eee11_SetDate">
    <vt:lpwstr>2023-09-14T11:21:03Z</vt:lpwstr>
  </property>
  <property fmtid="{D5CDD505-2E9C-101B-9397-08002B2CF9AE}" pid="8" name="MSIP_Label_669eb89f-f157-47cc-9392-21abce8eee11_Method">
    <vt:lpwstr>Privileged</vt:lpwstr>
  </property>
  <property fmtid="{D5CDD505-2E9C-101B-9397-08002B2CF9AE}" pid="9" name="MSIP_Label_669eb89f-f157-47cc-9392-21abce8eee11_Name">
    <vt:lpwstr>Everyone</vt:lpwstr>
  </property>
  <property fmtid="{D5CDD505-2E9C-101B-9397-08002B2CF9AE}" pid="10" name="MSIP_Label_669eb89f-f157-47cc-9392-21abce8eee11_SiteId">
    <vt:lpwstr>c6c6e603-a213-46ca-8926-75ec27c93e6f</vt:lpwstr>
  </property>
  <property fmtid="{D5CDD505-2E9C-101B-9397-08002B2CF9AE}" pid="11" name="MSIP_Label_669eb89f-f157-47cc-9392-21abce8eee11_ActionId">
    <vt:lpwstr>b8917c73-f415-489a-bf2e-fa255b6c07ec</vt:lpwstr>
  </property>
  <property fmtid="{D5CDD505-2E9C-101B-9397-08002B2CF9AE}" pid="12" name="MSIP_Label_669eb89f-f157-47cc-9392-21abce8eee11_ContentBits">
    <vt:lpwstr>0</vt:lpwstr>
  </property>
</Properties>
</file>